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61" r:id="rId3"/>
    <p:sldId id="257" r:id="rId4"/>
    <p:sldId id="258" r:id="rId5"/>
    <p:sldId id="273" r:id="rId6"/>
    <p:sldId id="262" r:id="rId7"/>
    <p:sldId id="259" r:id="rId8"/>
    <p:sldId id="274" r:id="rId9"/>
    <p:sldId id="267" r:id="rId10"/>
    <p:sldId id="268" r:id="rId11"/>
    <p:sldId id="270" r:id="rId12"/>
    <p:sldId id="269" r:id="rId13"/>
    <p:sldId id="271" r:id="rId14"/>
    <p:sldId id="275" r:id="rId15"/>
    <p:sldId id="260" r:id="rId16"/>
    <p:sldId id="276" r:id="rId17"/>
    <p:sldId id="263" r:id="rId18"/>
    <p:sldId id="272" r:id="rId19"/>
    <p:sldId id="265" r:id="rId20"/>
  </p:sldIdLst>
  <p:sldSz cx="18288000" cy="10287000"/>
  <p:notesSz cx="6858000" cy="9144000"/>
  <p:embeddedFontLst>
    <p:embeddedFont>
      <p:font typeface="Open Sauce" panose="020B0604020202020204" charset="0"/>
      <p:regular r:id="rId22"/>
    </p:embeddedFont>
    <p:embeddedFont>
      <p:font typeface="Calibri" panose="020F0502020204030204" pitchFamily="34" charset="0"/>
      <p:regular r:id="rId23"/>
      <p:bold r:id="rId24"/>
    </p:embeddedFont>
    <p:embeddedFont>
      <p:font typeface="Open Sans" panose="020B0604020202020204" charset="0"/>
      <p:regular r:id="rId25"/>
    </p:embeddedFont>
    <p:embeddedFont>
      <p:font typeface="Hobo" panose="020B0604020202020204" charset="0"/>
      <p:regular r:id="rId26"/>
    </p:embeddedFont>
    <p:embeddedFont>
      <p:font typeface="Zen Dot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2081"/>
    <a:srgbClr val="EED3FF"/>
    <a:srgbClr val="FAD5FD"/>
    <a:srgbClr val="FD8B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3428" autoAdjust="0"/>
  </p:normalViewPr>
  <p:slideViewPr>
    <p:cSldViewPr>
      <p:cViewPr varScale="1">
        <p:scale>
          <a:sx n="33" d="100"/>
          <a:sy n="33" d="100"/>
        </p:scale>
        <p:origin x="1467"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51ECE2-E40C-462E-814E-898085E160B7}" type="doc">
      <dgm:prSet loTypeId="urn:microsoft.com/office/officeart/2005/8/layout/radial1" loCatId="cycle" qsTypeId="urn:microsoft.com/office/officeart/2005/8/quickstyle/simple3" qsCatId="simple" csTypeId="urn:microsoft.com/office/officeart/2005/8/colors/accent4_2" csCatId="accent4" phldr="1"/>
      <dgm:spPr/>
      <dgm:t>
        <a:bodyPr/>
        <a:lstStyle/>
        <a:p>
          <a:endParaRPr lang="en-US"/>
        </a:p>
      </dgm:t>
    </dgm:pt>
    <dgm:pt modelId="{294C95DF-F9FF-4A1E-B6DE-B757E7EDF30D}">
      <dgm:prSet phldrT="[Text]"/>
      <dgm:spPr>
        <a:xfrm>
          <a:off x="7037819" y="2989331"/>
          <a:ext cx="2269986" cy="2269986"/>
        </a:xfrm>
        <a:prstGeom prst="ellipse">
          <a:avLst/>
        </a:prstGeom>
      </dgm:spPr>
      <dgm:t>
        <a:bodyPr/>
        <a:lstStyle/>
        <a:p>
          <a:r>
            <a:rPr lang="en-US" dirty="0" smtClean="0">
              <a:latin typeface="Hobo"/>
              <a:ea typeface="+mn-ea"/>
              <a:cs typeface="Hobo"/>
              <a:sym typeface="Hobo"/>
            </a:rPr>
            <a:t>Default Toolbox</a:t>
          </a:r>
          <a:endParaRPr lang="en-US" dirty="0">
            <a:latin typeface="Calibri"/>
            <a:ea typeface="+mn-ea"/>
            <a:cs typeface="+mn-cs"/>
          </a:endParaRPr>
        </a:p>
      </dgm:t>
    </dgm:pt>
    <dgm:pt modelId="{04937489-333A-443B-9D1F-3361AD24BA2A}" type="parTrans" cxnId="{D5060001-7F09-43A8-94A7-4B0EDB59CE59}">
      <dgm:prSet/>
      <dgm:spPr/>
      <dgm:t>
        <a:bodyPr/>
        <a:lstStyle/>
        <a:p>
          <a:endParaRPr lang="en-US"/>
        </a:p>
      </dgm:t>
    </dgm:pt>
    <dgm:pt modelId="{241D9AD2-A2AE-463C-BF13-07CC8C1295AB}" type="sibTrans" cxnId="{D5060001-7F09-43A8-94A7-4B0EDB59CE59}">
      <dgm:prSet/>
      <dgm:spPr/>
      <dgm:t>
        <a:bodyPr/>
        <a:lstStyle/>
        <a:p>
          <a:endParaRPr lang="en-US"/>
        </a:p>
      </dgm:t>
    </dgm:pt>
    <dgm:pt modelId="{9B227C3E-94D4-44EA-A318-5FD89CDACAC9}">
      <dgm:prSet phldrT="[Text]" custT="1"/>
      <dgm:spPr>
        <a:xfrm>
          <a:off x="6000136" y="0"/>
          <a:ext cx="4189055" cy="2269986"/>
        </a:xfrm>
        <a:prstGeom prst="ellipse">
          <a:avLst/>
        </a:prstGeom>
      </dgm:spPr>
      <dgm:t>
        <a:bodyPr/>
        <a:lstStyle/>
        <a:p>
          <a:r>
            <a:rPr lang="en-US" sz="2800" dirty="0" smtClean="0">
              <a:latin typeface="Hobo" panose="020B0604020202020204" charset="0"/>
              <a:ea typeface="+mn-ea"/>
              <a:cs typeface="+mn-cs"/>
            </a:rPr>
            <a:t>UserInputTool</a:t>
          </a:r>
          <a:endParaRPr lang="en-US" sz="2800" dirty="0">
            <a:latin typeface="Calibri"/>
            <a:ea typeface="+mn-ea"/>
            <a:cs typeface="+mn-cs"/>
          </a:endParaRPr>
        </a:p>
      </dgm:t>
    </dgm:pt>
    <dgm:pt modelId="{3E70169A-1E1B-4124-91F2-6C83BEA6E032}" type="parTrans" cxnId="{CBFA7D48-061D-42A5-8105-5116DB49EEB3}">
      <dgm:prSet/>
      <dgm:spPr>
        <a:xfrm rot="16110150">
          <a:off x="7773695" y="2617325"/>
          <a:ext cx="720092" cy="24940"/>
        </a:xfrm>
        <a:custGeom>
          <a:avLst/>
          <a:gdLst/>
          <a:ahLst/>
          <a:cxnLst/>
          <a:rect l="0" t="0" r="0" b="0"/>
          <a:pathLst>
            <a:path>
              <a:moveTo>
                <a:pt x="0" y="12470"/>
              </a:moveTo>
              <a:lnTo>
                <a:pt x="720092"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85B7DE49-E093-46E3-AAF0-6A6D67648E02}" type="sibTrans" cxnId="{CBFA7D48-061D-42A5-8105-5116DB49EEB3}">
      <dgm:prSet/>
      <dgm:spPr/>
      <dgm:t>
        <a:bodyPr/>
        <a:lstStyle/>
        <a:p>
          <a:endParaRPr lang="en-US"/>
        </a:p>
      </dgm:t>
    </dgm:pt>
    <dgm:pt modelId="{93F26A6F-5B67-46EE-A478-A63BC660EE80}">
      <dgm:prSet phldrT="[Text]" custT="1"/>
      <dgm:spPr>
        <a:xfrm>
          <a:off x="10297831" y="4419598"/>
          <a:ext cx="4254136" cy="2269986"/>
        </a:xfrm>
        <a:prstGeom prst="ellipse">
          <a:avLst/>
        </a:prstGeom>
      </dgm:spPr>
      <dgm:t>
        <a:bodyPr/>
        <a:lstStyle/>
        <a:p>
          <a:r>
            <a:rPr lang="en-US" sz="2800" b="0" i="0" dirty="0" smtClean="0">
              <a:latin typeface="Calibri"/>
              <a:ea typeface="+mn-ea"/>
              <a:cs typeface="+mn-cs"/>
            </a:rPr>
            <a:t>DuckDuckGoSearchTool</a:t>
          </a:r>
          <a:endParaRPr lang="en-US" sz="2800" b="0" dirty="0">
            <a:latin typeface="Calibri"/>
            <a:ea typeface="+mn-ea"/>
            <a:cs typeface="+mn-cs"/>
          </a:endParaRPr>
        </a:p>
      </dgm:t>
    </dgm:pt>
    <dgm:pt modelId="{5B6BDD89-B145-4143-A39A-25FE8995E041}" type="parTrans" cxnId="{B0DCD3CE-ACF9-4E1A-99D7-67445A8B84C3}">
      <dgm:prSet/>
      <dgm:spPr>
        <a:xfrm rot="1115478">
          <a:off x="9210673" y="4705286"/>
          <a:ext cx="1452745" cy="24940"/>
        </a:xfrm>
        <a:custGeom>
          <a:avLst/>
          <a:gdLst/>
          <a:ahLst/>
          <a:cxnLst/>
          <a:rect l="0" t="0" r="0" b="0"/>
          <a:pathLst>
            <a:path>
              <a:moveTo>
                <a:pt x="0" y="12470"/>
              </a:moveTo>
              <a:lnTo>
                <a:pt x="1452745"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0E492158-0DC3-4A2C-B016-BC8B73635E85}" type="sibTrans" cxnId="{B0DCD3CE-ACF9-4E1A-99D7-67445A8B84C3}">
      <dgm:prSet/>
      <dgm:spPr/>
      <dgm:t>
        <a:bodyPr/>
        <a:lstStyle/>
        <a:p>
          <a:endParaRPr lang="en-US"/>
        </a:p>
      </dgm:t>
    </dgm:pt>
    <dgm:pt modelId="{A3A1AF7B-D877-4FC6-A801-0032D1CDCC95}">
      <dgm:prSet phldrT="[Text]" custT="1"/>
      <dgm:spPr>
        <a:xfrm>
          <a:off x="5523778" y="5732710"/>
          <a:ext cx="5068017" cy="2269986"/>
        </a:xfrm>
        <a:prstGeom prst="ellipse">
          <a:avLst/>
        </a:prstGeom>
      </dgm:spPr>
      <dgm:t>
        <a:bodyPr/>
        <a:lstStyle/>
        <a:p>
          <a:r>
            <a:rPr lang="en-US" sz="2800" dirty="0" smtClean="0">
              <a:latin typeface="Hobo" panose="020B0604020202020204" charset="0"/>
              <a:ea typeface="+mn-ea"/>
              <a:cs typeface="+mn-cs"/>
            </a:rPr>
            <a:t>PythonInterpreterTool</a:t>
          </a:r>
          <a:endParaRPr lang="en-US" sz="2800" dirty="0">
            <a:latin typeface="Calibri"/>
            <a:ea typeface="+mn-ea"/>
            <a:cs typeface="+mn-cs"/>
          </a:endParaRPr>
        </a:p>
      </dgm:t>
    </dgm:pt>
    <dgm:pt modelId="{4D847E9F-BE21-4C72-A6D7-573983048B2B}" type="parTrans" cxnId="{EC9F5781-DE33-4BF2-9999-E3B5F5E6C6F6}">
      <dgm:prSet/>
      <dgm:spPr>
        <a:xfrm rot="5544054">
          <a:off x="7877813" y="5483146"/>
          <a:ext cx="475005" cy="24940"/>
        </a:xfrm>
        <a:custGeom>
          <a:avLst/>
          <a:gdLst/>
          <a:ahLst/>
          <a:cxnLst/>
          <a:rect l="0" t="0" r="0" b="0"/>
          <a:pathLst>
            <a:path>
              <a:moveTo>
                <a:pt x="0" y="12470"/>
              </a:moveTo>
              <a:lnTo>
                <a:pt x="475005"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51283397-C3A7-4150-983C-8C24EF514A80}" type="sibTrans" cxnId="{EC9F5781-DE33-4BF2-9999-E3B5F5E6C6F6}">
      <dgm:prSet/>
      <dgm:spPr/>
      <dgm:t>
        <a:bodyPr/>
        <a:lstStyle/>
        <a:p>
          <a:endParaRPr lang="en-US"/>
        </a:p>
      </dgm:t>
    </dgm:pt>
    <dgm:pt modelId="{920C2496-0CB6-4A03-927B-6DD2D78C3C0C}">
      <dgm:prSet custT="1"/>
      <dgm:spPr>
        <a:xfrm>
          <a:off x="10572637" y="1524002"/>
          <a:ext cx="4100753" cy="2269986"/>
        </a:xfrm>
        <a:prstGeom prst="ellipse">
          <a:avLst/>
        </a:prstGeom>
      </dgm:spPr>
      <dgm:t>
        <a:bodyPr/>
        <a:lstStyle/>
        <a:p>
          <a:r>
            <a:rPr lang="en-US" sz="2800" smtClean="0">
              <a:latin typeface="Hobo" panose="020B0604020202020204" charset="0"/>
              <a:ea typeface="+mn-ea"/>
              <a:cs typeface="+mn-cs"/>
            </a:rPr>
            <a:t>finalAnswerTool</a:t>
          </a:r>
          <a:endParaRPr lang="en-US" sz="2800" dirty="0">
            <a:latin typeface="Hobo" panose="020B0604020202020204" charset="0"/>
            <a:ea typeface="+mn-ea"/>
            <a:cs typeface="+mn-cs"/>
          </a:endParaRPr>
        </a:p>
      </dgm:t>
    </dgm:pt>
    <dgm:pt modelId="{71C13F6B-EC4E-4A7D-B743-1A1AC1E54196}" type="parTrans" cxnId="{A646F50F-AF0C-4F98-9F41-82E8E3F9104F}">
      <dgm:prSet/>
      <dgm:spPr>
        <a:xfrm rot="20506482">
          <a:off x="9208352" y="3491822"/>
          <a:ext cx="1694990" cy="24940"/>
        </a:xfrm>
        <a:custGeom>
          <a:avLst/>
          <a:gdLst/>
          <a:ahLst/>
          <a:cxnLst/>
          <a:rect l="0" t="0" r="0" b="0"/>
          <a:pathLst>
            <a:path>
              <a:moveTo>
                <a:pt x="0" y="12470"/>
              </a:moveTo>
              <a:lnTo>
                <a:pt x="1694990"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D79EF224-0E36-4590-91FC-0474460C7476}" type="sibTrans" cxnId="{A646F50F-AF0C-4F98-9F41-82E8E3F9104F}">
      <dgm:prSet/>
      <dgm:spPr/>
      <dgm:t>
        <a:bodyPr/>
        <a:lstStyle/>
        <a:p>
          <a:endParaRPr lang="en-US"/>
        </a:p>
      </dgm:t>
    </dgm:pt>
    <dgm:pt modelId="{7E09F846-EA22-4709-9D36-447CE94C08A6}">
      <dgm:prSet custT="1"/>
      <dgm:spPr>
        <a:xfrm>
          <a:off x="2113928" y="1447791"/>
          <a:ext cx="3797891" cy="2269986"/>
        </a:xfrm>
        <a:prstGeom prst="ellipse">
          <a:avLst/>
        </a:prstGeom>
      </dgm:spPr>
      <dgm:t>
        <a:bodyPr/>
        <a:lstStyle/>
        <a:p>
          <a:r>
            <a:rPr lang="en-US" sz="2800" b="0" i="0" dirty="0" smtClean="0">
              <a:latin typeface="Calibri"/>
              <a:ea typeface="+mn-ea"/>
              <a:cs typeface="+mn-cs"/>
            </a:rPr>
            <a:t>GoogleSearchTool</a:t>
          </a:r>
          <a:endParaRPr lang="en-US" sz="2800" b="0" i="0" dirty="0">
            <a:latin typeface="Calibri"/>
            <a:ea typeface="+mn-ea"/>
            <a:cs typeface="+mn-cs"/>
          </a:endParaRPr>
        </a:p>
      </dgm:t>
    </dgm:pt>
    <dgm:pt modelId="{C2A1A9C2-0403-40DC-86E1-7D1904AEF736}" type="parTrans" cxnId="{44A25915-9F56-4DF5-A716-459C072EF40E}">
      <dgm:prSet/>
      <dgm:spPr>
        <a:xfrm rot="12019986">
          <a:off x="5577564" y="3442926"/>
          <a:ext cx="1580210" cy="24940"/>
        </a:xfrm>
        <a:custGeom>
          <a:avLst/>
          <a:gdLst/>
          <a:ahLst/>
          <a:cxnLst/>
          <a:rect l="0" t="0" r="0" b="0"/>
          <a:pathLst>
            <a:path>
              <a:moveTo>
                <a:pt x="0" y="12470"/>
              </a:moveTo>
              <a:lnTo>
                <a:pt x="1580210"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21426C6A-45F1-4E5A-AB1B-30D706C148A3}" type="sibTrans" cxnId="{44A25915-9F56-4DF5-A716-459C072EF40E}">
      <dgm:prSet/>
      <dgm:spPr/>
      <dgm:t>
        <a:bodyPr/>
        <a:lstStyle/>
        <a:p>
          <a:endParaRPr lang="en-US"/>
        </a:p>
      </dgm:t>
    </dgm:pt>
    <dgm:pt modelId="{3E4B4821-26C4-48AB-8E78-0DB87993BF52}">
      <dgm:prSet custT="1"/>
      <dgm:spPr>
        <a:xfrm>
          <a:off x="1863419" y="4114788"/>
          <a:ext cx="4179385" cy="2269986"/>
        </a:xfrm>
        <a:prstGeom prst="ellipse">
          <a:avLst/>
        </a:prstGeom>
      </dgm:spPr>
      <dgm:t>
        <a:bodyPr/>
        <a:lstStyle/>
        <a:p>
          <a:r>
            <a:rPr lang="en-US" sz="2800" b="0" i="0" dirty="0" smtClean="0">
              <a:latin typeface="Calibri"/>
              <a:ea typeface="+mn-ea"/>
              <a:cs typeface="+mn-cs"/>
            </a:rPr>
            <a:t>VisitWebpageTool</a:t>
          </a:r>
          <a:endParaRPr lang="en-US" sz="2800" b="0" i="0" dirty="0">
            <a:latin typeface="Calibri"/>
            <a:ea typeface="+mn-ea"/>
            <a:cs typeface="+mn-cs"/>
          </a:endParaRPr>
        </a:p>
      </dgm:t>
    </dgm:pt>
    <dgm:pt modelId="{995DB22E-0C9C-4DAE-ACE9-DDA2C5372F74}" type="parTrans" cxnId="{4D5EE563-EF2A-4220-87B0-F546BAA2DEF4}">
      <dgm:prSet/>
      <dgm:spPr>
        <a:xfrm rot="9903960">
          <a:off x="5807047" y="4570687"/>
          <a:ext cx="1290909" cy="24940"/>
        </a:xfrm>
        <a:custGeom>
          <a:avLst/>
          <a:gdLst/>
          <a:ahLst/>
          <a:cxnLst/>
          <a:rect l="0" t="0" r="0" b="0"/>
          <a:pathLst>
            <a:path>
              <a:moveTo>
                <a:pt x="0" y="12470"/>
              </a:moveTo>
              <a:lnTo>
                <a:pt x="1290909" y="12470"/>
              </a:lnTo>
            </a:path>
          </a:pathLst>
        </a:custGeom>
      </dgm:spPr>
      <dgm:t>
        <a:bodyPr/>
        <a:lstStyle/>
        <a:p>
          <a:endParaRPr lang="en-US">
            <a:solidFill>
              <a:sysClr val="windowText" lastClr="000000">
                <a:hueOff val="0"/>
                <a:satOff val="0"/>
                <a:lumOff val="0"/>
                <a:alphaOff val="0"/>
              </a:sysClr>
            </a:solidFill>
            <a:latin typeface="Calibri"/>
            <a:ea typeface="+mn-ea"/>
            <a:cs typeface="+mn-cs"/>
          </a:endParaRPr>
        </a:p>
      </dgm:t>
    </dgm:pt>
    <dgm:pt modelId="{05D56872-9EBB-4384-8488-022FDD05F5BA}" type="sibTrans" cxnId="{4D5EE563-EF2A-4220-87B0-F546BAA2DEF4}">
      <dgm:prSet/>
      <dgm:spPr/>
      <dgm:t>
        <a:bodyPr/>
        <a:lstStyle/>
        <a:p>
          <a:endParaRPr lang="en-US"/>
        </a:p>
      </dgm:t>
    </dgm:pt>
    <dgm:pt modelId="{D161D5E1-CDA2-4A32-ADBC-5002270EF026}" type="pres">
      <dgm:prSet presAssocID="{C151ECE2-E40C-462E-814E-898085E160B7}" presName="cycle" presStyleCnt="0">
        <dgm:presLayoutVars>
          <dgm:chMax val="1"/>
          <dgm:dir/>
          <dgm:animLvl val="ctr"/>
          <dgm:resizeHandles val="exact"/>
        </dgm:presLayoutVars>
      </dgm:prSet>
      <dgm:spPr/>
      <dgm:t>
        <a:bodyPr/>
        <a:lstStyle/>
        <a:p>
          <a:endParaRPr lang="en-US"/>
        </a:p>
      </dgm:t>
    </dgm:pt>
    <dgm:pt modelId="{89B2B5E9-B383-4CB0-8673-0AF1D1C99368}" type="pres">
      <dgm:prSet presAssocID="{294C95DF-F9FF-4A1E-B6DE-B757E7EDF30D}" presName="centerShape" presStyleLbl="node0" presStyleIdx="0" presStyleCnt="1"/>
      <dgm:spPr/>
      <dgm:t>
        <a:bodyPr/>
        <a:lstStyle/>
        <a:p>
          <a:endParaRPr lang="en-US"/>
        </a:p>
      </dgm:t>
    </dgm:pt>
    <dgm:pt modelId="{1F133F0D-30C5-4A8B-899F-C7000C6FB69A}" type="pres">
      <dgm:prSet presAssocID="{3E70169A-1E1B-4124-91F2-6C83BEA6E032}" presName="Name9" presStyleLbl="parChTrans1D2" presStyleIdx="0" presStyleCnt="6"/>
      <dgm:spPr/>
      <dgm:t>
        <a:bodyPr/>
        <a:lstStyle/>
        <a:p>
          <a:endParaRPr lang="en-US"/>
        </a:p>
      </dgm:t>
    </dgm:pt>
    <dgm:pt modelId="{B46C0EB0-1BB8-42F3-8ECF-1955039876F2}" type="pres">
      <dgm:prSet presAssocID="{3E70169A-1E1B-4124-91F2-6C83BEA6E032}" presName="connTx" presStyleLbl="parChTrans1D2" presStyleIdx="0" presStyleCnt="6"/>
      <dgm:spPr/>
      <dgm:t>
        <a:bodyPr/>
        <a:lstStyle/>
        <a:p>
          <a:endParaRPr lang="en-US"/>
        </a:p>
      </dgm:t>
    </dgm:pt>
    <dgm:pt modelId="{2E5D8183-F3FF-4E9D-A2FA-6220AC571A82}" type="pres">
      <dgm:prSet presAssocID="{9B227C3E-94D4-44EA-A318-5FD89CDACAC9}" presName="node" presStyleLbl="node1" presStyleIdx="0" presStyleCnt="6" custScaleX="153691" custRadScaleRad="111523" custRadScaleInc="-4530">
        <dgm:presLayoutVars>
          <dgm:bulletEnabled val="1"/>
        </dgm:presLayoutVars>
      </dgm:prSet>
      <dgm:spPr/>
      <dgm:t>
        <a:bodyPr/>
        <a:lstStyle/>
        <a:p>
          <a:endParaRPr lang="en-US"/>
        </a:p>
      </dgm:t>
    </dgm:pt>
    <dgm:pt modelId="{830304DF-32A7-427C-AA62-962A1B72DC63}" type="pres">
      <dgm:prSet presAssocID="{71C13F6B-EC4E-4A7D-B743-1A1AC1E54196}" presName="Name9" presStyleLbl="parChTrans1D2" presStyleIdx="1" presStyleCnt="6"/>
      <dgm:spPr/>
      <dgm:t>
        <a:bodyPr/>
        <a:lstStyle/>
        <a:p>
          <a:endParaRPr lang="en-US"/>
        </a:p>
      </dgm:t>
    </dgm:pt>
    <dgm:pt modelId="{0ADDE5A8-B429-446E-B2E1-12BC54A6D3BF}" type="pres">
      <dgm:prSet presAssocID="{71C13F6B-EC4E-4A7D-B743-1A1AC1E54196}" presName="connTx" presStyleLbl="parChTrans1D2" presStyleIdx="1" presStyleCnt="6"/>
      <dgm:spPr/>
      <dgm:t>
        <a:bodyPr/>
        <a:lstStyle/>
        <a:p>
          <a:endParaRPr lang="en-US"/>
        </a:p>
      </dgm:t>
    </dgm:pt>
    <dgm:pt modelId="{C8691B6F-765C-46B8-AE2B-4FA39EF805FC}" type="pres">
      <dgm:prSet presAssocID="{920C2496-0CB6-4A03-927B-6DD2D78C3C0C}" presName="node" presStyleLbl="node1" presStyleIdx="1" presStyleCnt="6" custScaleX="180651" custRadScaleRad="158575" custRadScaleInc="39249">
        <dgm:presLayoutVars>
          <dgm:bulletEnabled val="1"/>
        </dgm:presLayoutVars>
      </dgm:prSet>
      <dgm:spPr/>
      <dgm:t>
        <a:bodyPr/>
        <a:lstStyle/>
        <a:p>
          <a:endParaRPr lang="en-US"/>
        </a:p>
      </dgm:t>
    </dgm:pt>
    <dgm:pt modelId="{50E2E09D-A21D-465A-9049-2394A14580EC}" type="pres">
      <dgm:prSet presAssocID="{5B6BDD89-B145-4143-A39A-25FE8995E041}" presName="Name9" presStyleLbl="parChTrans1D2" presStyleIdx="2" presStyleCnt="6"/>
      <dgm:spPr/>
      <dgm:t>
        <a:bodyPr/>
        <a:lstStyle/>
        <a:p>
          <a:endParaRPr lang="en-US"/>
        </a:p>
      </dgm:t>
    </dgm:pt>
    <dgm:pt modelId="{B3940CFA-34A0-4FD4-AAAD-891BD1374E2B}" type="pres">
      <dgm:prSet presAssocID="{5B6BDD89-B145-4143-A39A-25FE8995E041}" presName="connTx" presStyleLbl="parChTrans1D2" presStyleIdx="2" presStyleCnt="6"/>
      <dgm:spPr/>
      <dgm:t>
        <a:bodyPr/>
        <a:lstStyle/>
        <a:p>
          <a:endParaRPr lang="en-US"/>
        </a:p>
      </dgm:t>
    </dgm:pt>
    <dgm:pt modelId="{274DDB65-26B2-4651-9B3B-EE32FEFF31B1}" type="pres">
      <dgm:prSet presAssocID="{93F26A6F-5B67-46EE-A478-A63BC660EE80}" presName="node" presStyleLbl="node1" presStyleIdx="2" presStyleCnt="6" custScaleX="169497" custRadScaleRad="151838" custRadScaleInc="-38029">
        <dgm:presLayoutVars>
          <dgm:bulletEnabled val="1"/>
        </dgm:presLayoutVars>
      </dgm:prSet>
      <dgm:spPr/>
      <dgm:t>
        <a:bodyPr/>
        <a:lstStyle/>
        <a:p>
          <a:endParaRPr lang="en-US"/>
        </a:p>
      </dgm:t>
    </dgm:pt>
    <dgm:pt modelId="{DF361DD7-B5C8-43A4-B937-1896A414D255}" type="pres">
      <dgm:prSet presAssocID="{4D847E9F-BE21-4C72-A6D7-573983048B2B}" presName="Name9" presStyleLbl="parChTrans1D2" presStyleIdx="3" presStyleCnt="6"/>
      <dgm:spPr/>
      <dgm:t>
        <a:bodyPr/>
        <a:lstStyle/>
        <a:p>
          <a:endParaRPr lang="en-US"/>
        </a:p>
      </dgm:t>
    </dgm:pt>
    <dgm:pt modelId="{AD788278-9973-47F4-9F6B-EAB2E5D19B01}" type="pres">
      <dgm:prSet presAssocID="{4D847E9F-BE21-4C72-A6D7-573983048B2B}" presName="connTx" presStyleLbl="parChTrans1D2" presStyleIdx="3" presStyleCnt="6"/>
      <dgm:spPr/>
      <dgm:t>
        <a:bodyPr/>
        <a:lstStyle/>
        <a:p>
          <a:endParaRPr lang="en-US"/>
        </a:p>
      </dgm:t>
    </dgm:pt>
    <dgm:pt modelId="{25A00760-A05A-4ACE-AE24-FBFFB4D01C7E}" type="pres">
      <dgm:prSet presAssocID="{A3A1AF7B-D877-4FC6-A801-0032D1CDCC95}" presName="node" presStyleLbl="node1" presStyleIdx="3" presStyleCnt="6" custScaleX="251070" custRadScaleRad="92933" custRadScaleInc="8003">
        <dgm:presLayoutVars>
          <dgm:bulletEnabled val="1"/>
        </dgm:presLayoutVars>
      </dgm:prSet>
      <dgm:spPr/>
      <dgm:t>
        <a:bodyPr/>
        <a:lstStyle/>
        <a:p>
          <a:endParaRPr lang="en-US"/>
        </a:p>
      </dgm:t>
    </dgm:pt>
    <dgm:pt modelId="{18FD700E-A95C-4A9C-B5CC-FE1BF4CFCF37}" type="pres">
      <dgm:prSet presAssocID="{995DB22E-0C9C-4DAE-ACE9-DDA2C5372F74}" presName="Name9" presStyleLbl="parChTrans1D2" presStyleIdx="4" presStyleCnt="6"/>
      <dgm:spPr/>
      <dgm:t>
        <a:bodyPr/>
        <a:lstStyle/>
        <a:p>
          <a:endParaRPr lang="en-US"/>
        </a:p>
      </dgm:t>
    </dgm:pt>
    <dgm:pt modelId="{0C711998-10A3-4691-A1B6-0505BAC53535}" type="pres">
      <dgm:prSet presAssocID="{995DB22E-0C9C-4DAE-ACE9-DDA2C5372F74}" presName="connTx" presStyleLbl="parChTrans1D2" presStyleIdx="4" presStyleCnt="6"/>
      <dgm:spPr/>
      <dgm:t>
        <a:bodyPr/>
        <a:lstStyle/>
        <a:p>
          <a:endParaRPr lang="en-US"/>
        </a:p>
      </dgm:t>
    </dgm:pt>
    <dgm:pt modelId="{F10FA942-F1AC-43E1-ABD3-3C9D0D558589}" type="pres">
      <dgm:prSet presAssocID="{3E4B4821-26C4-48AB-8E78-0DB87993BF52}" presName="node" presStyleLbl="node1" presStyleIdx="4" presStyleCnt="6" custScaleX="184115" custRadScaleRad="147811" custRadScaleInc="50220">
        <dgm:presLayoutVars>
          <dgm:bulletEnabled val="1"/>
        </dgm:presLayoutVars>
      </dgm:prSet>
      <dgm:spPr/>
      <dgm:t>
        <a:bodyPr/>
        <a:lstStyle/>
        <a:p>
          <a:endParaRPr lang="en-US"/>
        </a:p>
      </dgm:t>
    </dgm:pt>
    <dgm:pt modelId="{8C7CF913-F6F8-4AB2-B0FD-479DB633EC3A}" type="pres">
      <dgm:prSet presAssocID="{C2A1A9C2-0403-40DC-86E1-7D1904AEF736}" presName="Name9" presStyleLbl="parChTrans1D2" presStyleIdx="5" presStyleCnt="6"/>
      <dgm:spPr/>
      <dgm:t>
        <a:bodyPr/>
        <a:lstStyle/>
        <a:p>
          <a:endParaRPr lang="en-US"/>
        </a:p>
      </dgm:t>
    </dgm:pt>
    <dgm:pt modelId="{D9BA0F63-FB93-44A8-B060-9C1AC194BB2D}" type="pres">
      <dgm:prSet presAssocID="{C2A1A9C2-0403-40DC-86E1-7D1904AEF736}" presName="connTx" presStyleLbl="parChTrans1D2" presStyleIdx="5" presStyleCnt="6"/>
      <dgm:spPr/>
      <dgm:t>
        <a:bodyPr/>
        <a:lstStyle/>
        <a:p>
          <a:endParaRPr lang="en-US"/>
        </a:p>
      </dgm:t>
    </dgm:pt>
    <dgm:pt modelId="{5D8D424D-5A56-4185-B48D-6FFE5D4F3270}" type="pres">
      <dgm:prSet presAssocID="{7E09F846-EA22-4709-9D36-447CE94C08A6}" presName="node" presStyleLbl="node1" presStyleIdx="5" presStyleCnt="6" custScaleX="185259" custRadScaleRad="150152" custRadScaleInc="-32223">
        <dgm:presLayoutVars>
          <dgm:bulletEnabled val="1"/>
        </dgm:presLayoutVars>
      </dgm:prSet>
      <dgm:spPr/>
      <dgm:t>
        <a:bodyPr/>
        <a:lstStyle/>
        <a:p>
          <a:endParaRPr lang="en-US"/>
        </a:p>
      </dgm:t>
    </dgm:pt>
  </dgm:ptLst>
  <dgm:cxnLst>
    <dgm:cxn modelId="{EC9F5781-DE33-4BF2-9999-E3B5F5E6C6F6}" srcId="{294C95DF-F9FF-4A1E-B6DE-B757E7EDF30D}" destId="{A3A1AF7B-D877-4FC6-A801-0032D1CDCC95}" srcOrd="3" destOrd="0" parTransId="{4D847E9F-BE21-4C72-A6D7-573983048B2B}" sibTransId="{51283397-C3A7-4150-983C-8C24EF514A80}"/>
    <dgm:cxn modelId="{75D002AF-D63C-4DFF-99CE-F5F5A03201FF}" type="presOf" srcId="{5B6BDD89-B145-4143-A39A-25FE8995E041}" destId="{B3940CFA-34A0-4FD4-AAAD-891BD1374E2B}" srcOrd="1" destOrd="0" presId="urn:microsoft.com/office/officeart/2005/8/layout/radial1"/>
    <dgm:cxn modelId="{81C4F094-F296-4642-99DC-C5A759C8BC70}" type="presOf" srcId="{4D847E9F-BE21-4C72-A6D7-573983048B2B}" destId="{AD788278-9973-47F4-9F6B-EAB2E5D19B01}" srcOrd="1" destOrd="0" presId="urn:microsoft.com/office/officeart/2005/8/layout/radial1"/>
    <dgm:cxn modelId="{CBFA7D48-061D-42A5-8105-5116DB49EEB3}" srcId="{294C95DF-F9FF-4A1E-B6DE-B757E7EDF30D}" destId="{9B227C3E-94D4-44EA-A318-5FD89CDACAC9}" srcOrd="0" destOrd="0" parTransId="{3E70169A-1E1B-4124-91F2-6C83BEA6E032}" sibTransId="{85B7DE49-E093-46E3-AAF0-6A6D67648E02}"/>
    <dgm:cxn modelId="{652BFE44-682A-4746-B988-7D93485E1D5A}" type="presOf" srcId="{71C13F6B-EC4E-4A7D-B743-1A1AC1E54196}" destId="{830304DF-32A7-427C-AA62-962A1B72DC63}" srcOrd="0" destOrd="0" presId="urn:microsoft.com/office/officeart/2005/8/layout/radial1"/>
    <dgm:cxn modelId="{EC94311D-7F17-48B1-9E4D-3115425549F2}" type="presOf" srcId="{7E09F846-EA22-4709-9D36-447CE94C08A6}" destId="{5D8D424D-5A56-4185-B48D-6FFE5D4F3270}" srcOrd="0" destOrd="0" presId="urn:microsoft.com/office/officeart/2005/8/layout/radial1"/>
    <dgm:cxn modelId="{43B4EF4B-1B01-48B6-AD5C-12BD8CC1F9B3}" type="presOf" srcId="{C2A1A9C2-0403-40DC-86E1-7D1904AEF736}" destId="{8C7CF913-F6F8-4AB2-B0FD-479DB633EC3A}" srcOrd="0" destOrd="0" presId="urn:microsoft.com/office/officeart/2005/8/layout/radial1"/>
    <dgm:cxn modelId="{A646F50F-AF0C-4F98-9F41-82E8E3F9104F}" srcId="{294C95DF-F9FF-4A1E-B6DE-B757E7EDF30D}" destId="{920C2496-0CB6-4A03-927B-6DD2D78C3C0C}" srcOrd="1" destOrd="0" parTransId="{71C13F6B-EC4E-4A7D-B743-1A1AC1E54196}" sibTransId="{D79EF224-0E36-4590-91FC-0474460C7476}"/>
    <dgm:cxn modelId="{B3A97A48-8E3E-40BF-9D90-6A97FA0E84F8}" type="presOf" srcId="{5B6BDD89-B145-4143-A39A-25FE8995E041}" destId="{50E2E09D-A21D-465A-9049-2394A14580EC}" srcOrd="0" destOrd="0" presId="urn:microsoft.com/office/officeart/2005/8/layout/radial1"/>
    <dgm:cxn modelId="{D5060001-7F09-43A8-94A7-4B0EDB59CE59}" srcId="{C151ECE2-E40C-462E-814E-898085E160B7}" destId="{294C95DF-F9FF-4A1E-B6DE-B757E7EDF30D}" srcOrd="0" destOrd="0" parTransId="{04937489-333A-443B-9D1F-3361AD24BA2A}" sibTransId="{241D9AD2-A2AE-463C-BF13-07CC8C1295AB}"/>
    <dgm:cxn modelId="{2909DD27-A9D8-4E41-B0F4-44A9FF5F1C49}" type="presOf" srcId="{4D847E9F-BE21-4C72-A6D7-573983048B2B}" destId="{DF361DD7-B5C8-43A4-B937-1896A414D255}" srcOrd="0" destOrd="0" presId="urn:microsoft.com/office/officeart/2005/8/layout/radial1"/>
    <dgm:cxn modelId="{DCC9969D-4DE9-4F0F-BEF1-A4C85FF8D693}" type="presOf" srcId="{3E70169A-1E1B-4124-91F2-6C83BEA6E032}" destId="{B46C0EB0-1BB8-42F3-8ECF-1955039876F2}" srcOrd="1" destOrd="0" presId="urn:microsoft.com/office/officeart/2005/8/layout/radial1"/>
    <dgm:cxn modelId="{56749426-DAED-4697-BCEB-BC7AE94CBEAB}" type="presOf" srcId="{995DB22E-0C9C-4DAE-ACE9-DDA2C5372F74}" destId="{18FD700E-A95C-4A9C-B5CC-FE1BF4CFCF37}" srcOrd="0" destOrd="0" presId="urn:microsoft.com/office/officeart/2005/8/layout/radial1"/>
    <dgm:cxn modelId="{44A25915-9F56-4DF5-A716-459C072EF40E}" srcId="{294C95DF-F9FF-4A1E-B6DE-B757E7EDF30D}" destId="{7E09F846-EA22-4709-9D36-447CE94C08A6}" srcOrd="5" destOrd="0" parTransId="{C2A1A9C2-0403-40DC-86E1-7D1904AEF736}" sibTransId="{21426C6A-45F1-4E5A-AB1B-30D706C148A3}"/>
    <dgm:cxn modelId="{21088081-A282-4E0D-A881-C1486C6A8D50}" type="presOf" srcId="{995DB22E-0C9C-4DAE-ACE9-DDA2C5372F74}" destId="{0C711998-10A3-4691-A1B6-0505BAC53535}" srcOrd="1" destOrd="0" presId="urn:microsoft.com/office/officeart/2005/8/layout/radial1"/>
    <dgm:cxn modelId="{6BC308E1-F627-43CA-8047-8198EBFFFC8A}" type="presOf" srcId="{A3A1AF7B-D877-4FC6-A801-0032D1CDCC95}" destId="{25A00760-A05A-4ACE-AE24-FBFFB4D01C7E}" srcOrd="0" destOrd="0" presId="urn:microsoft.com/office/officeart/2005/8/layout/radial1"/>
    <dgm:cxn modelId="{8C29D90C-5526-4726-BECB-DBFA4B11DC19}" type="presOf" srcId="{C2A1A9C2-0403-40DC-86E1-7D1904AEF736}" destId="{D9BA0F63-FB93-44A8-B060-9C1AC194BB2D}" srcOrd="1" destOrd="0" presId="urn:microsoft.com/office/officeart/2005/8/layout/radial1"/>
    <dgm:cxn modelId="{612027B3-DE0A-442A-B737-3C7885B68ED6}" type="presOf" srcId="{71C13F6B-EC4E-4A7D-B743-1A1AC1E54196}" destId="{0ADDE5A8-B429-446E-B2E1-12BC54A6D3BF}" srcOrd="1" destOrd="0" presId="urn:microsoft.com/office/officeart/2005/8/layout/radial1"/>
    <dgm:cxn modelId="{4169D249-530B-497C-A0FE-B03ABD0B8162}" type="presOf" srcId="{C151ECE2-E40C-462E-814E-898085E160B7}" destId="{D161D5E1-CDA2-4A32-ADBC-5002270EF026}" srcOrd="0" destOrd="0" presId="urn:microsoft.com/office/officeart/2005/8/layout/radial1"/>
    <dgm:cxn modelId="{B0DCD3CE-ACF9-4E1A-99D7-67445A8B84C3}" srcId="{294C95DF-F9FF-4A1E-B6DE-B757E7EDF30D}" destId="{93F26A6F-5B67-46EE-A478-A63BC660EE80}" srcOrd="2" destOrd="0" parTransId="{5B6BDD89-B145-4143-A39A-25FE8995E041}" sibTransId="{0E492158-0DC3-4A2C-B016-BC8B73635E85}"/>
    <dgm:cxn modelId="{4994E6B9-6EE0-4329-8454-4CDBFE2485DD}" type="presOf" srcId="{9B227C3E-94D4-44EA-A318-5FD89CDACAC9}" destId="{2E5D8183-F3FF-4E9D-A2FA-6220AC571A82}" srcOrd="0" destOrd="0" presId="urn:microsoft.com/office/officeart/2005/8/layout/radial1"/>
    <dgm:cxn modelId="{FA9261C3-700B-456B-B836-060A95C85FC1}" type="presOf" srcId="{93F26A6F-5B67-46EE-A478-A63BC660EE80}" destId="{274DDB65-26B2-4651-9B3B-EE32FEFF31B1}" srcOrd="0" destOrd="0" presId="urn:microsoft.com/office/officeart/2005/8/layout/radial1"/>
    <dgm:cxn modelId="{97FF43E3-8A61-4625-A81E-8D0FB485CE3D}" type="presOf" srcId="{294C95DF-F9FF-4A1E-B6DE-B757E7EDF30D}" destId="{89B2B5E9-B383-4CB0-8673-0AF1D1C99368}" srcOrd="0" destOrd="0" presId="urn:microsoft.com/office/officeart/2005/8/layout/radial1"/>
    <dgm:cxn modelId="{615A704A-96B2-467A-9D77-FFDB838C188D}" type="presOf" srcId="{3E70169A-1E1B-4124-91F2-6C83BEA6E032}" destId="{1F133F0D-30C5-4A8B-899F-C7000C6FB69A}" srcOrd="0" destOrd="0" presId="urn:microsoft.com/office/officeart/2005/8/layout/radial1"/>
    <dgm:cxn modelId="{269BA639-8672-40C5-B64F-29DD29FD8637}" type="presOf" srcId="{3E4B4821-26C4-48AB-8E78-0DB87993BF52}" destId="{F10FA942-F1AC-43E1-ABD3-3C9D0D558589}" srcOrd="0" destOrd="0" presId="urn:microsoft.com/office/officeart/2005/8/layout/radial1"/>
    <dgm:cxn modelId="{4D5EE563-EF2A-4220-87B0-F546BAA2DEF4}" srcId="{294C95DF-F9FF-4A1E-B6DE-B757E7EDF30D}" destId="{3E4B4821-26C4-48AB-8E78-0DB87993BF52}" srcOrd="4" destOrd="0" parTransId="{995DB22E-0C9C-4DAE-ACE9-DDA2C5372F74}" sibTransId="{05D56872-9EBB-4384-8488-022FDD05F5BA}"/>
    <dgm:cxn modelId="{82E461AB-3D4E-41E8-AB2E-3379103A6A95}" type="presOf" srcId="{920C2496-0CB6-4A03-927B-6DD2D78C3C0C}" destId="{C8691B6F-765C-46B8-AE2B-4FA39EF805FC}" srcOrd="0" destOrd="0" presId="urn:microsoft.com/office/officeart/2005/8/layout/radial1"/>
    <dgm:cxn modelId="{3D97A98F-5392-4641-9C6A-F3B83E190225}" type="presParOf" srcId="{D161D5E1-CDA2-4A32-ADBC-5002270EF026}" destId="{89B2B5E9-B383-4CB0-8673-0AF1D1C99368}" srcOrd="0" destOrd="0" presId="urn:microsoft.com/office/officeart/2005/8/layout/radial1"/>
    <dgm:cxn modelId="{AEF078D6-B441-42F2-89ED-FE98E6427C13}" type="presParOf" srcId="{D161D5E1-CDA2-4A32-ADBC-5002270EF026}" destId="{1F133F0D-30C5-4A8B-899F-C7000C6FB69A}" srcOrd="1" destOrd="0" presId="urn:microsoft.com/office/officeart/2005/8/layout/radial1"/>
    <dgm:cxn modelId="{99F4A2AD-3105-4082-A2DC-D8115FF8A45B}" type="presParOf" srcId="{1F133F0D-30C5-4A8B-899F-C7000C6FB69A}" destId="{B46C0EB0-1BB8-42F3-8ECF-1955039876F2}" srcOrd="0" destOrd="0" presId="urn:microsoft.com/office/officeart/2005/8/layout/radial1"/>
    <dgm:cxn modelId="{C583A530-F892-4F4D-8E81-9BAECE0D3821}" type="presParOf" srcId="{D161D5E1-CDA2-4A32-ADBC-5002270EF026}" destId="{2E5D8183-F3FF-4E9D-A2FA-6220AC571A82}" srcOrd="2" destOrd="0" presId="urn:microsoft.com/office/officeart/2005/8/layout/radial1"/>
    <dgm:cxn modelId="{907233DC-CD83-4C6F-BA28-03B38524DFD2}" type="presParOf" srcId="{D161D5E1-CDA2-4A32-ADBC-5002270EF026}" destId="{830304DF-32A7-427C-AA62-962A1B72DC63}" srcOrd="3" destOrd="0" presId="urn:microsoft.com/office/officeart/2005/8/layout/radial1"/>
    <dgm:cxn modelId="{5A4D6E0B-5674-47E8-9BF5-54703744A5D2}" type="presParOf" srcId="{830304DF-32A7-427C-AA62-962A1B72DC63}" destId="{0ADDE5A8-B429-446E-B2E1-12BC54A6D3BF}" srcOrd="0" destOrd="0" presId="urn:microsoft.com/office/officeart/2005/8/layout/radial1"/>
    <dgm:cxn modelId="{B3D9837D-CAF2-430C-9FFC-E1935E0AF70C}" type="presParOf" srcId="{D161D5E1-CDA2-4A32-ADBC-5002270EF026}" destId="{C8691B6F-765C-46B8-AE2B-4FA39EF805FC}" srcOrd="4" destOrd="0" presId="urn:microsoft.com/office/officeart/2005/8/layout/radial1"/>
    <dgm:cxn modelId="{6F5AD2F6-6331-4604-BE31-27D9414D2D91}" type="presParOf" srcId="{D161D5E1-CDA2-4A32-ADBC-5002270EF026}" destId="{50E2E09D-A21D-465A-9049-2394A14580EC}" srcOrd="5" destOrd="0" presId="urn:microsoft.com/office/officeart/2005/8/layout/radial1"/>
    <dgm:cxn modelId="{02DCAA52-F1EC-438B-B021-9E101700B1EA}" type="presParOf" srcId="{50E2E09D-A21D-465A-9049-2394A14580EC}" destId="{B3940CFA-34A0-4FD4-AAAD-891BD1374E2B}" srcOrd="0" destOrd="0" presId="urn:microsoft.com/office/officeart/2005/8/layout/radial1"/>
    <dgm:cxn modelId="{BF28D6F9-655F-4FA7-AEA4-85484D6092B8}" type="presParOf" srcId="{D161D5E1-CDA2-4A32-ADBC-5002270EF026}" destId="{274DDB65-26B2-4651-9B3B-EE32FEFF31B1}" srcOrd="6" destOrd="0" presId="urn:microsoft.com/office/officeart/2005/8/layout/radial1"/>
    <dgm:cxn modelId="{82CF9497-87CC-47F5-85CB-A45B5896576C}" type="presParOf" srcId="{D161D5E1-CDA2-4A32-ADBC-5002270EF026}" destId="{DF361DD7-B5C8-43A4-B937-1896A414D255}" srcOrd="7" destOrd="0" presId="urn:microsoft.com/office/officeart/2005/8/layout/radial1"/>
    <dgm:cxn modelId="{517435CF-9199-47AC-B495-CDA648CE7BBE}" type="presParOf" srcId="{DF361DD7-B5C8-43A4-B937-1896A414D255}" destId="{AD788278-9973-47F4-9F6B-EAB2E5D19B01}" srcOrd="0" destOrd="0" presId="urn:microsoft.com/office/officeart/2005/8/layout/radial1"/>
    <dgm:cxn modelId="{B0C92C56-F7A7-4946-A2BB-EAF278426721}" type="presParOf" srcId="{D161D5E1-CDA2-4A32-ADBC-5002270EF026}" destId="{25A00760-A05A-4ACE-AE24-FBFFB4D01C7E}" srcOrd="8" destOrd="0" presId="urn:microsoft.com/office/officeart/2005/8/layout/radial1"/>
    <dgm:cxn modelId="{989A8166-63C6-4A8E-852A-30AC7A225F8A}" type="presParOf" srcId="{D161D5E1-CDA2-4A32-ADBC-5002270EF026}" destId="{18FD700E-A95C-4A9C-B5CC-FE1BF4CFCF37}" srcOrd="9" destOrd="0" presId="urn:microsoft.com/office/officeart/2005/8/layout/radial1"/>
    <dgm:cxn modelId="{91D6456B-7D7D-4459-ACD2-ADBF372C528F}" type="presParOf" srcId="{18FD700E-A95C-4A9C-B5CC-FE1BF4CFCF37}" destId="{0C711998-10A3-4691-A1B6-0505BAC53535}" srcOrd="0" destOrd="0" presId="urn:microsoft.com/office/officeart/2005/8/layout/radial1"/>
    <dgm:cxn modelId="{3616FA49-F0B3-4E02-994E-2FCDDA7018D5}" type="presParOf" srcId="{D161D5E1-CDA2-4A32-ADBC-5002270EF026}" destId="{F10FA942-F1AC-43E1-ABD3-3C9D0D558589}" srcOrd="10" destOrd="0" presId="urn:microsoft.com/office/officeart/2005/8/layout/radial1"/>
    <dgm:cxn modelId="{E3FD20B7-21BE-4C2F-9081-5E04A4EB6E8A}" type="presParOf" srcId="{D161D5E1-CDA2-4A32-ADBC-5002270EF026}" destId="{8C7CF913-F6F8-4AB2-B0FD-479DB633EC3A}" srcOrd="11" destOrd="0" presId="urn:microsoft.com/office/officeart/2005/8/layout/radial1"/>
    <dgm:cxn modelId="{B4E6C2D9-61C4-4109-B0CF-4341004042CD}" type="presParOf" srcId="{8C7CF913-F6F8-4AB2-B0FD-479DB633EC3A}" destId="{D9BA0F63-FB93-44A8-B060-9C1AC194BB2D}" srcOrd="0" destOrd="0" presId="urn:microsoft.com/office/officeart/2005/8/layout/radial1"/>
    <dgm:cxn modelId="{58D52A12-A187-4C08-A879-F31A51EA7364}" type="presParOf" srcId="{D161D5E1-CDA2-4A32-ADBC-5002270EF026}" destId="{5D8D424D-5A56-4185-B48D-6FFE5D4F3270}" srcOrd="12" destOrd="0" presId="urn:microsoft.com/office/officeart/2005/8/layout/radial1"/>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EBDA183-EA1A-48E3-988F-F74F61BDFA08}" type="doc">
      <dgm:prSet loTypeId="urn:microsoft.com/office/officeart/2008/layout/RadialCluster" loCatId="cycle" qsTypeId="urn:microsoft.com/office/officeart/2005/8/quickstyle/simple3" qsCatId="simple" csTypeId="urn:microsoft.com/office/officeart/2005/8/colors/accent4_2" csCatId="accent4" phldr="1"/>
      <dgm:spPr/>
      <dgm:t>
        <a:bodyPr/>
        <a:lstStyle/>
        <a:p>
          <a:endParaRPr lang="en-US"/>
        </a:p>
      </dgm:t>
    </dgm:pt>
    <dgm:pt modelId="{86B9E450-88D3-4218-ABF9-0BA9CD2C37A7}">
      <dgm:prSet phldrT="[Text]"/>
      <dgm:spPr/>
      <dgm:t>
        <a:bodyPr/>
        <a:lstStyle/>
        <a:p>
          <a:r>
            <a:rPr lang="en-US" dirty="0" smtClean="0"/>
            <a:t>LangChain</a:t>
          </a:r>
          <a:endParaRPr lang="en-US" dirty="0"/>
        </a:p>
      </dgm:t>
    </dgm:pt>
    <dgm:pt modelId="{8EC8BD22-C6AF-4F90-9524-3290B383A414}" type="parTrans" cxnId="{EBE28C33-FEAA-4445-B271-D85534C6CF17}">
      <dgm:prSet/>
      <dgm:spPr/>
      <dgm:t>
        <a:bodyPr/>
        <a:lstStyle/>
        <a:p>
          <a:endParaRPr lang="en-US"/>
        </a:p>
      </dgm:t>
    </dgm:pt>
    <dgm:pt modelId="{8A0D6A1B-363A-4456-84D6-AABA0AF2B5F7}" type="sibTrans" cxnId="{EBE28C33-FEAA-4445-B271-D85534C6CF17}">
      <dgm:prSet/>
      <dgm:spPr/>
      <dgm:t>
        <a:bodyPr/>
        <a:lstStyle/>
        <a:p>
          <a:endParaRPr lang="en-US"/>
        </a:p>
      </dgm:t>
    </dgm:pt>
    <dgm:pt modelId="{48C1705B-6AF2-44C3-AE67-8370732A8C60}">
      <dgm:prSet phldrT="[Text]"/>
      <dgm:spPr/>
      <dgm:t>
        <a:bodyPr/>
        <a:lstStyle/>
        <a:p>
          <a:r>
            <a:rPr lang="en-US" dirty="0" smtClean="0"/>
            <a:t>Tools</a:t>
          </a:r>
          <a:endParaRPr lang="en-US" dirty="0"/>
        </a:p>
      </dgm:t>
    </dgm:pt>
    <dgm:pt modelId="{64AD66CD-3F62-40C3-B3B1-43EF40852CE7}" type="parTrans" cxnId="{C1C50CC9-D85A-41FD-89B1-2F56173F1FC0}">
      <dgm:prSet/>
      <dgm:spPr/>
      <dgm:t>
        <a:bodyPr/>
        <a:lstStyle/>
        <a:p>
          <a:endParaRPr lang="en-US"/>
        </a:p>
      </dgm:t>
    </dgm:pt>
    <dgm:pt modelId="{5EF27B0F-E621-497B-8E04-6D6C317B8158}" type="sibTrans" cxnId="{C1C50CC9-D85A-41FD-89B1-2F56173F1FC0}">
      <dgm:prSet/>
      <dgm:spPr/>
      <dgm:t>
        <a:bodyPr/>
        <a:lstStyle/>
        <a:p>
          <a:endParaRPr lang="en-US"/>
        </a:p>
      </dgm:t>
    </dgm:pt>
    <dgm:pt modelId="{431E38AB-4E14-46E8-969C-136C85F3CF06}">
      <dgm:prSet phldrT="[Text]" custT="1"/>
      <dgm:spPr/>
      <dgm:t>
        <a:bodyPr/>
        <a:lstStyle/>
        <a:p>
          <a:r>
            <a:rPr lang="en-US" sz="1800" dirty="0" smtClean="0"/>
            <a:t>Agents</a:t>
          </a:r>
          <a:endParaRPr lang="en-US" sz="1800" dirty="0"/>
        </a:p>
      </dgm:t>
    </dgm:pt>
    <dgm:pt modelId="{25DF76CA-0D67-4F1C-8B2B-BE21437B900C}" type="parTrans" cxnId="{585EE5DE-CD15-442E-BB84-0CCC6D01D9AB}">
      <dgm:prSet/>
      <dgm:spPr/>
      <dgm:t>
        <a:bodyPr/>
        <a:lstStyle/>
        <a:p>
          <a:endParaRPr lang="en-US"/>
        </a:p>
      </dgm:t>
    </dgm:pt>
    <dgm:pt modelId="{E28B57ED-50A3-42D0-9399-D114CAAFF535}" type="sibTrans" cxnId="{585EE5DE-CD15-442E-BB84-0CCC6D01D9AB}">
      <dgm:prSet/>
      <dgm:spPr/>
      <dgm:t>
        <a:bodyPr/>
        <a:lstStyle/>
        <a:p>
          <a:endParaRPr lang="en-US"/>
        </a:p>
      </dgm:t>
    </dgm:pt>
    <dgm:pt modelId="{D1F3DA70-8BF6-4AA8-ACDE-CF494FDA277F}">
      <dgm:prSet phldrT="[Text]" custT="1"/>
      <dgm:spPr/>
      <dgm:t>
        <a:bodyPr/>
        <a:lstStyle/>
        <a:p>
          <a:r>
            <a:rPr lang="en-US" sz="1800" dirty="0" smtClean="0"/>
            <a:t>LLMs</a:t>
          </a:r>
          <a:endParaRPr lang="en-US" sz="1800" dirty="0"/>
        </a:p>
      </dgm:t>
    </dgm:pt>
    <dgm:pt modelId="{64827C93-1DF9-4B6D-A1D1-A5BA5040DF40}" type="parTrans" cxnId="{1B975B39-DC28-4827-8BF2-EBDDED51D4AB}">
      <dgm:prSet/>
      <dgm:spPr/>
      <dgm:t>
        <a:bodyPr/>
        <a:lstStyle/>
        <a:p>
          <a:endParaRPr lang="en-US"/>
        </a:p>
      </dgm:t>
    </dgm:pt>
    <dgm:pt modelId="{664E3187-FED4-44B1-B534-1DF9DD11C28D}" type="sibTrans" cxnId="{1B975B39-DC28-4827-8BF2-EBDDED51D4AB}">
      <dgm:prSet/>
      <dgm:spPr/>
      <dgm:t>
        <a:bodyPr/>
        <a:lstStyle/>
        <a:p>
          <a:endParaRPr lang="en-US"/>
        </a:p>
      </dgm:t>
    </dgm:pt>
    <dgm:pt modelId="{70E75E3D-8FEF-465D-A9A4-3126B10989FA}">
      <dgm:prSet phldrT="[Text]" custT="1"/>
      <dgm:spPr/>
      <dgm:t>
        <a:bodyPr/>
        <a:lstStyle/>
        <a:p>
          <a:r>
            <a:rPr lang="en-US" sz="1600" dirty="0" smtClean="0"/>
            <a:t>Zep</a:t>
          </a:r>
        </a:p>
        <a:p>
          <a:r>
            <a:rPr lang="en-US" sz="1600" dirty="0" smtClean="0"/>
            <a:t>Memory</a:t>
          </a:r>
          <a:endParaRPr lang="en-US" sz="1600" dirty="0"/>
        </a:p>
      </dgm:t>
    </dgm:pt>
    <dgm:pt modelId="{5DD044FC-EF30-4DDC-97C4-A0D76CDB551E}" type="parTrans" cxnId="{8928755E-ACA6-483E-971E-540DBDC87B10}">
      <dgm:prSet/>
      <dgm:spPr/>
      <dgm:t>
        <a:bodyPr/>
        <a:lstStyle/>
        <a:p>
          <a:endParaRPr lang="en-US"/>
        </a:p>
      </dgm:t>
    </dgm:pt>
    <dgm:pt modelId="{A0B375B5-BD42-4DA4-99D0-3C8FE0DF7BC7}" type="sibTrans" cxnId="{8928755E-ACA6-483E-971E-540DBDC87B10}">
      <dgm:prSet/>
      <dgm:spPr/>
      <dgm:t>
        <a:bodyPr/>
        <a:lstStyle/>
        <a:p>
          <a:endParaRPr lang="en-US"/>
        </a:p>
      </dgm:t>
    </dgm:pt>
    <dgm:pt modelId="{3481FCD8-0127-4ABE-9E79-B7E04D1CA5DC}">
      <dgm:prSet phldrT="[Text]" custT="1"/>
      <dgm:spPr/>
      <dgm:t>
        <a:bodyPr/>
        <a:lstStyle/>
        <a:p>
          <a:r>
            <a:rPr lang="en-US" sz="1600" dirty="0" smtClean="0"/>
            <a:t>AIPulgin</a:t>
          </a:r>
        </a:p>
        <a:p>
          <a:r>
            <a:rPr lang="en-US" sz="1600" dirty="0" smtClean="0"/>
            <a:t>Tool</a:t>
          </a:r>
          <a:endParaRPr lang="en-US" sz="1600" dirty="0"/>
        </a:p>
      </dgm:t>
    </dgm:pt>
    <dgm:pt modelId="{6CDCAEF4-7585-48EC-A7B6-C35DD31BFDDA}" type="parTrans" cxnId="{A96771F8-39C3-4CAE-B2D7-4B43C8C73B00}">
      <dgm:prSet/>
      <dgm:spPr/>
      <dgm:t>
        <a:bodyPr/>
        <a:lstStyle/>
        <a:p>
          <a:endParaRPr lang="en-US"/>
        </a:p>
      </dgm:t>
    </dgm:pt>
    <dgm:pt modelId="{21181462-6BE4-4F8A-B4D1-437A88C254F4}" type="sibTrans" cxnId="{A96771F8-39C3-4CAE-B2D7-4B43C8C73B00}">
      <dgm:prSet/>
      <dgm:spPr/>
      <dgm:t>
        <a:bodyPr/>
        <a:lstStyle/>
        <a:p>
          <a:endParaRPr lang="en-US"/>
        </a:p>
      </dgm:t>
    </dgm:pt>
    <dgm:pt modelId="{8BEC7D2A-268B-4D07-87D2-56B04142E2A8}">
      <dgm:prSet phldrT="[Text]" custT="1"/>
      <dgm:spPr/>
      <dgm:t>
        <a:bodyPr/>
        <a:lstStyle/>
        <a:p>
          <a:r>
            <a:rPr lang="en-US" sz="1600" dirty="0" smtClean="0"/>
            <a:t>DuckDuck</a:t>
          </a:r>
        </a:p>
        <a:p>
          <a:r>
            <a:rPr lang="en-US" sz="1600" dirty="0" smtClean="0"/>
            <a:t>GoSearchRun</a:t>
          </a:r>
          <a:endParaRPr lang="en-US" sz="1600" dirty="0"/>
        </a:p>
      </dgm:t>
    </dgm:pt>
    <dgm:pt modelId="{0B99C1DB-A2FC-40CB-9922-52FF1F3B3129}" type="parTrans" cxnId="{B12D7A76-48AA-403D-8390-8A69CC5573D9}">
      <dgm:prSet/>
      <dgm:spPr/>
      <dgm:t>
        <a:bodyPr/>
        <a:lstStyle/>
        <a:p>
          <a:endParaRPr lang="en-US"/>
        </a:p>
      </dgm:t>
    </dgm:pt>
    <dgm:pt modelId="{B142584E-3094-471F-AB3A-639D096482F0}" type="sibTrans" cxnId="{B12D7A76-48AA-403D-8390-8A69CC5573D9}">
      <dgm:prSet/>
      <dgm:spPr/>
      <dgm:t>
        <a:bodyPr/>
        <a:lstStyle/>
        <a:p>
          <a:endParaRPr lang="en-US"/>
        </a:p>
      </dgm:t>
    </dgm:pt>
    <dgm:pt modelId="{B3BA966F-7A33-4567-AB8C-21297A87F70D}">
      <dgm:prSet phldrT="[Text]"/>
      <dgm:spPr/>
      <dgm:t>
        <a:bodyPr/>
        <a:lstStyle/>
        <a:p>
          <a:r>
            <a:rPr lang="en-US" dirty="0" smtClean="0"/>
            <a:t>Memory</a:t>
          </a:r>
          <a:endParaRPr lang="en-US" dirty="0"/>
        </a:p>
      </dgm:t>
    </dgm:pt>
    <dgm:pt modelId="{0049D9EF-FAB3-45EB-8C33-BFBED142E1AD}" type="parTrans" cxnId="{9510EAD0-0592-47E8-A2B8-6F71487178BB}">
      <dgm:prSet/>
      <dgm:spPr/>
      <dgm:t>
        <a:bodyPr/>
        <a:lstStyle/>
        <a:p>
          <a:endParaRPr lang="en-US"/>
        </a:p>
      </dgm:t>
    </dgm:pt>
    <dgm:pt modelId="{486A12AA-8C8B-454B-9775-78CF43210A19}" type="sibTrans" cxnId="{9510EAD0-0592-47E8-A2B8-6F71487178BB}">
      <dgm:prSet/>
      <dgm:spPr/>
      <dgm:t>
        <a:bodyPr/>
        <a:lstStyle/>
        <a:p>
          <a:endParaRPr lang="en-US"/>
        </a:p>
      </dgm:t>
    </dgm:pt>
    <dgm:pt modelId="{C7DCAE32-C04E-494B-AEAB-F894DC59C81C}">
      <dgm:prSet phldrT="[Text]" custT="1"/>
      <dgm:spPr/>
      <dgm:t>
        <a:bodyPr/>
        <a:lstStyle/>
        <a:p>
          <a:r>
            <a:rPr lang="en-US" sz="1600" dirty="0" smtClean="0"/>
            <a:t>Vector</a:t>
          </a:r>
        </a:p>
        <a:p>
          <a:r>
            <a:rPr lang="en-US" sz="1600" dirty="0" smtClean="0"/>
            <a:t>Store</a:t>
          </a:r>
        </a:p>
        <a:p>
          <a:r>
            <a:rPr lang="en-US" sz="1600" dirty="0" smtClean="0"/>
            <a:t>Retrieve</a:t>
          </a:r>
        </a:p>
        <a:p>
          <a:r>
            <a:rPr lang="en-US" sz="1600" dirty="0" smtClean="0"/>
            <a:t>Memory</a:t>
          </a:r>
          <a:endParaRPr lang="en-US" sz="1600" dirty="0"/>
        </a:p>
      </dgm:t>
    </dgm:pt>
    <dgm:pt modelId="{D6A27FEE-B84B-4D35-BCF9-F853C6560AB3}" type="parTrans" cxnId="{CCE1961A-54F6-4E28-A895-577C7F535C20}">
      <dgm:prSet/>
      <dgm:spPr/>
      <dgm:t>
        <a:bodyPr/>
        <a:lstStyle/>
        <a:p>
          <a:endParaRPr lang="en-US"/>
        </a:p>
      </dgm:t>
    </dgm:pt>
    <dgm:pt modelId="{DCFDE651-C4CE-43F8-B4FB-BC9CEE6CCB84}" type="sibTrans" cxnId="{CCE1961A-54F6-4E28-A895-577C7F535C20}">
      <dgm:prSet/>
      <dgm:spPr/>
      <dgm:t>
        <a:bodyPr/>
        <a:lstStyle/>
        <a:p>
          <a:endParaRPr lang="en-US"/>
        </a:p>
      </dgm:t>
    </dgm:pt>
    <dgm:pt modelId="{1D64CA66-F4FF-458C-A329-FB36CA667828}">
      <dgm:prSet phldrT="[Text]" custT="1"/>
      <dgm:spPr/>
      <dgm:t>
        <a:bodyPr/>
        <a:lstStyle/>
        <a:p>
          <a:r>
            <a:rPr lang="en-US" sz="1600" dirty="0" smtClean="0"/>
            <a:t>Conservation</a:t>
          </a:r>
        </a:p>
        <a:p>
          <a:r>
            <a:rPr lang="en-US" sz="1600" dirty="0" smtClean="0"/>
            <a:t>Buffer</a:t>
          </a:r>
        </a:p>
        <a:p>
          <a:r>
            <a:rPr lang="en-US" sz="1600" dirty="0" smtClean="0"/>
            <a:t>memory</a:t>
          </a:r>
          <a:endParaRPr lang="en-US" sz="1600" dirty="0"/>
        </a:p>
      </dgm:t>
    </dgm:pt>
    <dgm:pt modelId="{CBC1F7C2-8FE5-4CED-BF53-FDB06FD38E16}" type="parTrans" cxnId="{E52352EC-3088-4B05-B20B-9C2851409D52}">
      <dgm:prSet/>
      <dgm:spPr/>
      <dgm:t>
        <a:bodyPr/>
        <a:lstStyle/>
        <a:p>
          <a:endParaRPr lang="en-US"/>
        </a:p>
      </dgm:t>
    </dgm:pt>
    <dgm:pt modelId="{3EB83CC0-52F5-4BBE-8B95-5249D7445B3D}" type="sibTrans" cxnId="{E52352EC-3088-4B05-B20B-9C2851409D52}">
      <dgm:prSet/>
      <dgm:spPr/>
      <dgm:t>
        <a:bodyPr/>
        <a:lstStyle/>
        <a:p>
          <a:endParaRPr lang="en-US"/>
        </a:p>
      </dgm:t>
    </dgm:pt>
    <dgm:pt modelId="{F23587B7-123B-40B9-AD79-C85ED78643ED}">
      <dgm:prSet phldrT="[Text]" custT="1"/>
      <dgm:spPr/>
      <dgm:t>
        <a:bodyPr/>
        <a:lstStyle/>
        <a:p>
          <a:r>
            <a:rPr lang="en-US" sz="1600" dirty="0" smtClean="0"/>
            <a:t>Conservation</a:t>
          </a:r>
        </a:p>
        <a:p>
          <a:r>
            <a:rPr lang="en-US" sz="1600" dirty="0" smtClean="0"/>
            <a:t>Summery</a:t>
          </a:r>
        </a:p>
        <a:p>
          <a:r>
            <a:rPr lang="en-US" sz="1600" dirty="0" smtClean="0"/>
            <a:t>Memory</a:t>
          </a:r>
          <a:endParaRPr lang="en-US" sz="1600" dirty="0"/>
        </a:p>
      </dgm:t>
    </dgm:pt>
    <dgm:pt modelId="{D648FC9D-58B7-4F8C-9A34-5953A23C16E2}" type="parTrans" cxnId="{7761F92C-51BB-4DA5-93E3-632E34106FFA}">
      <dgm:prSet/>
      <dgm:spPr/>
      <dgm:t>
        <a:bodyPr/>
        <a:lstStyle/>
        <a:p>
          <a:endParaRPr lang="en-US"/>
        </a:p>
      </dgm:t>
    </dgm:pt>
    <dgm:pt modelId="{BAF4CD7C-4673-4FCE-873E-6B86EA9FF068}" type="sibTrans" cxnId="{7761F92C-51BB-4DA5-93E3-632E34106FFA}">
      <dgm:prSet/>
      <dgm:spPr/>
      <dgm:t>
        <a:bodyPr/>
        <a:lstStyle/>
        <a:p>
          <a:endParaRPr lang="en-US"/>
        </a:p>
      </dgm:t>
    </dgm:pt>
    <dgm:pt modelId="{8F25AF35-CE98-490B-B67E-853AD08A966E}">
      <dgm:prSet phldrT="[Text]" custT="1"/>
      <dgm:spPr/>
      <dgm:t>
        <a:bodyPr/>
        <a:lstStyle/>
        <a:p>
          <a:r>
            <a:rPr lang="en-US" sz="1600" dirty="0" smtClean="0"/>
            <a:t>Conservation</a:t>
          </a:r>
        </a:p>
        <a:p>
          <a:r>
            <a:rPr lang="en-US" sz="1600" dirty="0" smtClean="0"/>
            <a:t>Buffer</a:t>
          </a:r>
        </a:p>
        <a:p>
          <a:r>
            <a:rPr lang="en-US" sz="1600" dirty="0" smtClean="0"/>
            <a:t>Window</a:t>
          </a:r>
        </a:p>
        <a:p>
          <a:r>
            <a:rPr lang="en-US" sz="1600" dirty="0" smtClean="0"/>
            <a:t>Memory</a:t>
          </a:r>
          <a:endParaRPr lang="en-US" sz="1600" dirty="0"/>
        </a:p>
      </dgm:t>
    </dgm:pt>
    <dgm:pt modelId="{04D88F1D-6766-4779-94E7-42319F2866FF}" type="parTrans" cxnId="{7CBB3DD8-5666-4CDA-9828-7ED96435478A}">
      <dgm:prSet/>
      <dgm:spPr/>
      <dgm:t>
        <a:bodyPr/>
        <a:lstStyle/>
        <a:p>
          <a:endParaRPr lang="en-US"/>
        </a:p>
      </dgm:t>
    </dgm:pt>
    <dgm:pt modelId="{4075E68B-11C4-451C-8E34-2FDD332E69E5}" type="sibTrans" cxnId="{7CBB3DD8-5666-4CDA-9828-7ED96435478A}">
      <dgm:prSet/>
      <dgm:spPr/>
      <dgm:t>
        <a:bodyPr/>
        <a:lstStyle/>
        <a:p>
          <a:endParaRPr lang="en-US"/>
        </a:p>
      </dgm:t>
    </dgm:pt>
    <dgm:pt modelId="{4D28E44B-38BB-47C5-9DAC-35B2A3DB0912}">
      <dgm:prSet phldrT="[Text]" custT="1"/>
      <dgm:spPr/>
      <dgm:t>
        <a:bodyPr/>
        <a:lstStyle/>
        <a:p>
          <a:r>
            <a:rPr lang="en-US" sz="1600" dirty="0" smtClean="0"/>
            <a:t>Load</a:t>
          </a:r>
        </a:p>
        <a:p>
          <a:r>
            <a:rPr lang="en-US" sz="1600" dirty="0" smtClean="0"/>
            <a:t>tools</a:t>
          </a:r>
          <a:endParaRPr lang="en-US" sz="1600" dirty="0"/>
        </a:p>
      </dgm:t>
    </dgm:pt>
    <dgm:pt modelId="{2AD583B3-6A47-4BC8-BB55-B006FF97F98A}" type="parTrans" cxnId="{312F11A0-91FF-468E-BF5C-4DE9BF161709}">
      <dgm:prSet/>
      <dgm:spPr/>
      <dgm:t>
        <a:bodyPr/>
        <a:lstStyle/>
        <a:p>
          <a:endParaRPr lang="en-US"/>
        </a:p>
      </dgm:t>
    </dgm:pt>
    <dgm:pt modelId="{5A9789AD-9919-4B84-A9E7-AF65CC581BC4}" type="sibTrans" cxnId="{312F11A0-91FF-468E-BF5C-4DE9BF161709}">
      <dgm:prSet/>
      <dgm:spPr/>
      <dgm:t>
        <a:bodyPr/>
        <a:lstStyle/>
        <a:p>
          <a:endParaRPr lang="en-US"/>
        </a:p>
      </dgm:t>
    </dgm:pt>
    <dgm:pt modelId="{88A0E4F0-9A12-4ACB-965D-0E23F9CB5112}">
      <dgm:prSet phldrT="[Text]" custT="1"/>
      <dgm:spPr/>
      <dgm:t>
        <a:bodyPr/>
        <a:lstStyle/>
        <a:p>
          <a:r>
            <a:rPr lang="en-US" sz="1600" dirty="0" smtClean="0"/>
            <a:t>Initialize</a:t>
          </a:r>
        </a:p>
        <a:p>
          <a:r>
            <a:rPr lang="en-US" sz="1600" dirty="0" smtClean="0"/>
            <a:t>Agent</a:t>
          </a:r>
          <a:endParaRPr lang="en-US" sz="1600" dirty="0"/>
        </a:p>
      </dgm:t>
    </dgm:pt>
    <dgm:pt modelId="{59F8AED6-BC5C-4B59-8B5B-54489CC172B6}" type="parTrans" cxnId="{96D833E3-9F9E-4E9C-9032-29A6E4D53395}">
      <dgm:prSet/>
      <dgm:spPr/>
      <dgm:t>
        <a:bodyPr/>
        <a:lstStyle/>
        <a:p>
          <a:endParaRPr lang="en-US"/>
        </a:p>
      </dgm:t>
    </dgm:pt>
    <dgm:pt modelId="{5D2B10B5-EF60-4095-99F9-4FA7A9A20143}" type="sibTrans" cxnId="{96D833E3-9F9E-4E9C-9032-29A6E4D53395}">
      <dgm:prSet/>
      <dgm:spPr/>
      <dgm:t>
        <a:bodyPr/>
        <a:lstStyle/>
        <a:p>
          <a:endParaRPr lang="en-US"/>
        </a:p>
      </dgm:t>
    </dgm:pt>
    <dgm:pt modelId="{71F4F07D-8527-4C1B-BBBA-5DAE34D98508}">
      <dgm:prSet phldrT="[Text]" custT="1"/>
      <dgm:spPr/>
      <dgm:t>
        <a:bodyPr/>
        <a:lstStyle/>
        <a:p>
          <a:r>
            <a:rPr lang="en-US" sz="1600" dirty="0" smtClean="0"/>
            <a:t>Prompt</a:t>
          </a:r>
          <a:endParaRPr lang="en-US" sz="1600" dirty="0"/>
        </a:p>
      </dgm:t>
    </dgm:pt>
    <dgm:pt modelId="{A3E871F3-DF94-4A9E-A8DB-D35867AD5AC8}" type="parTrans" cxnId="{2E9D66FF-FB14-4F0E-8756-C699B780C956}">
      <dgm:prSet/>
      <dgm:spPr/>
      <dgm:t>
        <a:bodyPr/>
        <a:lstStyle/>
        <a:p>
          <a:endParaRPr lang="en-US"/>
        </a:p>
      </dgm:t>
    </dgm:pt>
    <dgm:pt modelId="{DC6B64C6-628B-42C9-B60F-76A9479BA0E4}" type="sibTrans" cxnId="{2E9D66FF-FB14-4F0E-8756-C699B780C956}">
      <dgm:prSet/>
      <dgm:spPr/>
      <dgm:t>
        <a:bodyPr/>
        <a:lstStyle/>
        <a:p>
          <a:endParaRPr lang="en-US"/>
        </a:p>
      </dgm:t>
    </dgm:pt>
    <dgm:pt modelId="{5BD35809-9E6A-49E4-9FC6-5B0810707809}">
      <dgm:prSet phldrT="[Text]" custT="1"/>
      <dgm:spPr/>
      <dgm:t>
        <a:bodyPr/>
        <a:lstStyle/>
        <a:p>
          <a:r>
            <a:rPr lang="en-US" sz="1600" dirty="0" smtClean="0"/>
            <a:t>Open</a:t>
          </a:r>
        </a:p>
        <a:p>
          <a:r>
            <a:rPr lang="en-US" sz="1600" dirty="0" smtClean="0"/>
            <a:t>AI</a:t>
          </a:r>
          <a:endParaRPr lang="en-US" sz="1600" dirty="0"/>
        </a:p>
      </dgm:t>
    </dgm:pt>
    <dgm:pt modelId="{07596375-F813-4C4A-8726-E6F21E1933BE}" type="parTrans" cxnId="{D8306867-FDC7-45DE-A718-D6CBEF0CEE40}">
      <dgm:prSet/>
      <dgm:spPr/>
      <dgm:t>
        <a:bodyPr/>
        <a:lstStyle/>
        <a:p>
          <a:endParaRPr lang="en-US"/>
        </a:p>
      </dgm:t>
    </dgm:pt>
    <dgm:pt modelId="{31C62C76-4117-43D9-B348-ACD53D3152D5}" type="sibTrans" cxnId="{D8306867-FDC7-45DE-A718-D6CBEF0CEE40}">
      <dgm:prSet/>
      <dgm:spPr/>
      <dgm:t>
        <a:bodyPr/>
        <a:lstStyle/>
        <a:p>
          <a:endParaRPr lang="en-US"/>
        </a:p>
      </dgm:t>
    </dgm:pt>
    <dgm:pt modelId="{4EB0FDB4-680C-45A9-AEEA-82C259508C58}">
      <dgm:prSet phldrT="[Text]"/>
      <dgm:spPr/>
      <dgm:t>
        <a:bodyPr/>
        <a:lstStyle/>
        <a:p>
          <a:r>
            <a:rPr lang="en-US" dirty="0" smtClean="0"/>
            <a:t>Core</a:t>
          </a:r>
          <a:endParaRPr lang="en-US" dirty="0"/>
        </a:p>
      </dgm:t>
    </dgm:pt>
    <dgm:pt modelId="{2096782B-40C1-483F-89AC-FCDAA06E318B}" type="parTrans" cxnId="{FAFDF06C-115B-4123-BBD8-B5EBC60D9156}">
      <dgm:prSet/>
      <dgm:spPr/>
      <dgm:t>
        <a:bodyPr/>
        <a:lstStyle/>
        <a:p>
          <a:endParaRPr lang="en-US"/>
        </a:p>
      </dgm:t>
    </dgm:pt>
    <dgm:pt modelId="{0BD5A3BE-891A-4208-90C2-DBA451F725CC}" type="sibTrans" cxnId="{FAFDF06C-115B-4123-BBD8-B5EBC60D9156}">
      <dgm:prSet/>
      <dgm:spPr/>
      <dgm:t>
        <a:bodyPr/>
        <a:lstStyle/>
        <a:p>
          <a:endParaRPr lang="en-US"/>
        </a:p>
      </dgm:t>
    </dgm:pt>
    <dgm:pt modelId="{578C0F5F-39C4-4D3B-A6AE-2ACBB61A0EFD}">
      <dgm:prSet phldrT="[Text]" custT="1"/>
      <dgm:spPr/>
      <dgm:t>
        <a:bodyPr/>
        <a:lstStyle/>
        <a:p>
          <a:r>
            <a:rPr lang="en-US" sz="1600" dirty="0" smtClean="0"/>
            <a:t>Message</a:t>
          </a:r>
          <a:endParaRPr lang="en-US" sz="1600" dirty="0"/>
        </a:p>
      </dgm:t>
    </dgm:pt>
    <dgm:pt modelId="{A93B4DA4-4C3F-475F-B2F6-175379C4AD72}" type="parTrans" cxnId="{5A55511C-5792-4719-97FE-7E0C06DA7FF0}">
      <dgm:prSet/>
      <dgm:spPr/>
      <dgm:t>
        <a:bodyPr/>
        <a:lstStyle/>
        <a:p>
          <a:endParaRPr lang="en-US"/>
        </a:p>
      </dgm:t>
    </dgm:pt>
    <dgm:pt modelId="{74029DC5-1967-4B1B-ABCC-E805F330F2C3}" type="sibTrans" cxnId="{5A55511C-5792-4719-97FE-7E0C06DA7FF0}">
      <dgm:prSet/>
      <dgm:spPr/>
      <dgm:t>
        <a:bodyPr/>
        <a:lstStyle/>
        <a:p>
          <a:endParaRPr lang="en-US"/>
        </a:p>
      </dgm:t>
    </dgm:pt>
    <dgm:pt modelId="{E49F19A3-2A2F-46A3-94D5-5E6900D4547B}">
      <dgm:prSet phldrT="[Text]" custT="1"/>
      <dgm:spPr/>
      <dgm:t>
        <a:bodyPr/>
        <a:lstStyle/>
        <a:p>
          <a:r>
            <a:rPr lang="en-US" sz="1600" dirty="0" smtClean="0"/>
            <a:t>Runnable</a:t>
          </a:r>
          <a:endParaRPr lang="en-US" sz="1600" dirty="0"/>
        </a:p>
      </dgm:t>
    </dgm:pt>
    <dgm:pt modelId="{A8050A4A-3213-4885-8540-A5A05BF0F1CE}" type="parTrans" cxnId="{4E0D26D1-9960-40EA-9678-6678CACEEDCE}">
      <dgm:prSet/>
      <dgm:spPr/>
      <dgm:t>
        <a:bodyPr/>
        <a:lstStyle/>
        <a:p>
          <a:endParaRPr lang="en-US"/>
        </a:p>
      </dgm:t>
    </dgm:pt>
    <dgm:pt modelId="{0E7A82AF-4B00-4860-A9AD-AE1D1A34A04F}" type="sibTrans" cxnId="{4E0D26D1-9960-40EA-9678-6678CACEEDCE}">
      <dgm:prSet/>
      <dgm:spPr/>
      <dgm:t>
        <a:bodyPr/>
        <a:lstStyle/>
        <a:p>
          <a:endParaRPr lang="en-US"/>
        </a:p>
      </dgm:t>
    </dgm:pt>
    <dgm:pt modelId="{ACC54A2E-7AA8-414A-B670-A580491A0913}">
      <dgm:prSet phldrT="[Text]" custT="1"/>
      <dgm:spPr/>
      <dgm:t>
        <a:bodyPr/>
        <a:lstStyle/>
        <a:p>
          <a:r>
            <a:rPr lang="en-US" sz="1600" dirty="0" smtClean="0"/>
            <a:t>GPT4All</a:t>
          </a:r>
          <a:endParaRPr lang="en-US" sz="1600" dirty="0"/>
        </a:p>
      </dgm:t>
    </dgm:pt>
    <dgm:pt modelId="{EEB82972-E422-42AC-98C6-30CD7C17AC5E}" type="parTrans" cxnId="{F7517D7D-B1D1-420F-BB23-FE94121EEF90}">
      <dgm:prSet/>
      <dgm:spPr/>
      <dgm:t>
        <a:bodyPr/>
        <a:lstStyle/>
        <a:p>
          <a:endParaRPr lang="en-US"/>
        </a:p>
      </dgm:t>
    </dgm:pt>
    <dgm:pt modelId="{6B74DD80-B980-4667-B205-AE488F08715F}" type="sibTrans" cxnId="{F7517D7D-B1D1-420F-BB23-FE94121EEF90}">
      <dgm:prSet/>
      <dgm:spPr/>
      <dgm:t>
        <a:bodyPr/>
        <a:lstStyle/>
        <a:p>
          <a:endParaRPr lang="en-US"/>
        </a:p>
      </dgm:t>
    </dgm:pt>
    <dgm:pt modelId="{0A3C5422-4AAD-4234-B70C-8DE41F31ADA3}">
      <dgm:prSet phldrT="[Text]" custT="1"/>
      <dgm:spPr/>
      <dgm:t>
        <a:bodyPr/>
        <a:lstStyle/>
        <a:p>
          <a:r>
            <a:rPr lang="en-US" sz="1600" dirty="0" smtClean="0"/>
            <a:t>Llama</a:t>
          </a:r>
        </a:p>
        <a:p>
          <a:r>
            <a:rPr lang="en-US" sz="1600" dirty="0" smtClean="0"/>
            <a:t>cpp</a:t>
          </a:r>
          <a:endParaRPr lang="en-US" sz="1600" dirty="0"/>
        </a:p>
      </dgm:t>
    </dgm:pt>
    <dgm:pt modelId="{BF731363-DB3D-4AA5-80D3-6606D96B9051}" type="parTrans" cxnId="{1147E6AF-91CF-42A8-967A-1476BF6B1647}">
      <dgm:prSet/>
      <dgm:spPr/>
      <dgm:t>
        <a:bodyPr/>
        <a:lstStyle/>
        <a:p>
          <a:endParaRPr lang="en-US"/>
        </a:p>
      </dgm:t>
    </dgm:pt>
    <dgm:pt modelId="{2F5995A2-A932-4C26-B80C-F4D703264A87}" type="sibTrans" cxnId="{1147E6AF-91CF-42A8-967A-1476BF6B1647}">
      <dgm:prSet/>
      <dgm:spPr/>
      <dgm:t>
        <a:bodyPr/>
        <a:lstStyle/>
        <a:p>
          <a:endParaRPr lang="en-US"/>
        </a:p>
      </dgm:t>
    </dgm:pt>
    <dgm:pt modelId="{52B88600-9039-48E0-915B-45DC3E6CF996}">
      <dgm:prSet custT="1"/>
      <dgm:spPr/>
      <dgm:t>
        <a:bodyPr/>
        <a:lstStyle/>
        <a:p>
          <a:r>
            <a:rPr lang="en-US" sz="1600" dirty="0" smtClean="0"/>
            <a:t>Agent</a:t>
          </a:r>
        </a:p>
        <a:p>
          <a:r>
            <a:rPr lang="en-US" sz="1600" dirty="0" smtClean="0"/>
            <a:t>Type</a:t>
          </a:r>
          <a:endParaRPr lang="en-US" sz="1600" dirty="0"/>
        </a:p>
      </dgm:t>
    </dgm:pt>
    <dgm:pt modelId="{C0A692CA-A4E4-411D-88FF-1D71A0EF288F}" type="parTrans" cxnId="{2964A9A3-F892-445A-84FE-5BBB98C6161B}">
      <dgm:prSet/>
      <dgm:spPr/>
      <dgm:t>
        <a:bodyPr/>
        <a:lstStyle/>
        <a:p>
          <a:endParaRPr lang="en-US"/>
        </a:p>
      </dgm:t>
    </dgm:pt>
    <dgm:pt modelId="{AC19D953-84FD-4C98-ACF7-99F15B21FC82}" type="sibTrans" cxnId="{2964A9A3-F892-445A-84FE-5BBB98C6161B}">
      <dgm:prSet/>
      <dgm:spPr/>
      <dgm:t>
        <a:bodyPr/>
        <a:lstStyle/>
        <a:p>
          <a:endParaRPr lang="en-US"/>
        </a:p>
      </dgm:t>
    </dgm:pt>
    <dgm:pt modelId="{9ADCDF43-287D-4CDA-87BE-AFD54DE8DA43}">
      <dgm:prSet phldrT="[Text]" custT="1"/>
      <dgm:spPr/>
      <dgm:t>
        <a:bodyPr/>
        <a:lstStyle/>
        <a:p>
          <a:r>
            <a:rPr lang="en-US" sz="1600" dirty="0" smtClean="0"/>
            <a:t>GoogleSearchRun</a:t>
          </a:r>
          <a:endParaRPr lang="en-US" sz="1600" dirty="0"/>
        </a:p>
      </dgm:t>
    </dgm:pt>
    <dgm:pt modelId="{F8166538-1B82-45CC-B2E4-991CE74B8477}" type="parTrans" cxnId="{F93BFC4E-9CC7-4022-90EF-403577F411E1}">
      <dgm:prSet/>
      <dgm:spPr/>
      <dgm:t>
        <a:bodyPr/>
        <a:lstStyle/>
        <a:p>
          <a:endParaRPr lang="en-US"/>
        </a:p>
      </dgm:t>
    </dgm:pt>
    <dgm:pt modelId="{177FD947-AF89-4EF7-84CA-DD13F50B73C7}" type="sibTrans" cxnId="{F93BFC4E-9CC7-4022-90EF-403577F411E1}">
      <dgm:prSet/>
      <dgm:spPr/>
      <dgm:t>
        <a:bodyPr/>
        <a:lstStyle/>
        <a:p>
          <a:endParaRPr lang="en-US"/>
        </a:p>
      </dgm:t>
    </dgm:pt>
    <dgm:pt modelId="{8E3E59A8-4652-47FE-9B44-93E7AFCDDBCD}" type="pres">
      <dgm:prSet presAssocID="{8EBDA183-EA1A-48E3-988F-F74F61BDFA08}" presName="Name0" presStyleCnt="0">
        <dgm:presLayoutVars>
          <dgm:chMax val="1"/>
          <dgm:chPref val="1"/>
          <dgm:dir/>
          <dgm:animOne val="branch"/>
          <dgm:animLvl val="lvl"/>
        </dgm:presLayoutVars>
      </dgm:prSet>
      <dgm:spPr/>
      <dgm:t>
        <a:bodyPr/>
        <a:lstStyle/>
        <a:p>
          <a:endParaRPr lang="en-US"/>
        </a:p>
      </dgm:t>
    </dgm:pt>
    <dgm:pt modelId="{D1FDE7EE-C6E9-4F08-8E2B-C1B2EC229AC5}" type="pres">
      <dgm:prSet presAssocID="{86B9E450-88D3-4218-ABF9-0BA9CD2C37A7}" presName="textCenter" presStyleLbl="node1" presStyleIdx="0" presStyleCnt="23" custScaleX="142583" custScaleY="110425" custLinFactNeighborX="-71428" custLinFactNeighborY="-25861"/>
      <dgm:spPr/>
      <dgm:t>
        <a:bodyPr/>
        <a:lstStyle/>
        <a:p>
          <a:endParaRPr lang="en-US"/>
        </a:p>
      </dgm:t>
    </dgm:pt>
    <dgm:pt modelId="{9F359F57-2433-4ADA-AD46-D3953E8E4E8B}" type="pres">
      <dgm:prSet presAssocID="{86B9E450-88D3-4218-ABF9-0BA9CD2C37A7}" presName="cycle_1" presStyleCnt="0"/>
      <dgm:spPr/>
      <dgm:t>
        <a:bodyPr/>
        <a:lstStyle/>
        <a:p>
          <a:endParaRPr lang="en-US"/>
        </a:p>
      </dgm:t>
    </dgm:pt>
    <dgm:pt modelId="{A062DD24-C01B-4233-A409-472FE2ACC0DC}" type="pres">
      <dgm:prSet presAssocID="{48C1705B-6AF2-44C3-AE67-8370732A8C60}" presName="childCenter1" presStyleLbl="node1" presStyleIdx="1" presStyleCnt="23" custScaleX="241455" custLinFactNeighborX="7243" custLinFactNeighborY="22051"/>
      <dgm:spPr/>
      <dgm:t>
        <a:bodyPr/>
        <a:lstStyle/>
        <a:p>
          <a:endParaRPr lang="en-US"/>
        </a:p>
      </dgm:t>
    </dgm:pt>
    <dgm:pt modelId="{123F159E-3995-4993-833E-6BE07DD62BB3}" type="pres">
      <dgm:prSet presAssocID="{0B99C1DB-A2FC-40CB-9922-52FF1F3B3129}" presName="Name141" presStyleLbl="parChTrans1D3" presStyleIdx="0" presStyleCnt="17"/>
      <dgm:spPr/>
      <dgm:t>
        <a:bodyPr/>
        <a:lstStyle/>
        <a:p>
          <a:endParaRPr lang="en-US"/>
        </a:p>
      </dgm:t>
    </dgm:pt>
    <dgm:pt modelId="{6E269775-938E-4D2C-8140-ABB95301EF02}" type="pres">
      <dgm:prSet presAssocID="{8BEC7D2A-268B-4D07-87D2-56B04142E2A8}" presName="text1" presStyleLbl="node1" presStyleIdx="2" presStyleCnt="23" custScaleX="265218" custScaleY="153558" custRadScaleRad="93853" custRadScaleInc="-65864">
        <dgm:presLayoutVars>
          <dgm:bulletEnabled val="1"/>
        </dgm:presLayoutVars>
      </dgm:prSet>
      <dgm:spPr/>
      <dgm:t>
        <a:bodyPr/>
        <a:lstStyle/>
        <a:p>
          <a:endParaRPr lang="en-US"/>
        </a:p>
      </dgm:t>
    </dgm:pt>
    <dgm:pt modelId="{CCE8481F-8F16-4089-9C11-03069098A0D3}" type="pres">
      <dgm:prSet presAssocID="{F8166538-1B82-45CC-B2E4-991CE74B8477}" presName="Name141" presStyleLbl="parChTrans1D3" presStyleIdx="1" presStyleCnt="17"/>
      <dgm:spPr/>
      <dgm:t>
        <a:bodyPr/>
        <a:lstStyle/>
        <a:p>
          <a:endParaRPr lang="en-US"/>
        </a:p>
      </dgm:t>
    </dgm:pt>
    <dgm:pt modelId="{9EEB53B9-FC4E-45CD-B884-8F5882D83F61}" type="pres">
      <dgm:prSet presAssocID="{9ADCDF43-287D-4CDA-87BE-AFD54DE8DA43}" presName="text1" presStyleLbl="node1" presStyleIdx="3" presStyleCnt="23" custScaleX="301359" custScaleY="112947" custRadScaleRad="180093" custRadScaleInc="-114846">
        <dgm:presLayoutVars>
          <dgm:bulletEnabled val="1"/>
        </dgm:presLayoutVars>
      </dgm:prSet>
      <dgm:spPr/>
      <dgm:t>
        <a:bodyPr/>
        <a:lstStyle/>
        <a:p>
          <a:endParaRPr lang="en-US"/>
        </a:p>
      </dgm:t>
    </dgm:pt>
    <dgm:pt modelId="{7E2423E0-E5CE-4F6A-9653-9B41371E12C3}" type="pres">
      <dgm:prSet presAssocID="{6CDCAEF4-7585-48EC-A7B6-C35DD31BFDDA}" presName="Name141" presStyleLbl="parChTrans1D3" presStyleIdx="2" presStyleCnt="17"/>
      <dgm:spPr/>
      <dgm:t>
        <a:bodyPr/>
        <a:lstStyle/>
        <a:p>
          <a:endParaRPr lang="en-US"/>
        </a:p>
      </dgm:t>
    </dgm:pt>
    <dgm:pt modelId="{C81C4D02-27B0-4A95-B040-118B8C1E17F2}" type="pres">
      <dgm:prSet presAssocID="{3481FCD8-0127-4ABE-9E79-B7E04D1CA5DC}" presName="text1" presStyleLbl="node1" presStyleIdx="4" presStyleCnt="23" custScaleX="196447" custScaleY="142010" custRadScaleRad="226377" custRadScaleInc="42294">
        <dgm:presLayoutVars>
          <dgm:bulletEnabled val="1"/>
        </dgm:presLayoutVars>
      </dgm:prSet>
      <dgm:spPr/>
      <dgm:t>
        <a:bodyPr/>
        <a:lstStyle/>
        <a:p>
          <a:endParaRPr lang="en-US"/>
        </a:p>
      </dgm:t>
    </dgm:pt>
    <dgm:pt modelId="{1308AD1D-18A1-4683-96CB-0C94A5317668}" type="pres">
      <dgm:prSet presAssocID="{64AD66CD-3F62-40C3-B3B1-43EF40852CE7}" presName="Name144" presStyleLbl="parChTrans1D2" presStyleIdx="0" presStyleCnt="5"/>
      <dgm:spPr/>
      <dgm:t>
        <a:bodyPr/>
        <a:lstStyle/>
        <a:p>
          <a:endParaRPr lang="en-US"/>
        </a:p>
      </dgm:t>
    </dgm:pt>
    <dgm:pt modelId="{CF80900F-480A-44D7-8BFC-D204CE9DB24B}" type="pres">
      <dgm:prSet presAssocID="{86B9E450-88D3-4218-ABF9-0BA9CD2C37A7}" presName="cycle_2" presStyleCnt="0"/>
      <dgm:spPr/>
      <dgm:t>
        <a:bodyPr/>
        <a:lstStyle/>
        <a:p>
          <a:endParaRPr lang="en-US"/>
        </a:p>
      </dgm:t>
    </dgm:pt>
    <dgm:pt modelId="{52C487EE-4D29-4A65-A7A5-556C0A4E9151}" type="pres">
      <dgm:prSet presAssocID="{B3BA966F-7A33-4567-AB8C-21297A87F70D}" presName="childCenter2" presStyleLbl="node1" presStyleIdx="5" presStyleCnt="23" custScaleX="276762" custScaleY="150702" custLinFactNeighborX="-73" custLinFactNeighborY="22658"/>
      <dgm:spPr/>
      <dgm:t>
        <a:bodyPr/>
        <a:lstStyle/>
        <a:p>
          <a:endParaRPr lang="en-US"/>
        </a:p>
      </dgm:t>
    </dgm:pt>
    <dgm:pt modelId="{D111887A-AFBE-461E-8AD3-8047BDAE3D99}" type="pres">
      <dgm:prSet presAssocID="{D6A27FEE-B84B-4D35-BCF9-F853C6560AB3}" presName="Name218" presStyleLbl="parChTrans1D3" presStyleIdx="3" presStyleCnt="17"/>
      <dgm:spPr/>
      <dgm:t>
        <a:bodyPr/>
        <a:lstStyle/>
        <a:p>
          <a:endParaRPr lang="en-US"/>
        </a:p>
      </dgm:t>
    </dgm:pt>
    <dgm:pt modelId="{9C6A1187-DC35-4F01-9C8E-C9C8D786C61C}" type="pres">
      <dgm:prSet presAssocID="{C7DCAE32-C04E-494B-AEAB-F894DC59C81C}" presName="text2" presStyleLbl="node1" presStyleIdx="6" presStyleCnt="23" custScaleX="232944" custScaleY="282078" custRadScaleRad="254491" custRadScaleInc="110015">
        <dgm:presLayoutVars>
          <dgm:bulletEnabled val="1"/>
        </dgm:presLayoutVars>
      </dgm:prSet>
      <dgm:spPr/>
      <dgm:t>
        <a:bodyPr/>
        <a:lstStyle/>
        <a:p>
          <a:endParaRPr lang="en-US"/>
        </a:p>
      </dgm:t>
    </dgm:pt>
    <dgm:pt modelId="{88ED63E6-AFD9-4D76-A895-BD9889FD4F91}" type="pres">
      <dgm:prSet presAssocID="{CBC1F7C2-8FE5-4CED-BF53-FDB06FD38E16}" presName="Name218" presStyleLbl="parChTrans1D3" presStyleIdx="4" presStyleCnt="17"/>
      <dgm:spPr/>
      <dgm:t>
        <a:bodyPr/>
        <a:lstStyle/>
        <a:p>
          <a:endParaRPr lang="en-US"/>
        </a:p>
      </dgm:t>
    </dgm:pt>
    <dgm:pt modelId="{2106C459-BF00-41CC-955D-D931ECE47E1B}" type="pres">
      <dgm:prSet presAssocID="{1D64CA66-F4FF-458C-A329-FB36CA667828}" presName="text2" presStyleLbl="node1" presStyleIdx="7" presStyleCnt="23" custScaleX="311309" custScaleY="227303" custRadScaleRad="360513" custRadScaleInc="12856">
        <dgm:presLayoutVars>
          <dgm:bulletEnabled val="1"/>
        </dgm:presLayoutVars>
      </dgm:prSet>
      <dgm:spPr/>
      <dgm:t>
        <a:bodyPr/>
        <a:lstStyle/>
        <a:p>
          <a:endParaRPr lang="en-US"/>
        </a:p>
      </dgm:t>
    </dgm:pt>
    <dgm:pt modelId="{FF8856DA-8C9B-4E81-B26E-7543AAAD45C1}" type="pres">
      <dgm:prSet presAssocID="{D648FC9D-58B7-4F8C-9A34-5953A23C16E2}" presName="Name218" presStyleLbl="parChTrans1D3" presStyleIdx="5" presStyleCnt="17"/>
      <dgm:spPr/>
      <dgm:t>
        <a:bodyPr/>
        <a:lstStyle/>
        <a:p>
          <a:endParaRPr lang="en-US"/>
        </a:p>
      </dgm:t>
    </dgm:pt>
    <dgm:pt modelId="{DDA273B0-8D8C-4383-8D41-3E5DA5846DA3}" type="pres">
      <dgm:prSet presAssocID="{F23587B7-123B-40B9-AD79-C85ED78643ED}" presName="text2" presStyleLbl="node1" presStyleIdx="8" presStyleCnt="23" custScaleX="299958" custScaleY="230170" custRadScaleRad="371193" custRadScaleInc="-95650">
        <dgm:presLayoutVars>
          <dgm:bulletEnabled val="1"/>
        </dgm:presLayoutVars>
      </dgm:prSet>
      <dgm:spPr/>
      <dgm:t>
        <a:bodyPr/>
        <a:lstStyle/>
        <a:p>
          <a:endParaRPr lang="en-US"/>
        </a:p>
      </dgm:t>
    </dgm:pt>
    <dgm:pt modelId="{332E5D3E-26D5-4D6A-ACD2-32CB4A8F83CC}" type="pres">
      <dgm:prSet presAssocID="{04D88F1D-6766-4779-94E7-42319F2866FF}" presName="Name218" presStyleLbl="parChTrans1D3" presStyleIdx="6" presStyleCnt="17"/>
      <dgm:spPr/>
      <dgm:t>
        <a:bodyPr/>
        <a:lstStyle/>
        <a:p>
          <a:endParaRPr lang="en-US"/>
        </a:p>
      </dgm:t>
    </dgm:pt>
    <dgm:pt modelId="{5438BB42-4318-463A-9DD1-26834997EF65}" type="pres">
      <dgm:prSet presAssocID="{8F25AF35-CE98-490B-B67E-853AD08A966E}" presName="text2" presStyleLbl="node1" presStyleIdx="9" presStyleCnt="23" custScaleX="284529" custScaleY="319825" custRadScaleRad="295411" custRadScaleInc="-166837">
        <dgm:presLayoutVars>
          <dgm:bulletEnabled val="1"/>
        </dgm:presLayoutVars>
      </dgm:prSet>
      <dgm:spPr/>
      <dgm:t>
        <a:bodyPr/>
        <a:lstStyle/>
        <a:p>
          <a:endParaRPr lang="en-US"/>
        </a:p>
      </dgm:t>
    </dgm:pt>
    <dgm:pt modelId="{E1FB2B77-CF13-4FEF-8A1B-F2CE3220C5F4}" type="pres">
      <dgm:prSet presAssocID="{5DD044FC-EF30-4DDC-97C4-A0D76CDB551E}" presName="Name218" presStyleLbl="parChTrans1D3" presStyleIdx="7" presStyleCnt="17"/>
      <dgm:spPr/>
      <dgm:t>
        <a:bodyPr/>
        <a:lstStyle/>
        <a:p>
          <a:endParaRPr lang="en-US"/>
        </a:p>
      </dgm:t>
    </dgm:pt>
    <dgm:pt modelId="{A5B3C8CA-7623-4C93-9D62-A6B93BCA4231}" type="pres">
      <dgm:prSet presAssocID="{70E75E3D-8FEF-465D-A9A4-3126B10989FA}" presName="text2" presStyleLbl="node1" presStyleIdx="10" presStyleCnt="23" custScaleX="190756" custScaleY="203059" custRadScaleRad="154427" custRadScaleInc="194861">
        <dgm:presLayoutVars>
          <dgm:bulletEnabled val="1"/>
        </dgm:presLayoutVars>
      </dgm:prSet>
      <dgm:spPr/>
      <dgm:t>
        <a:bodyPr/>
        <a:lstStyle/>
        <a:p>
          <a:endParaRPr lang="en-US"/>
        </a:p>
      </dgm:t>
    </dgm:pt>
    <dgm:pt modelId="{3DB3E55C-F1DE-4280-AA41-C1488394EBE7}" type="pres">
      <dgm:prSet presAssocID="{0049D9EF-FAB3-45EB-8C33-BFBED142E1AD}" presName="Name221" presStyleLbl="parChTrans1D2" presStyleIdx="1" presStyleCnt="5"/>
      <dgm:spPr/>
      <dgm:t>
        <a:bodyPr/>
        <a:lstStyle/>
        <a:p>
          <a:endParaRPr lang="en-US"/>
        </a:p>
      </dgm:t>
    </dgm:pt>
    <dgm:pt modelId="{55ACF2EF-7875-4B5D-AA56-54D916E63FB4}" type="pres">
      <dgm:prSet presAssocID="{86B9E450-88D3-4218-ABF9-0BA9CD2C37A7}" presName="cycle_3" presStyleCnt="0"/>
      <dgm:spPr/>
      <dgm:t>
        <a:bodyPr/>
        <a:lstStyle/>
        <a:p>
          <a:endParaRPr lang="en-US"/>
        </a:p>
      </dgm:t>
    </dgm:pt>
    <dgm:pt modelId="{338533EE-F8E2-4941-A06B-F829BA6B7439}" type="pres">
      <dgm:prSet presAssocID="{431E38AB-4E14-46E8-969C-136C85F3CF06}" presName="childCenter3" presStyleLbl="node1" presStyleIdx="11" presStyleCnt="23" custScaleX="147426" custScaleY="120162" custLinFactNeighborX="-76250" custLinFactNeighborY="-69381"/>
      <dgm:spPr/>
      <dgm:t>
        <a:bodyPr/>
        <a:lstStyle/>
        <a:p>
          <a:endParaRPr lang="en-US"/>
        </a:p>
      </dgm:t>
    </dgm:pt>
    <dgm:pt modelId="{344B5F89-2BA6-4CDC-819D-EEA0269E220E}" type="pres">
      <dgm:prSet presAssocID="{C0A692CA-A4E4-411D-88FF-1D71A0EF288F}" presName="Name285" presStyleLbl="parChTrans1D3" presStyleIdx="8" presStyleCnt="17"/>
      <dgm:spPr/>
      <dgm:t>
        <a:bodyPr/>
        <a:lstStyle/>
        <a:p>
          <a:endParaRPr lang="en-US"/>
        </a:p>
      </dgm:t>
    </dgm:pt>
    <dgm:pt modelId="{BC77F89A-25C5-49CF-BBC5-3658A4BA31B9}" type="pres">
      <dgm:prSet presAssocID="{52B88600-9039-48E0-915B-45DC3E6CF996}" presName="text3" presStyleLbl="node1" presStyleIdx="12" presStyleCnt="23" custScaleX="171312" custScaleY="107451" custRadScaleRad="111889" custRadScaleInc="3149">
        <dgm:presLayoutVars>
          <dgm:bulletEnabled val="1"/>
        </dgm:presLayoutVars>
      </dgm:prSet>
      <dgm:spPr/>
      <dgm:t>
        <a:bodyPr/>
        <a:lstStyle/>
        <a:p>
          <a:endParaRPr lang="en-US"/>
        </a:p>
      </dgm:t>
    </dgm:pt>
    <dgm:pt modelId="{8BB2E4D6-E229-4E1C-867A-9FA3DC9BE234}" type="pres">
      <dgm:prSet presAssocID="{2AD583B3-6A47-4BC8-BB55-B006FF97F98A}" presName="Name285" presStyleLbl="parChTrans1D3" presStyleIdx="9" presStyleCnt="17"/>
      <dgm:spPr/>
      <dgm:t>
        <a:bodyPr/>
        <a:lstStyle/>
        <a:p>
          <a:endParaRPr lang="en-US"/>
        </a:p>
      </dgm:t>
    </dgm:pt>
    <dgm:pt modelId="{D2F17281-8A85-4DB0-ADA8-670DE17FAA1E}" type="pres">
      <dgm:prSet presAssocID="{4D28E44B-38BB-47C5-9DAC-35B2A3DB0912}" presName="text3" presStyleLbl="node1" presStyleIdx="13" presStyleCnt="23" custScaleX="139877" custScaleY="118085" custRadScaleRad="64220" custRadScaleInc="196141">
        <dgm:presLayoutVars>
          <dgm:bulletEnabled val="1"/>
        </dgm:presLayoutVars>
      </dgm:prSet>
      <dgm:spPr/>
      <dgm:t>
        <a:bodyPr/>
        <a:lstStyle/>
        <a:p>
          <a:endParaRPr lang="en-US"/>
        </a:p>
      </dgm:t>
    </dgm:pt>
    <dgm:pt modelId="{C28CDF67-6D68-46FF-9492-08BF2EE5AFA2}" type="pres">
      <dgm:prSet presAssocID="{59F8AED6-BC5C-4B59-8B5B-54489CC172B6}" presName="Name285" presStyleLbl="parChTrans1D3" presStyleIdx="10" presStyleCnt="17"/>
      <dgm:spPr/>
      <dgm:t>
        <a:bodyPr/>
        <a:lstStyle/>
        <a:p>
          <a:endParaRPr lang="en-US"/>
        </a:p>
      </dgm:t>
    </dgm:pt>
    <dgm:pt modelId="{C45BD6D3-5ABA-43D2-9740-2FCB487592A3}" type="pres">
      <dgm:prSet presAssocID="{88A0E4F0-9A12-4ACB-965D-0E23F9CB5112}" presName="text3" presStyleLbl="node1" presStyleIdx="14" presStyleCnt="23" custScaleX="191854" custScaleY="143237" custRadScaleRad="243400" custRadScaleInc="45296">
        <dgm:presLayoutVars>
          <dgm:bulletEnabled val="1"/>
        </dgm:presLayoutVars>
      </dgm:prSet>
      <dgm:spPr/>
      <dgm:t>
        <a:bodyPr/>
        <a:lstStyle/>
        <a:p>
          <a:endParaRPr lang="en-US"/>
        </a:p>
      </dgm:t>
    </dgm:pt>
    <dgm:pt modelId="{D9F7AD67-E476-4F62-8E80-56A3023D5FE6}" type="pres">
      <dgm:prSet presAssocID="{25DF76CA-0D67-4F1C-8B2B-BE21437B900C}" presName="Name288" presStyleLbl="parChTrans1D2" presStyleIdx="2" presStyleCnt="5"/>
      <dgm:spPr/>
      <dgm:t>
        <a:bodyPr/>
        <a:lstStyle/>
        <a:p>
          <a:endParaRPr lang="en-US"/>
        </a:p>
      </dgm:t>
    </dgm:pt>
    <dgm:pt modelId="{BE29135C-022E-42D9-9206-23D4544AFD1F}" type="pres">
      <dgm:prSet presAssocID="{86B9E450-88D3-4218-ABF9-0BA9CD2C37A7}" presName="cycle_4" presStyleCnt="0"/>
      <dgm:spPr/>
      <dgm:t>
        <a:bodyPr/>
        <a:lstStyle/>
        <a:p>
          <a:endParaRPr lang="en-US"/>
        </a:p>
      </dgm:t>
    </dgm:pt>
    <dgm:pt modelId="{4DE54E37-4AC2-48C5-A31B-FA925BA84460}" type="pres">
      <dgm:prSet presAssocID="{D1F3DA70-8BF6-4AA8-ACDE-CF494FDA277F}" presName="childCenter4" presStyleLbl="node1" presStyleIdx="15" presStyleCnt="23" custScaleX="160051" custLinFactNeighborX="-81710" custLinFactNeighborY="-53654"/>
      <dgm:spPr/>
      <dgm:t>
        <a:bodyPr/>
        <a:lstStyle/>
        <a:p>
          <a:endParaRPr lang="en-US"/>
        </a:p>
      </dgm:t>
    </dgm:pt>
    <dgm:pt modelId="{01035EBB-4CAB-4031-B966-265512CAA99B}" type="pres">
      <dgm:prSet presAssocID="{BF731363-DB3D-4AA5-80D3-6606D96B9051}" presName="Name342" presStyleLbl="parChTrans1D3" presStyleIdx="11" presStyleCnt="17"/>
      <dgm:spPr/>
      <dgm:t>
        <a:bodyPr/>
        <a:lstStyle/>
        <a:p>
          <a:endParaRPr lang="en-US"/>
        </a:p>
      </dgm:t>
    </dgm:pt>
    <dgm:pt modelId="{0A077060-075A-4519-B8EB-B87971984D83}" type="pres">
      <dgm:prSet presAssocID="{0A3C5422-4AAD-4234-B70C-8DE41F31ADA3}" presName="text4" presStyleLbl="node1" presStyleIdx="16" presStyleCnt="23" custScaleX="154322" custScaleY="132108" custRadScaleRad="74190" custRadScaleInc="-147608">
        <dgm:presLayoutVars>
          <dgm:bulletEnabled val="1"/>
        </dgm:presLayoutVars>
      </dgm:prSet>
      <dgm:spPr/>
      <dgm:t>
        <a:bodyPr/>
        <a:lstStyle/>
        <a:p>
          <a:endParaRPr lang="en-US"/>
        </a:p>
      </dgm:t>
    </dgm:pt>
    <dgm:pt modelId="{EB108DC9-0838-411C-8CB2-F1D24259EB4F}" type="pres">
      <dgm:prSet presAssocID="{EEB82972-E422-42AC-98C6-30CD7C17AC5E}" presName="Name342" presStyleLbl="parChTrans1D3" presStyleIdx="12" presStyleCnt="17"/>
      <dgm:spPr/>
      <dgm:t>
        <a:bodyPr/>
        <a:lstStyle/>
        <a:p>
          <a:endParaRPr lang="en-US"/>
        </a:p>
      </dgm:t>
    </dgm:pt>
    <dgm:pt modelId="{5C8FC5C9-8D36-4137-9D6D-8E61135A5BF0}" type="pres">
      <dgm:prSet presAssocID="{ACC54A2E-7AA8-414A-B670-A580491A0913}" presName="text4" presStyleLbl="node1" presStyleIdx="17" presStyleCnt="23" custScaleX="172793" custRadScaleRad="251095" custRadScaleInc="246352">
        <dgm:presLayoutVars>
          <dgm:bulletEnabled val="1"/>
        </dgm:presLayoutVars>
      </dgm:prSet>
      <dgm:spPr/>
      <dgm:t>
        <a:bodyPr/>
        <a:lstStyle/>
        <a:p>
          <a:endParaRPr lang="en-US"/>
        </a:p>
      </dgm:t>
    </dgm:pt>
    <dgm:pt modelId="{B18675EB-FB59-45F6-B693-69D0F201C75B}" type="pres">
      <dgm:prSet presAssocID="{07596375-F813-4C4A-8726-E6F21E1933BE}" presName="Name342" presStyleLbl="parChTrans1D3" presStyleIdx="13" presStyleCnt="17"/>
      <dgm:spPr/>
      <dgm:t>
        <a:bodyPr/>
        <a:lstStyle/>
        <a:p>
          <a:endParaRPr lang="en-US"/>
        </a:p>
      </dgm:t>
    </dgm:pt>
    <dgm:pt modelId="{A9612961-F5CA-4D68-8ECC-E2F14A773582}" type="pres">
      <dgm:prSet presAssocID="{5BD35809-9E6A-49E4-9FC6-5B0810707809}" presName="text4" presStyleLbl="node1" presStyleIdx="18" presStyleCnt="23" custScaleX="165002" custRadScaleRad="340747" custRadScaleInc="75034">
        <dgm:presLayoutVars>
          <dgm:bulletEnabled val="1"/>
        </dgm:presLayoutVars>
      </dgm:prSet>
      <dgm:spPr/>
      <dgm:t>
        <a:bodyPr/>
        <a:lstStyle/>
        <a:p>
          <a:endParaRPr lang="en-US"/>
        </a:p>
      </dgm:t>
    </dgm:pt>
    <dgm:pt modelId="{9DB5187A-A3E9-4A64-9FD1-F56B64122B13}" type="pres">
      <dgm:prSet presAssocID="{64827C93-1DF9-4B6D-A1D1-A5BA5040DF40}" presName="Name345" presStyleLbl="parChTrans1D2" presStyleIdx="3" presStyleCnt="5"/>
      <dgm:spPr/>
      <dgm:t>
        <a:bodyPr/>
        <a:lstStyle/>
        <a:p>
          <a:endParaRPr lang="en-US"/>
        </a:p>
      </dgm:t>
    </dgm:pt>
    <dgm:pt modelId="{EC7CBEE7-EB35-4C20-9265-59B1E65D8BEB}" type="pres">
      <dgm:prSet presAssocID="{86B9E450-88D3-4218-ABF9-0BA9CD2C37A7}" presName="cycle_5" presStyleCnt="0"/>
      <dgm:spPr/>
      <dgm:t>
        <a:bodyPr/>
        <a:lstStyle/>
        <a:p>
          <a:endParaRPr lang="en-US"/>
        </a:p>
      </dgm:t>
    </dgm:pt>
    <dgm:pt modelId="{C785D16D-21F0-47FA-B781-18D1E5330133}" type="pres">
      <dgm:prSet presAssocID="{4EB0FDB4-680C-45A9-AEEA-82C259508C58}" presName="childCenter5" presStyleLbl="node1" presStyleIdx="19" presStyleCnt="23" custLinFactNeighborX="-63621" custLinFactNeighborY="-14607"/>
      <dgm:spPr/>
      <dgm:t>
        <a:bodyPr/>
        <a:lstStyle/>
        <a:p>
          <a:endParaRPr lang="en-US"/>
        </a:p>
      </dgm:t>
    </dgm:pt>
    <dgm:pt modelId="{E0405F32-D372-45FE-84C8-7FD06A0AA65D}" type="pres">
      <dgm:prSet presAssocID="{A93B4DA4-4C3F-475F-B2F6-175379C4AD72}" presName="Name389" presStyleLbl="parChTrans1D3" presStyleIdx="14" presStyleCnt="17"/>
      <dgm:spPr/>
      <dgm:t>
        <a:bodyPr/>
        <a:lstStyle/>
        <a:p>
          <a:endParaRPr lang="en-US"/>
        </a:p>
      </dgm:t>
    </dgm:pt>
    <dgm:pt modelId="{D651CD8F-01FD-476D-99D4-3E137B67F294}" type="pres">
      <dgm:prSet presAssocID="{578C0F5F-39C4-4D3B-A6AE-2ACBB61A0EFD}" presName="text5" presStyleLbl="node1" presStyleIdx="20" presStyleCnt="23" custScaleX="238163" custRadScaleRad="267743" custRadScaleInc="-96234">
        <dgm:presLayoutVars>
          <dgm:bulletEnabled val="1"/>
        </dgm:presLayoutVars>
      </dgm:prSet>
      <dgm:spPr/>
      <dgm:t>
        <a:bodyPr/>
        <a:lstStyle/>
        <a:p>
          <a:endParaRPr lang="en-US"/>
        </a:p>
      </dgm:t>
    </dgm:pt>
    <dgm:pt modelId="{C8906E9E-D37E-491B-8702-A82873F8CDE6}" type="pres">
      <dgm:prSet presAssocID="{A8050A4A-3213-4885-8540-A5A05BF0F1CE}" presName="Name389" presStyleLbl="parChTrans1D3" presStyleIdx="15" presStyleCnt="17"/>
      <dgm:spPr/>
      <dgm:t>
        <a:bodyPr/>
        <a:lstStyle/>
        <a:p>
          <a:endParaRPr lang="en-US"/>
        </a:p>
      </dgm:t>
    </dgm:pt>
    <dgm:pt modelId="{C0C714EA-B363-4DDE-9A86-84372E5C9B55}" type="pres">
      <dgm:prSet presAssocID="{E49F19A3-2A2F-46A3-94D5-5E6900D4547B}" presName="text5" presStyleLbl="node1" presStyleIdx="21" presStyleCnt="23" custScaleX="159236" custRadScaleRad="137353" custRadScaleInc="187356">
        <dgm:presLayoutVars>
          <dgm:bulletEnabled val="1"/>
        </dgm:presLayoutVars>
      </dgm:prSet>
      <dgm:spPr/>
      <dgm:t>
        <a:bodyPr/>
        <a:lstStyle/>
        <a:p>
          <a:endParaRPr lang="en-US"/>
        </a:p>
      </dgm:t>
    </dgm:pt>
    <dgm:pt modelId="{7BA36DA3-FE52-4D75-AC7F-8253A8FC18B1}" type="pres">
      <dgm:prSet presAssocID="{A3E871F3-DF94-4A9E-A8DB-D35867AD5AC8}" presName="Name389" presStyleLbl="parChTrans1D3" presStyleIdx="16" presStyleCnt="17"/>
      <dgm:spPr/>
      <dgm:t>
        <a:bodyPr/>
        <a:lstStyle/>
        <a:p>
          <a:endParaRPr lang="en-US"/>
        </a:p>
      </dgm:t>
    </dgm:pt>
    <dgm:pt modelId="{4C45D013-4891-4960-B495-6BBEF0FFE4A7}" type="pres">
      <dgm:prSet presAssocID="{71F4F07D-8527-4C1B-BBBA-5DAE34D98508}" presName="text5" presStyleLbl="node1" presStyleIdx="22" presStyleCnt="23" custScaleX="176332" custRadScaleRad="277304" custRadScaleInc="39362">
        <dgm:presLayoutVars>
          <dgm:bulletEnabled val="1"/>
        </dgm:presLayoutVars>
      </dgm:prSet>
      <dgm:spPr/>
      <dgm:t>
        <a:bodyPr/>
        <a:lstStyle/>
        <a:p>
          <a:endParaRPr lang="en-US"/>
        </a:p>
      </dgm:t>
    </dgm:pt>
    <dgm:pt modelId="{8FC41049-B195-4CFD-8333-4AC8E8A295E3}" type="pres">
      <dgm:prSet presAssocID="{2096782B-40C1-483F-89AC-FCDAA06E318B}" presName="Name392" presStyleLbl="parChTrans1D2" presStyleIdx="4" presStyleCnt="5"/>
      <dgm:spPr/>
      <dgm:t>
        <a:bodyPr/>
        <a:lstStyle/>
        <a:p>
          <a:endParaRPr lang="en-US"/>
        </a:p>
      </dgm:t>
    </dgm:pt>
  </dgm:ptLst>
  <dgm:cxnLst>
    <dgm:cxn modelId="{4117002F-F798-426C-8CC3-7901BFCEA0DE}" type="presOf" srcId="{D648FC9D-58B7-4F8C-9A34-5953A23C16E2}" destId="{FF8856DA-8C9B-4E81-B26E-7543AAAD45C1}" srcOrd="0" destOrd="0" presId="urn:microsoft.com/office/officeart/2008/layout/RadialCluster"/>
    <dgm:cxn modelId="{EBBAA177-E3DF-4FFE-A0F8-DE1519B9BD3D}" type="presOf" srcId="{70E75E3D-8FEF-465D-A9A4-3126B10989FA}" destId="{A5B3C8CA-7623-4C93-9D62-A6B93BCA4231}" srcOrd="0" destOrd="0" presId="urn:microsoft.com/office/officeart/2008/layout/RadialCluster"/>
    <dgm:cxn modelId="{D8306867-FDC7-45DE-A718-D6CBEF0CEE40}" srcId="{D1F3DA70-8BF6-4AA8-ACDE-CF494FDA277F}" destId="{5BD35809-9E6A-49E4-9FC6-5B0810707809}" srcOrd="2" destOrd="0" parTransId="{07596375-F813-4C4A-8726-E6F21E1933BE}" sibTransId="{31C62C76-4117-43D9-B348-ACD53D3152D5}"/>
    <dgm:cxn modelId="{562BEB45-6239-4164-932D-346EF93B47C9}" type="presOf" srcId="{CBC1F7C2-8FE5-4CED-BF53-FDB06FD38E16}" destId="{88ED63E6-AFD9-4D76-A895-BD9889FD4F91}" srcOrd="0" destOrd="0" presId="urn:microsoft.com/office/officeart/2008/layout/RadialCluster"/>
    <dgm:cxn modelId="{4E1E9F5B-E325-42D3-B888-E9A00EE75FE5}" type="presOf" srcId="{4EB0FDB4-680C-45A9-AEEA-82C259508C58}" destId="{C785D16D-21F0-47FA-B781-18D1E5330133}" srcOrd="0" destOrd="0" presId="urn:microsoft.com/office/officeart/2008/layout/RadialCluster"/>
    <dgm:cxn modelId="{8928755E-ACA6-483E-971E-540DBDC87B10}" srcId="{B3BA966F-7A33-4567-AB8C-21297A87F70D}" destId="{70E75E3D-8FEF-465D-A9A4-3126B10989FA}" srcOrd="4" destOrd="0" parTransId="{5DD044FC-EF30-4DDC-97C4-A0D76CDB551E}" sibTransId="{A0B375B5-BD42-4DA4-99D0-3C8FE0DF7BC7}"/>
    <dgm:cxn modelId="{D6E39B63-8A3C-4C97-B398-F8E7E99CCE5C}" type="presOf" srcId="{B3BA966F-7A33-4567-AB8C-21297A87F70D}" destId="{52C487EE-4D29-4A65-A7A5-556C0A4E9151}" srcOrd="0" destOrd="0" presId="urn:microsoft.com/office/officeart/2008/layout/RadialCluster"/>
    <dgm:cxn modelId="{3789F8C8-5360-42D2-9302-6A753D14887B}" type="presOf" srcId="{D1F3DA70-8BF6-4AA8-ACDE-CF494FDA277F}" destId="{4DE54E37-4AC2-48C5-A31B-FA925BA84460}" srcOrd="0" destOrd="0" presId="urn:microsoft.com/office/officeart/2008/layout/RadialCluster"/>
    <dgm:cxn modelId="{90E261D2-331F-45A1-9759-CB856D761921}" type="presOf" srcId="{64AD66CD-3F62-40C3-B3B1-43EF40852CE7}" destId="{1308AD1D-18A1-4683-96CB-0C94A5317668}" srcOrd="0" destOrd="0" presId="urn:microsoft.com/office/officeart/2008/layout/RadialCluster"/>
    <dgm:cxn modelId="{D114307A-9CB9-4D8F-95A6-AA54437BC422}" type="presOf" srcId="{ACC54A2E-7AA8-414A-B670-A580491A0913}" destId="{5C8FC5C9-8D36-4137-9D6D-8E61135A5BF0}" srcOrd="0" destOrd="0" presId="urn:microsoft.com/office/officeart/2008/layout/RadialCluster"/>
    <dgm:cxn modelId="{8605C8F8-D336-4406-8B6E-3BA5955D324B}" type="presOf" srcId="{6CDCAEF4-7585-48EC-A7B6-C35DD31BFDDA}" destId="{7E2423E0-E5CE-4F6A-9653-9B41371E12C3}" srcOrd="0" destOrd="0" presId="urn:microsoft.com/office/officeart/2008/layout/RadialCluster"/>
    <dgm:cxn modelId="{CCE1961A-54F6-4E28-A895-577C7F535C20}" srcId="{B3BA966F-7A33-4567-AB8C-21297A87F70D}" destId="{C7DCAE32-C04E-494B-AEAB-F894DC59C81C}" srcOrd="0" destOrd="0" parTransId="{D6A27FEE-B84B-4D35-BCF9-F853C6560AB3}" sibTransId="{DCFDE651-C4CE-43F8-B4FB-BC9CEE6CCB84}"/>
    <dgm:cxn modelId="{5B414319-D3CD-410F-8CF2-5C767E3AC916}" type="presOf" srcId="{F23587B7-123B-40B9-AD79-C85ED78643ED}" destId="{DDA273B0-8D8C-4383-8D41-3E5DA5846DA3}" srcOrd="0" destOrd="0" presId="urn:microsoft.com/office/officeart/2008/layout/RadialCluster"/>
    <dgm:cxn modelId="{A9C5A0C1-B48A-44B6-8C91-CABC9A0EC2D8}" type="presOf" srcId="{88A0E4F0-9A12-4ACB-965D-0E23F9CB5112}" destId="{C45BD6D3-5ABA-43D2-9740-2FCB487592A3}" srcOrd="0" destOrd="0" presId="urn:microsoft.com/office/officeart/2008/layout/RadialCluster"/>
    <dgm:cxn modelId="{46E4556C-462D-4ABF-8F96-E2AC6DA13451}" type="presOf" srcId="{48C1705B-6AF2-44C3-AE67-8370732A8C60}" destId="{A062DD24-C01B-4233-A409-472FE2ACC0DC}" srcOrd="0" destOrd="0" presId="urn:microsoft.com/office/officeart/2008/layout/RadialCluster"/>
    <dgm:cxn modelId="{1B975B39-DC28-4827-8BF2-EBDDED51D4AB}" srcId="{86B9E450-88D3-4218-ABF9-0BA9CD2C37A7}" destId="{D1F3DA70-8BF6-4AA8-ACDE-CF494FDA277F}" srcOrd="3" destOrd="0" parTransId="{64827C93-1DF9-4B6D-A1D1-A5BA5040DF40}" sibTransId="{664E3187-FED4-44B1-B534-1DF9DD11C28D}"/>
    <dgm:cxn modelId="{BFCE5A28-3CF2-421A-BD57-2CB3CF04C181}" type="presOf" srcId="{64827C93-1DF9-4B6D-A1D1-A5BA5040DF40}" destId="{9DB5187A-A3E9-4A64-9FD1-F56B64122B13}" srcOrd="0" destOrd="0" presId="urn:microsoft.com/office/officeart/2008/layout/RadialCluster"/>
    <dgm:cxn modelId="{7761F92C-51BB-4DA5-93E3-632E34106FFA}" srcId="{B3BA966F-7A33-4567-AB8C-21297A87F70D}" destId="{F23587B7-123B-40B9-AD79-C85ED78643ED}" srcOrd="2" destOrd="0" parTransId="{D648FC9D-58B7-4F8C-9A34-5953A23C16E2}" sibTransId="{BAF4CD7C-4673-4FCE-873E-6B86EA9FF068}"/>
    <dgm:cxn modelId="{81F5FB05-D494-443F-8060-BE8604BF3E9F}" type="presOf" srcId="{52B88600-9039-48E0-915B-45DC3E6CF996}" destId="{BC77F89A-25C5-49CF-BBC5-3658A4BA31B9}" srcOrd="0" destOrd="0" presId="urn:microsoft.com/office/officeart/2008/layout/RadialCluster"/>
    <dgm:cxn modelId="{CF99720A-80E5-4FA9-9FE8-6F4B288BA3E6}" type="presOf" srcId="{3481FCD8-0127-4ABE-9E79-B7E04D1CA5DC}" destId="{C81C4D02-27B0-4A95-B040-118B8C1E17F2}" srcOrd="0" destOrd="0" presId="urn:microsoft.com/office/officeart/2008/layout/RadialCluster"/>
    <dgm:cxn modelId="{1186DE51-6BC4-40BF-AD74-ACF822A7104A}" type="presOf" srcId="{8BEC7D2A-268B-4D07-87D2-56B04142E2A8}" destId="{6E269775-938E-4D2C-8140-ABB95301EF02}" srcOrd="0" destOrd="0" presId="urn:microsoft.com/office/officeart/2008/layout/RadialCluster"/>
    <dgm:cxn modelId="{F7517D7D-B1D1-420F-BB23-FE94121EEF90}" srcId="{D1F3DA70-8BF6-4AA8-ACDE-CF494FDA277F}" destId="{ACC54A2E-7AA8-414A-B670-A580491A0913}" srcOrd="1" destOrd="0" parTransId="{EEB82972-E422-42AC-98C6-30CD7C17AC5E}" sibTransId="{6B74DD80-B980-4667-B205-AE488F08715F}"/>
    <dgm:cxn modelId="{FFAC0E67-9752-4566-8389-25DC31E52FD5}" type="presOf" srcId="{07596375-F813-4C4A-8726-E6F21E1933BE}" destId="{B18675EB-FB59-45F6-B693-69D0F201C75B}" srcOrd="0" destOrd="0" presId="urn:microsoft.com/office/officeart/2008/layout/RadialCluster"/>
    <dgm:cxn modelId="{B7062B80-AABA-4E45-8047-586D70FCE2D3}" type="presOf" srcId="{8EBDA183-EA1A-48E3-988F-F74F61BDFA08}" destId="{8E3E59A8-4652-47FE-9B44-93E7AFCDDBCD}" srcOrd="0" destOrd="0" presId="urn:microsoft.com/office/officeart/2008/layout/RadialCluster"/>
    <dgm:cxn modelId="{585EE5DE-CD15-442E-BB84-0CCC6D01D9AB}" srcId="{86B9E450-88D3-4218-ABF9-0BA9CD2C37A7}" destId="{431E38AB-4E14-46E8-969C-136C85F3CF06}" srcOrd="2" destOrd="0" parTransId="{25DF76CA-0D67-4F1C-8B2B-BE21437B900C}" sibTransId="{E28B57ED-50A3-42D0-9399-D114CAAFF535}"/>
    <dgm:cxn modelId="{42C3D74A-8FD3-40E2-865A-5753F6DEB225}" type="presOf" srcId="{5BD35809-9E6A-49E4-9FC6-5B0810707809}" destId="{A9612961-F5CA-4D68-8ECC-E2F14A773582}" srcOrd="0" destOrd="0" presId="urn:microsoft.com/office/officeart/2008/layout/RadialCluster"/>
    <dgm:cxn modelId="{B12D7A76-48AA-403D-8390-8A69CC5573D9}" srcId="{48C1705B-6AF2-44C3-AE67-8370732A8C60}" destId="{8BEC7D2A-268B-4D07-87D2-56B04142E2A8}" srcOrd="0" destOrd="0" parTransId="{0B99C1DB-A2FC-40CB-9922-52FF1F3B3129}" sibTransId="{B142584E-3094-471F-AB3A-639D096482F0}"/>
    <dgm:cxn modelId="{4D6744F8-5B18-4872-913F-F3E04D275BC9}" type="presOf" srcId="{431E38AB-4E14-46E8-969C-136C85F3CF06}" destId="{338533EE-F8E2-4941-A06B-F829BA6B7439}" srcOrd="0" destOrd="0" presId="urn:microsoft.com/office/officeart/2008/layout/RadialCluster"/>
    <dgm:cxn modelId="{1CB4097C-9C45-4668-A971-A26F993AF13E}" type="presOf" srcId="{D6A27FEE-B84B-4D35-BCF9-F853C6560AB3}" destId="{D111887A-AFBE-461E-8AD3-8047BDAE3D99}" srcOrd="0" destOrd="0" presId="urn:microsoft.com/office/officeart/2008/layout/RadialCluster"/>
    <dgm:cxn modelId="{3AAC1455-7DBF-45BD-A049-C56971436C95}" type="presOf" srcId="{578C0F5F-39C4-4D3B-A6AE-2ACBB61A0EFD}" destId="{D651CD8F-01FD-476D-99D4-3E137B67F294}" srcOrd="0" destOrd="0" presId="urn:microsoft.com/office/officeart/2008/layout/RadialCluster"/>
    <dgm:cxn modelId="{4B126432-3C66-42E9-A88E-3CDFA87A1692}" type="presOf" srcId="{71F4F07D-8527-4C1B-BBBA-5DAE34D98508}" destId="{4C45D013-4891-4960-B495-6BBEF0FFE4A7}" srcOrd="0" destOrd="0" presId="urn:microsoft.com/office/officeart/2008/layout/RadialCluster"/>
    <dgm:cxn modelId="{0363A9D6-8067-49AA-8E32-BDF66E253436}" type="presOf" srcId="{C7DCAE32-C04E-494B-AEAB-F894DC59C81C}" destId="{9C6A1187-DC35-4F01-9C8E-C9C8D786C61C}" srcOrd="0" destOrd="0" presId="urn:microsoft.com/office/officeart/2008/layout/RadialCluster"/>
    <dgm:cxn modelId="{96D833E3-9F9E-4E9C-9032-29A6E4D53395}" srcId="{431E38AB-4E14-46E8-969C-136C85F3CF06}" destId="{88A0E4F0-9A12-4ACB-965D-0E23F9CB5112}" srcOrd="2" destOrd="0" parTransId="{59F8AED6-BC5C-4B59-8B5B-54489CC172B6}" sibTransId="{5D2B10B5-EF60-4095-99F9-4FA7A9A20143}"/>
    <dgm:cxn modelId="{4E0D26D1-9960-40EA-9678-6678CACEEDCE}" srcId="{4EB0FDB4-680C-45A9-AEEA-82C259508C58}" destId="{E49F19A3-2A2F-46A3-94D5-5E6900D4547B}" srcOrd="1" destOrd="0" parTransId="{A8050A4A-3213-4885-8540-A5A05BF0F1CE}" sibTransId="{0E7A82AF-4B00-4860-A9AD-AE1D1A34A04F}"/>
    <dgm:cxn modelId="{D307DA34-1A4D-49EA-85EB-70D5D8F589A7}" type="presOf" srcId="{0A3C5422-4AAD-4234-B70C-8DE41F31ADA3}" destId="{0A077060-075A-4519-B8EB-B87971984D83}" srcOrd="0" destOrd="0" presId="urn:microsoft.com/office/officeart/2008/layout/RadialCluster"/>
    <dgm:cxn modelId="{EEB43362-2F09-4F13-83BC-7D7AEF5D003B}" type="presOf" srcId="{59F8AED6-BC5C-4B59-8B5B-54489CC172B6}" destId="{C28CDF67-6D68-46FF-9492-08BF2EE5AFA2}" srcOrd="0" destOrd="0" presId="urn:microsoft.com/office/officeart/2008/layout/RadialCluster"/>
    <dgm:cxn modelId="{5A051B49-EC75-4F61-8A7D-EF63C8EB3ACA}" type="presOf" srcId="{A93B4DA4-4C3F-475F-B2F6-175379C4AD72}" destId="{E0405F32-D372-45FE-84C8-7FD06A0AA65D}" srcOrd="0" destOrd="0" presId="urn:microsoft.com/office/officeart/2008/layout/RadialCluster"/>
    <dgm:cxn modelId="{EBE28C33-FEAA-4445-B271-D85534C6CF17}" srcId="{8EBDA183-EA1A-48E3-988F-F74F61BDFA08}" destId="{86B9E450-88D3-4218-ABF9-0BA9CD2C37A7}" srcOrd="0" destOrd="0" parTransId="{8EC8BD22-C6AF-4F90-9524-3290B383A414}" sibTransId="{8A0D6A1B-363A-4456-84D6-AABA0AF2B5F7}"/>
    <dgm:cxn modelId="{E52352EC-3088-4B05-B20B-9C2851409D52}" srcId="{B3BA966F-7A33-4567-AB8C-21297A87F70D}" destId="{1D64CA66-F4FF-458C-A329-FB36CA667828}" srcOrd="1" destOrd="0" parTransId="{CBC1F7C2-8FE5-4CED-BF53-FDB06FD38E16}" sibTransId="{3EB83CC0-52F5-4BBE-8B95-5249D7445B3D}"/>
    <dgm:cxn modelId="{9510EAD0-0592-47E8-A2B8-6F71487178BB}" srcId="{86B9E450-88D3-4218-ABF9-0BA9CD2C37A7}" destId="{B3BA966F-7A33-4567-AB8C-21297A87F70D}" srcOrd="1" destOrd="0" parTransId="{0049D9EF-FAB3-45EB-8C33-BFBED142E1AD}" sibTransId="{486A12AA-8C8B-454B-9775-78CF43210A19}"/>
    <dgm:cxn modelId="{D7BCFED8-E9A8-4F4C-989D-7BE6C236DF17}" type="presOf" srcId="{BF731363-DB3D-4AA5-80D3-6606D96B9051}" destId="{01035EBB-4CAB-4031-B966-265512CAA99B}" srcOrd="0" destOrd="0" presId="urn:microsoft.com/office/officeart/2008/layout/RadialCluster"/>
    <dgm:cxn modelId="{0DD91AE6-01F0-4F2B-B377-E2E65A93AB41}" type="presOf" srcId="{2AD583B3-6A47-4BC8-BB55-B006FF97F98A}" destId="{8BB2E4D6-E229-4E1C-867A-9FA3DC9BE234}" srcOrd="0" destOrd="0" presId="urn:microsoft.com/office/officeart/2008/layout/RadialCluster"/>
    <dgm:cxn modelId="{267DCAF2-70EC-4F73-93D3-8B470F2FD494}" type="presOf" srcId="{0B99C1DB-A2FC-40CB-9922-52FF1F3B3129}" destId="{123F159E-3995-4993-833E-6BE07DD62BB3}" srcOrd="0" destOrd="0" presId="urn:microsoft.com/office/officeart/2008/layout/RadialCluster"/>
    <dgm:cxn modelId="{DFA78C87-9DBB-483B-B3D5-DBB808F799CA}" type="presOf" srcId="{04D88F1D-6766-4779-94E7-42319F2866FF}" destId="{332E5D3E-26D5-4D6A-ACD2-32CB4A8F83CC}" srcOrd="0" destOrd="0" presId="urn:microsoft.com/office/officeart/2008/layout/RadialCluster"/>
    <dgm:cxn modelId="{A96771F8-39C3-4CAE-B2D7-4B43C8C73B00}" srcId="{48C1705B-6AF2-44C3-AE67-8370732A8C60}" destId="{3481FCD8-0127-4ABE-9E79-B7E04D1CA5DC}" srcOrd="2" destOrd="0" parTransId="{6CDCAEF4-7585-48EC-A7B6-C35DD31BFDDA}" sibTransId="{21181462-6BE4-4F8A-B4D1-437A88C254F4}"/>
    <dgm:cxn modelId="{8900B22F-EFA7-4A01-946F-86731B6E3D4B}" type="presOf" srcId="{8F25AF35-CE98-490B-B67E-853AD08A966E}" destId="{5438BB42-4318-463A-9DD1-26834997EF65}" srcOrd="0" destOrd="0" presId="urn:microsoft.com/office/officeart/2008/layout/RadialCluster"/>
    <dgm:cxn modelId="{FAFDF06C-115B-4123-BBD8-B5EBC60D9156}" srcId="{86B9E450-88D3-4218-ABF9-0BA9CD2C37A7}" destId="{4EB0FDB4-680C-45A9-AEEA-82C259508C58}" srcOrd="4" destOrd="0" parTransId="{2096782B-40C1-483F-89AC-FCDAA06E318B}" sibTransId="{0BD5A3BE-891A-4208-90C2-DBA451F725CC}"/>
    <dgm:cxn modelId="{312F11A0-91FF-468E-BF5C-4DE9BF161709}" srcId="{431E38AB-4E14-46E8-969C-136C85F3CF06}" destId="{4D28E44B-38BB-47C5-9DAC-35B2A3DB0912}" srcOrd="1" destOrd="0" parTransId="{2AD583B3-6A47-4BC8-BB55-B006FF97F98A}" sibTransId="{5A9789AD-9919-4B84-A9E7-AF65CC581BC4}"/>
    <dgm:cxn modelId="{2E9D66FF-FB14-4F0E-8756-C699B780C956}" srcId="{4EB0FDB4-680C-45A9-AEEA-82C259508C58}" destId="{71F4F07D-8527-4C1B-BBBA-5DAE34D98508}" srcOrd="2" destOrd="0" parTransId="{A3E871F3-DF94-4A9E-A8DB-D35867AD5AC8}" sibTransId="{DC6B64C6-628B-42C9-B60F-76A9479BA0E4}"/>
    <dgm:cxn modelId="{1147E6AF-91CF-42A8-967A-1476BF6B1647}" srcId="{D1F3DA70-8BF6-4AA8-ACDE-CF494FDA277F}" destId="{0A3C5422-4AAD-4234-B70C-8DE41F31ADA3}" srcOrd="0" destOrd="0" parTransId="{BF731363-DB3D-4AA5-80D3-6606D96B9051}" sibTransId="{2F5995A2-A932-4C26-B80C-F4D703264A87}"/>
    <dgm:cxn modelId="{C1C50CC9-D85A-41FD-89B1-2F56173F1FC0}" srcId="{86B9E450-88D3-4218-ABF9-0BA9CD2C37A7}" destId="{48C1705B-6AF2-44C3-AE67-8370732A8C60}" srcOrd="0" destOrd="0" parTransId="{64AD66CD-3F62-40C3-B3B1-43EF40852CE7}" sibTransId="{5EF27B0F-E621-497B-8E04-6D6C317B8158}"/>
    <dgm:cxn modelId="{ADF471C7-FB97-4B96-A4A9-58CCE2237429}" type="presOf" srcId="{0049D9EF-FAB3-45EB-8C33-BFBED142E1AD}" destId="{3DB3E55C-F1DE-4280-AA41-C1488394EBE7}" srcOrd="0" destOrd="0" presId="urn:microsoft.com/office/officeart/2008/layout/RadialCluster"/>
    <dgm:cxn modelId="{8F7D9A13-6C2C-4651-BFA4-3B1D6A03FEBF}" type="presOf" srcId="{C0A692CA-A4E4-411D-88FF-1D71A0EF288F}" destId="{344B5F89-2BA6-4CDC-819D-EEA0269E220E}" srcOrd="0" destOrd="0" presId="urn:microsoft.com/office/officeart/2008/layout/RadialCluster"/>
    <dgm:cxn modelId="{05F6B276-7A49-46C2-B159-C06A813D5CDF}" type="presOf" srcId="{2096782B-40C1-483F-89AC-FCDAA06E318B}" destId="{8FC41049-B195-4CFD-8333-4AC8E8A295E3}" srcOrd="0" destOrd="0" presId="urn:microsoft.com/office/officeart/2008/layout/RadialCluster"/>
    <dgm:cxn modelId="{135EA665-D509-4906-8847-6A177B8308BC}" type="presOf" srcId="{1D64CA66-F4FF-458C-A329-FB36CA667828}" destId="{2106C459-BF00-41CC-955D-D931ECE47E1B}" srcOrd="0" destOrd="0" presId="urn:microsoft.com/office/officeart/2008/layout/RadialCluster"/>
    <dgm:cxn modelId="{7CBB3DD8-5666-4CDA-9828-7ED96435478A}" srcId="{B3BA966F-7A33-4567-AB8C-21297A87F70D}" destId="{8F25AF35-CE98-490B-B67E-853AD08A966E}" srcOrd="3" destOrd="0" parTransId="{04D88F1D-6766-4779-94E7-42319F2866FF}" sibTransId="{4075E68B-11C4-451C-8E34-2FDD332E69E5}"/>
    <dgm:cxn modelId="{5A55511C-5792-4719-97FE-7E0C06DA7FF0}" srcId="{4EB0FDB4-680C-45A9-AEEA-82C259508C58}" destId="{578C0F5F-39C4-4D3B-A6AE-2ACBB61A0EFD}" srcOrd="0" destOrd="0" parTransId="{A93B4DA4-4C3F-475F-B2F6-175379C4AD72}" sibTransId="{74029DC5-1967-4B1B-ABCC-E805F330F2C3}"/>
    <dgm:cxn modelId="{465A2845-7668-4F84-B924-2B38664BCFA2}" type="presOf" srcId="{4D28E44B-38BB-47C5-9DAC-35B2A3DB0912}" destId="{D2F17281-8A85-4DB0-ADA8-670DE17FAA1E}" srcOrd="0" destOrd="0" presId="urn:microsoft.com/office/officeart/2008/layout/RadialCluster"/>
    <dgm:cxn modelId="{4757771B-4A1C-4348-BFA5-0F1DF43D5146}" type="presOf" srcId="{EEB82972-E422-42AC-98C6-30CD7C17AC5E}" destId="{EB108DC9-0838-411C-8CB2-F1D24259EB4F}" srcOrd="0" destOrd="0" presId="urn:microsoft.com/office/officeart/2008/layout/RadialCluster"/>
    <dgm:cxn modelId="{F93BFC4E-9CC7-4022-90EF-403577F411E1}" srcId="{48C1705B-6AF2-44C3-AE67-8370732A8C60}" destId="{9ADCDF43-287D-4CDA-87BE-AFD54DE8DA43}" srcOrd="1" destOrd="0" parTransId="{F8166538-1B82-45CC-B2E4-991CE74B8477}" sibTransId="{177FD947-AF89-4EF7-84CA-DD13F50B73C7}"/>
    <dgm:cxn modelId="{3F7575C4-F057-4CD1-B0EF-078DEEA33B00}" type="presOf" srcId="{A3E871F3-DF94-4A9E-A8DB-D35867AD5AC8}" destId="{7BA36DA3-FE52-4D75-AC7F-8253A8FC18B1}" srcOrd="0" destOrd="0" presId="urn:microsoft.com/office/officeart/2008/layout/RadialCluster"/>
    <dgm:cxn modelId="{6DFAC460-4A13-4BCA-953C-B95338FD8005}" type="presOf" srcId="{A8050A4A-3213-4885-8540-A5A05BF0F1CE}" destId="{C8906E9E-D37E-491B-8702-A82873F8CDE6}" srcOrd="0" destOrd="0" presId="urn:microsoft.com/office/officeart/2008/layout/RadialCluster"/>
    <dgm:cxn modelId="{4C41DA68-9D05-4771-BED1-AA5BFD3CC02D}" type="presOf" srcId="{E49F19A3-2A2F-46A3-94D5-5E6900D4547B}" destId="{C0C714EA-B363-4DDE-9A86-84372E5C9B55}" srcOrd="0" destOrd="0" presId="urn:microsoft.com/office/officeart/2008/layout/RadialCluster"/>
    <dgm:cxn modelId="{9DE8300B-6993-49E3-B9F8-37C14F5CE793}" type="presOf" srcId="{9ADCDF43-287D-4CDA-87BE-AFD54DE8DA43}" destId="{9EEB53B9-FC4E-45CD-B884-8F5882D83F61}" srcOrd="0" destOrd="0" presId="urn:microsoft.com/office/officeart/2008/layout/RadialCluster"/>
    <dgm:cxn modelId="{F86B6D72-0934-4211-B643-6ECA8F8D88E8}" type="presOf" srcId="{86B9E450-88D3-4218-ABF9-0BA9CD2C37A7}" destId="{D1FDE7EE-C6E9-4F08-8E2B-C1B2EC229AC5}" srcOrd="0" destOrd="0" presId="urn:microsoft.com/office/officeart/2008/layout/RadialCluster"/>
    <dgm:cxn modelId="{2E7627C0-FA8C-4FDC-9BA2-E0E44AD46DB2}" type="presOf" srcId="{25DF76CA-0D67-4F1C-8B2B-BE21437B900C}" destId="{D9F7AD67-E476-4F62-8E80-56A3023D5FE6}" srcOrd="0" destOrd="0" presId="urn:microsoft.com/office/officeart/2008/layout/RadialCluster"/>
    <dgm:cxn modelId="{2964A9A3-F892-445A-84FE-5BBB98C6161B}" srcId="{431E38AB-4E14-46E8-969C-136C85F3CF06}" destId="{52B88600-9039-48E0-915B-45DC3E6CF996}" srcOrd="0" destOrd="0" parTransId="{C0A692CA-A4E4-411D-88FF-1D71A0EF288F}" sibTransId="{AC19D953-84FD-4C98-ACF7-99F15B21FC82}"/>
    <dgm:cxn modelId="{B9204D6D-5A50-40CD-88A3-F7BFA333CF08}" type="presOf" srcId="{5DD044FC-EF30-4DDC-97C4-A0D76CDB551E}" destId="{E1FB2B77-CF13-4FEF-8A1B-F2CE3220C5F4}" srcOrd="0" destOrd="0" presId="urn:microsoft.com/office/officeart/2008/layout/RadialCluster"/>
    <dgm:cxn modelId="{84B8A2C9-4C00-4452-B61E-1F5FE614142E}" type="presOf" srcId="{F8166538-1B82-45CC-B2E4-991CE74B8477}" destId="{CCE8481F-8F16-4089-9C11-03069098A0D3}" srcOrd="0" destOrd="0" presId="urn:microsoft.com/office/officeart/2008/layout/RadialCluster"/>
    <dgm:cxn modelId="{6B4B98B5-D4F1-422B-926A-30CBFA2F4FFD}" type="presParOf" srcId="{8E3E59A8-4652-47FE-9B44-93E7AFCDDBCD}" destId="{D1FDE7EE-C6E9-4F08-8E2B-C1B2EC229AC5}" srcOrd="0" destOrd="0" presId="urn:microsoft.com/office/officeart/2008/layout/RadialCluster"/>
    <dgm:cxn modelId="{C180824A-24F6-4083-9F75-0C7F8E9228E4}" type="presParOf" srcId="{8E3E59A8-4652-47FE-9B44-93E7AFCDDBCD}" destId="{9F359F57-2433-4ADA-AD46-D3953E8E4E8B}" srcOrd="1" destOrd="0" presId="urn:microsoft.com/office/officeart/2008/layout/RadialCluster"/>
    <dgm:cxn modelId="{581292D9-D4A0-4918-9AF4-FCDD624A1B1D}" type="presParOf" srcId="{9F359F57-2433-4ADA-AD46-D3953E8E4E8B}" destId="{A062DD24-C01B-4233-A409-472FE2ACC0DC}" srcOrd="0" destOrd="0" presId="urn:microsoft.com/office/officeart/2008/layout/RadialCluster"/>
    <dgm:cxn modelId="{6347DAFF-9B93-49B5-9904-D74BEA93593D}" type="presParOf" srcId="{9F359F57-2433-4ADA-AD46-D3953E8E4E8B}" destId="{123F159E-3995-4993-833E-6BE07DD62BB3}" srcOrd="1" destOrd="0" presId="urn:microsoft.com/office/officeart/2008/layout/RadialCluster"/>
    <dgm:cxn modelId="{0E0BB926-7458-4E4E-A231-1076F0D4A9D0}" type="presParOf" srcId="{9F359F57-2433-4ADA-AD46-D3953E8E4E8B}" destId="{6E269775-938E-4D2C-8140-ABB95301EF02}" srcOrd="2" destOrd="0" presId="urn:microsoft.com/office/officeart/2008/layout/RadialCluster"/>
    <dgm:cxn modelId="{A7E389EC-52E9-48DE-8A74-33821904B4A3}" type="presParOf" srcId="{9F359F57-2433-4ADA-AD46-D3953E8E4E8B}" destId="{CCE8481F-8F16-4089-9C11-03069098A0D3}" srcOrd="3" destOrd="0" presId="urn:microsoft.com/office/officeart/2008/layout/RadialCluster"/>
    <dgm:cxn modelId="{8304AFD0-CAE6-4049-BA99-AE591C0828C6}" type="presParOf" srcId="{9F359F57-2433-4ADA-AD46-D3953E8E4E8B}" destId="{9EEB53B9-FC4E-45CD-B884-8F5882D83F61}" srcOrd="4" destOrd="0" presId="urn:microsoft.com/office/officeart/2008/layout/RadialCluster"/>
    <dgm:cxn modelId="{1D4628E3-E55B-484B-AA22-8ADC0DF7F8B4}" type="presParOf" srcId="{9F359F57-2433-4ADA-AD46-D3953E8E4E8B}" destId="{7E2423E0-E5CE-4F6A-9653-9B41371E12C3}" srcOrd="5" destOrd="0" presId="urn:microsoft.com/office/officeart/2008/layout/RadialCluster"/>
    <dgm:cxn modelId="{E563B1EE-F47F-4193-B7E3-9F8B97380C73}" type="presParOf" srcId="{9F359F57-2433-4ADA-AD46-D3953E8E4E8B}" destId="{C81C4D02-27B0-4A95-B040-118B8C1E17F2}" srcOrd="6" destOrd="0" presId="urn:microsoft.com/office/officeart/2008/layout/RadialCluster"/>
    <dgm:cxn modelId="{E6C13E59-DD1E-4026-9B10-214A430D8643}" type="presParOf" srcId="{8E3E59A8-4652-47FE-9B44-93E7AFCDDBCD}" destId="{1308AD1D-18A1-4683-96CB-0C94A5317668}" srcOrd="2" destOrd="0" presId="urn:microsoft.com/office/officeart/2008/layout/RadialCluster"/>
    <dgm:cxn modelId="{DBD6F5BA-9D27-415A-ABB8-3FDDEFA7733F}" type="presParOf" srcId="{8E3E59A8-4652-47FE-9B44-93E7AFCDDBCD}" destId="{CF80900F-480A-44D7-8BFC-D204CE9DB24B}" srcOrd="3" destOrd="0" presId="urn:microsoft.com/office/officeart/2008/layout/RadialCluster"/>
    <dgm:cxn modelId="{9F06DA03-BAC5-4532-9314-53FC8F67F825}" type="presParOf" srcId="{CF80900F-480A-44D7-8BFC-D204CE9DB24B}" destId="{52C487EE-4D29-4A65-A7A5-556C0A4E9151}" srcOrd="0" destOrd="0" presId="urn:microsoft.com/office/officeart/2008/layout/RadialCluster"/>
    <dgm:cxn modelId="{EF5B3853-3EE8-4EFB-94F0-3C8F9D1B4495}" type="presParOf" srcId="{CF80900F-480A-44D7-8BFC-D204CE9DB24B}" destId="{D111887A-AFBE-461E-8AD3-8047BDAE3D99}" srcOrd="1" destOrd="0" presId="urn:microsoft.com/office/officeart/2008/layout/RadialCluster"/>
    <dgm:cxn modelId="{5AD8A51B-0C17-47B0-B7D7-1072575FF752}" type="presParOf" srcId="{CF80900F-480A-44D7-8BFC-D204CE9DB24B}" destId="{9C6A1187-DC35-4F01-9C8E-C9C8D786C61C}" srcOrd="2" destOrd="0" presId="urn:microsoft.com/office/officeart/2008/layout/RadialCluster"/>
    <dgm:cxn modelId="{8A07F728-A9F2-4263-B1E6-B1A3B2693808}" type="presParOf" srcId="{CF80900F-480A-44D7-8BFC-D204CE9DB24B}" destId="{88ED63E6-AFD9-4D76-A895-BD9889FD4F91}" srcOrd="3" destOrd="0" presId="urn:microsoft.com/office/officeart/2008/layout/RadialCluster"/>
    <dgm:cxn modelId="{65D25800-B983-4F33-A139-53EC1671E5DB}" type="presParOf" srcId="{CF80900F-480A-44D7-8BFC-D204CE9DB24B}" destId="{2106C459-BF00-41CC-955D-D931ECE47E1B}" srcOrd="4" destOrd="0" presId="urn:microsoft.com/office/officeart/2008/layout/RadialCluster"/>
    <dgm:cxn modelId="{BBEA5236-DE1B-4BE3-8CAB-CB69E0059C6A}" type="presParOf" srcId="{CF80900F-480A-44D7-8BFC-D204CE9DB24B}" destId="{FF8856DA-8C9B-4E81-B26E-7543AAAD45C1}" srcOrd="5" destOrd="0" presId="urn:microsoft.com/office/officeart/2008/layout/RadialCluster"/>
    <dgm:cxn modelId="{F1FBF989-2A19-4132-824B-495BAFF7BDBC}" type="presParOf" srcId="{CF80900F-480A-44D7-8BFC-D204CE9DB24B}" destId="{DDA273B0-8D8C-4383-8D41-3E5DA5846DA3}" srcOrd="6" destOrd="0" presId="urn:microsoft.com/office/officeart/2008/layout/RadialCluster"/>
    <dgm:cxn modelId="{C5B964EE-2EFF-4650-9012-3F59A7B2AFD1}" type="presParOf" srcId="{CF80900F-480A-44D7-8BFC-D204CE9DB24B}" destId="{332E5D3E-26D5-4D6A-ACD2-32CB4A8F83CC}" srcOrd="7" destOrd="0" presId="urn:microsoft.com/office/officeart/2008/layout/RadialCluster"/>
    <dgm:cxn modelId="{3F182FC9-50F2-4201-AB7E-706114A6A881}" type="presParOf" srcId="{CF80900F-480A-44D7-8BFC-D204CE9DB24B}" destId="{5438BB42-4318-463A-9DD1-26834997EF65}" srcOrd="8" destOrd="0" presId="urn:microsoft.com/office/officeart/2008/layout/RadialCluster"/>
    <dgm:cxn modelId="{6AC6AECF-55BF-459B-AA76-3D57D168299B}" type="presParOf" srcId="{CF80900F-480A-44D7-8BFC-D204CE9DB24B}" destId="{E1FB2B77-CF13-4FEF-8A1B-F2CE3220C5F4}" srcOrd="9" destOrd="0" presId="urn:microsoft.com/office/officeart/2008/layout/RadialCluster"/>
    <dgm:cxn modelId="{6454164A-B082-4154-8E91-1D114C1D5E1C}" type="presParOf" srcId="{CF80900F-480A-44D7-8BFC-D204CE9DB24B}" destId="{A5B3C8CA-7623-4C93-9D62-A6B93BCA4231}" srcOrd="10" destOrd="0" presId="urn:microsoft.com/office/officeart/2008/layout/RadialCluster"/>
    <dgm:cxn modelId="{FA135215-42F5-4C3B-A191-6CA963A49E00}" type="presParOf" srcId="{8E3E59A8-4652-47FE-9B44-93E7AFCDDBCD}" destId="{3DB3E55C-F1DE-4280-AA41-C1488394EBE7}" srcOrd="4" destOrd="0" presId="urn:microsoft.com/office/officeart/2008/layout/RadialCluster"/>
    <dgm:cxn modelId="{EAC4D120-9127-4ABC-9463-B736CFFFBAD4}" type="presParOf" srcId="{8E3E59A8-4652-47FE-9B44-93E7AFCDDBCD}" destId="{55ACF2EF-7875-4B5D-AA56-54D916E63FB4}" srcOrd="5" destOrd="0" presId="urn:microsoft.com/office/officeart/2008/layout/RadialCluster"/>
    <dgm:cxn modelId="{4F0AEA6A-854D-4594-9BC0-C236713DB0E8}" type="presParOf" srcId="{55ACF2EF-7875-4B5D-AA56-54D916E63FB4}" destId="{338533EE-F8E2-4941-A06B-F829BA6B7439}" srcOrd="0" destOrd="0" presId="urn:microsoft.com/office/officeart/2008/layout/RadialCluster"/>
    <dgm:cxn modelId="{E8FD2EB8-7A44-47D5-BCA0-1FEB5284A7A3}" type="presParOf" srcId="{55ACF2EF-7875-4B5D-AA56-54D916E63FB4}" destId="{344B5F89-2BA6-4CDC-819D-EEA0269E220E}" srcOrd="1" destOrd="0" presId="urn:microsoft.com/office/officeart/2008/layout/RadialCluster"/>
    <dgm:cxn modelId="{16EC356D-50F4-4D8A-9894-5AA247B9BC6B}" type="presParOf" srcId="{55ACF2EF-7875-4B5D-AA56-54D916E63FB4}" destId="{BC77F89A-25C5-49CF-BBC5-3658A4BA31B9}" srcOrd="2" destOrd="0" presId="urn:microsoft.com/office/officeart/2008/layout/RadialCluster"/>
    <dgm:cxn modelId="{3781D853-DAE5-4654-8FF1-9084C643F998}" type="presParOf" srcId="{55ACF2EF-7875-4B5D-AA56-54D916E63FB4}" destId="{8BB2E4D6-E229-4E1C-867A-9FA3DC9BE234}" srcOrd="3" destOrd="0" presId="urn:microsoft.com/office/officeart/2008/layout/RadialCluster"/>
    <dgm:cxn modelId="{B721D78C-26C5-4DBB-96F5-383FD931FD31}" type="presParOf" srcId="{55ACF2EF-7875-4B5D-AA56-54D916E63FB4}" destId="{D2F17281-8A85-4DB0-ADA8-670DE17FAA1E}" srcOrd="4" destOrd="0" presId="urn:microsoft.com/office/officeart/2008/layout/RadialCluster"/>
    <dgm:cxn modelId="{DB2133A0-E13B-419F-BD08-895CD294FD60}" type="presParOf" srcId="{55ACF2EF-7875-4B5D-AA56-54D916E63FB4}" destId="{C28CDF67-6D68-46FF-9492-08BF2EE5AFA2}" srcOrd="5" destOrd="0" presId="urn:microsoft.com/office/officeart/2008/layout/RadialCluster"/>
    <dgm:cxn modelId="{0B44E1D3-ED27-4E4F-A6FE-0011E95F69D9}" type="presParOf" srcId="{55ACF2EF-7875-4B5D-AA56-54D916E63FB4}" destId="{C45BD6D3-5ABA-43D2-9740-2FCB487592A3}" srcOrd="6" destOrd="0" presId="urn:microsoft.com/office/officeart/2008/layout/RadialCluster"/>
    <dgm:cxn modelId="{D87A90E1-F8AF-425F-A5A9-2A651591AE83}" type="presParOf" srcId="{8E3E59A8-4652-47FE-9B44-93E7AFCDDBCD}" destId="{D9F7AD67-E476-4F62-8E80-56A3023D5FE6}" srcOrd="6" destOrd="0" presId="urn:microsoft.com/office/officeart/2008/layout/RadialCluster"/>
    <dgm:cxn modelId="{AAA21937-3E3D-4939-B9FB-64CD9DC55FD1}" type="presParOf" srcId="{8E3E59A8-4652-47FE-9B44-93E7AFCDDBCD}" destId="{BE29135C-022E-42D9-9206-23D4544AFD1F}" srcOrd="7" destOrd="0" presId="urn:microsoft.com/office/officeart/2008/layout/RadialCluster"/>
    <dgm:cxn modelId="{44D83B7C-D461-483F-9131-1ED1A16FD2E4}" type="presParOf" srcId="{BE29135C-022E-42D9-9206-23D4544AFD1F}" destId="{4DE54E37-4AC2-48C5-A31B-FA925BA84460}" srcOrd="0" destOrd="0" presId="urn:microsoft.com/office/officeart/2008/layout/RadialCluster"/>
    <dgm:cxn modelId="{4FE8AC63-8E4E-4C6E-A0A7-43BCB52474FA}" type="presParOf" srcId="{BE29135C-022E-42D9-9206-23D4544AFD1F}" destId="{01035EBB-4CAB-4031-B966-265512CAA99B}" srcOrd="1" destOrd="0" presId="urn:microsoft.com/office/officeart/2008/layout/RadialCluster"/>
    <dgm:cxn modelId="{29522487-EED2-4FC7-8FA3-9E5CDF53E9D3}" type="presParOf" srcId="{BE29135C-022E-42D9-9206-23D4544AFD1F}" destId="{0A077060-075A-4519-B8EB-B87971984D83}" srcOrd="2" destOrd="0" presId="urn:microsoft.com/office/officeart/2008/layout/RadialCluster"/>
    <dgm:cxn modelId="{3CB10693-DFB3-4445-926A-1A9BB587B7A3}" type="presParOf" srcId="{BE29135C-022E-42D9-9206-23D4544AFD1F}" destId="{EB108DC9-0838-411C-8CB2-F1D24259EB4F}" srcOrd="3" destOrd="0" presId="urn:microsoft.com/office/officeart/2008/layout/RadialCluster"/>
    <dgm:cxn modelId="{F99A8C0F-D037-485B-A457-A20CAF74D7E1}" type="presParOf" srcId="{BE29135C-022E-42D9-9206-23D4544AFD1F}" destId="{5C8FC5C9-8D36-4137-9D6D-8E61135A5BF0}" srcOrd="4" destOrd="0" presId="urn:microsoft.com/office/officeart/2008/layout/RadialCluster"/>
    <dgm:cxn modelId="{D0D2C1AB-CCC8-4902-8BFC-1F652894C65C}" type="presParOf" srcId="{BE29135C-022E-42D9-9206-23D4544AFD1F}" destId="{B18675EB-FB59-45F6-B693-69D0F201C75B}" srcOrd="5" destOrd="0" presId="urn:microsoft.com/office/officeart/2008/layout/RadialCluster"/>
    <dgm:cxn modelId="{0A61B697-6853-4C0E-AC4C-57360C1FB0F9}" type="presParOf" srcId="{BE29135C-022E-42D9-9206-23D4544AFD1F}" destId="{A9612961-F5CA-4D68-8ECC-E2F14A773582}" srcOrd="6" destOrd="0" presId="urn:microsoft.com/office/officeart/2008/layout/RadialCluster"/>
    <dgm:cxn modelId="{83E56AA0-A806-4F1D-BE62-AED018DFF18E}" type="presParOf" srcId="{8E3E59A8-4652-47FE-9B44-93E7AFCDDBCD}" destId="{9DB5187A-A3E9-4A64-9FD1-F56B64122B13}" srcOrd="8" destOrd="0" presId="urn:microsoft.com/office/officeart/2008/layout/RadialCluster"/>
    <dgm:cxn modelId="{AF43733B-F6BC-4B6A-8920-6CFB679D799F}" type="presParOf" srcId="{8E3E59A8-4652-47FE-9B44-93E7AFCDDBCD}" destId="{EC7CBEE7-EB35-4C20-9265-59B1E65D8BEB}" srcOrd="9" destOrd="0" presId="urn:microsoft.com/office/officeart/2008/layout/RadialCluster"/>
    <dgm:cxn modelId="{D461E83B-636F-47D2-BF2F-24411FE7EF2D}" type="presParOf" srcId="{EC7CBEE7-EB35-4C20-9265-59B1E65D8BEB}" destId="{C785D16D-21F0-47FA-B781-18D1E5330133}" srcOrd="0" destOrd="0" presId="urn:microsoft.com/office/officeart/2008/layout/RadialCluster"/>
    <dgm:cxn modelId="{AD0C2A71-85DE-41DD-9D68-70C338B08DC5}" type="presParOf" srcId="{EC7CBEE7-EB35-4C20-9265-59B1E65D8BEB}" destId="{E0405F32-D372-45FE-84C8-7FD06A0AA65D}" srcOrd="1" destOrd="0" presId="urn:microsoft.com/office/officeart/2008/layout/RadialCluster"/>
    <dgm:cxn modelId="{BEDF0F5B-5355-475E-A4F4-D69D023A882B}" type="presParOf" srcId="{EC7CBEE7-EB35-4C20-9265-59B1E65D8BEB}" destId="{D651CD8F-01FD-476D-99D4-3E137B67F294}" srcOrd="2" destOrd="0" presId="urn:microsoft.com/office/officeart/2008/layout/RadialCluster"/>
    <dgm:cxn modelId="{CFEFCC83-117B-4446-AB3A-EC85A8DBA9F8}" type="presParOf" srcId="{EC7CBEE7-EB35-4C20-9265-59B1E65D8BEB}" destId="{C8906E9E-D37E-491B-8702-A82873F8CDE6}" srcOrd="3" destOrd="0" presId="urn:microsoft.com/office/officeart/2008/layout/RadialCluster"/>
    <dgm:cxn modelId="{5E758193-17CA-49EC-8CA2-EA2584B333F3}" type="presParOf" srcId="{EC7CBEE7-EB35-4C20-9265-59B1E65D8BEB}" destId="{C0C714EA-B363-4DDE-9A86-84372E5C9B55}" srcOrd="4" destOrd="0" presId="urn:microsoft.com/office/officeart/2008/layout/RadialCluster"/>
    <dgm:cxn modelId="{EF370100-FEC4-4C8D-8571-8A54163F8869}" type="presParOf" srcId="{EC7CBEE7-EB35-4C20-9265-59B1E65D8BEB}" destId="{7BA36DA3-FE52-4D75-AC7F-8253A8FC18B1}" srcOrd="5" destOrd="0" presId="urn:microsoft.com/office/officeart/2008/layout/RadialCluster"/>
    <dgm:cxn modelId="{1DB9AEAD-7240-4DB6-A65F-6E60678D6490}" type="presParOf" srcId="{EC7CBEE7-EB35-4C20-9265-59B1E65D8BEB}" destId="{4C45D013-4891-4960-B495-6BBEF0FFE4A7}" srcOrd="6" destOrd="0" presId="urn:microsoft.com/office/officeart/2008/layout/RadialCluster"/>
    <dgm:cxn modelId="{32CEBAD3-D116-4F6E-A8CE-F544FFA49A95}" type="presParOf" srcId="{8E3E59A8-4652-47FE-9B44-93E7AFCDDBCD}" destId="{8FC41049-B195-4CFD-8333-4AC8E8A295E3}" srcOrd="10" destOrd="0" presId="urn:microsoft.com/office/officeart/2008/layout/RadialCluster"/>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21EF8F-6AC8-4660-8008-692FF5C431B5}" type="doc">
      <dgm:prSet loTypeId="urn:microsoft.com/office/officeart/2008/layout/RadialCluster" loCatId="cycle" qsTypeId="urn:microsoft.com/office/officeart/2005/8/quickstyle/simple3" qsCatId="simple" csTypeId="urn:microsoft.com/office/officeart/2005/8/colors/accent4_2" csCatId="accent4" phldr="1"/>
      <dgm:spPr/>
      <dgm:t>
        <a:bodyPr/>
        <a:lstStyle/>
        <a:p>
          <a:endParaRPr lang="en-US"/>
        </a:p>
      </dgm:t>
    </dgm:pt>
    <dgm:pt modelId="{40326FA7-3222-42DA-B6A8-05226E34D733}">
      <dgm:prSet phldrT="[Text]" custT="1"/>
      <dgm:spPr/>
      <dgm:t>
        <a:bodyPr/>
        <a:lstStyle/>
        <a:p>
          <a:r>
            <a:rPr lang="en-US" sz="2900" dirty="0" smtClean="0"/>
            <a:t>LlamaIndex</a:t>
          </a:r>
          <a:endParaRPr lang="en-US" sz="2900" dirty="0"/>
        </a:p>
      </dgm:t>
    </dgm:pt>
    <dgm:pt modelId="{1964314F-8A05-4E50-8728-6BCB84CC46A0}" type="parTrans" cxnId="{43F365F0-D932-4AE4-B1B3-E703E30EDE1E}">
      <dgm:prSet/>
      <dgm:spPr/>
      <dgm:t>
        <a:bodyPr/>
        <a:lstStyle/>
        <a:p>
          <a:endParaRPr lang="en-US"/>
        </a:p>
      </dgm:t>
    </dgm:pt>
    <dgm:pt modelId="{ACD69142-9CC5-431C-8014-94B8B67FA6C2}" type="sibTrans" cxnId="{43F365F0-D932-4AE4-B1B3-E703E30EDE1E}">
      <dgm:prSet/>
      <dgm:spPr/>
      <dgm:t>
        <a:bodyPr/>
        <a:lstStyle/>
        <a:p>
          <a:endParaRPr lang="en-US"/>
        </a:p>
      </dgm:t>
    </dgm:pt>
    <dgm:pt modelId="{CF7C347E-F1CC-4A18-96ED-66C826D6C5A2}">
      <dgm:prSet phldrT="[Text]"/>
      <dgm:spPr/>
      <dgm:t>
        <a:bodyPr/>
        <a:lstStyle/>
        <a:p>
          <a:r>
            <a:rPr lang="en-US" dirty="0" smtClean="0"/>
            <a:t>Core</a:t>
          </a:r>
          <a:endParaRPr lang="en-US" dirty="0"/>
        </a:p>
      </dgm:t>
    </dgm:pt>
    <dgm:pt modelId="{FDDBDE20-8845-4E8B-A0A7-4627FABD5973}" type="parTrans" cxnId="{0E6E1122-97C8-49AA-A7DA-EEE1521791C9}">
      <dgm:prSet/>
      <dgm:spPr/>
      <dgm:t>
        <a:bodyPr/>
        <a:lstStyle/>
        <a:p>
          <a:endParaRPr lang="en-US"/>
        </a:p>
      </dgm:t>
    </dgm:pt>
    <dgm:pt modelId="{831CA053-DE66-498D-84B0-2DCD615F0218}" type="sibTrans" cxnId="{0E6E1122-97C8-49AA-A7DA-EEE1521791C9}">
      <dgm:prSet/>
      <dgm:spPr/>
      <dgm:t>
        <a:bodyPr/>
        <a:lstStyle/>
        <a:p>
          <a:endParaRPr lang="en-US"/>
        </a:p>
      </dgm:t>
    </dgm:pt>
    <dgm:pt modelId="{D84FA030-CD28-4968-A796-91B2E844FA32}">
      <dgm:prSet phldrT="[Text]"/>
      <dgm:spPr/>
      <dgm:t>
        <a:bodyPr/>
        <a:lstStyle/>
        <a:p>
          <a:r>
            <a:rPr lang="en-US" dirty="0" smtClean="0"/>
            <a:t>Tools</a:t>
          </a:r>
          <a:endParaRPr lang="en-US" dirty="0"/>
        </a:p>
      </dgm:t>
    </dgm:pt>
    <dgm:pt modelId="{ECA29023-56AE-4225-86D3-FD6BD3E61120}" type="parTrans" cxnId="{273C57E1-E982-4308-A22F-63601E1EBE34}">
      <dgm:prSet/>
      <dgm:spPr/>
      <dgm:t>
        <a:bodyPr/>
        <a:lstStyle/>
        <a:p>
          <a:endParaRPr lang="en-US"/>
        </a:p>
      </dgm:t>
    </dgm:pt>
    <dgm:pt modelId="{06E8B101-49CB-4B42-BBB9-7541C3D89A30}" type="sibTrans" cxnId="{273C57E1-E982-4308-A22F-63601E1EBE34}">
      <dgm:prSet/>
      <dgm:spPr/>
      <dgm:t>
        <a:bodyPr/>
        <a:lstStyle/>
        <a:p>
          <a:endParaRPr lang="en-US"/>
        </a:p>
      </dgm:t>
    </dgm:pt>
    <dgm:pt modelId="{67A4D099-FA47-4BBB-A4CF-A5D8C45495D3}">
      <dgm:prSet phldrT="[Text]"/>
      <dgm:spPr/>
      <dgm:t>
        <a:bodyPr/>
        <a:lstStyle/>
        <a:p>
          <a:r>
            <a:rPr lang="en-US" dirty="0" smtClean="0"/>
            <a:t>LLMs</a:t>
          </a:r>
          <a:endParaRPr lang="en-US" dirty="0"/>
        </a:p>
      </dgm:t>
    </dgm:pt>
    <dgm:pt modelId="{C0F577E3-D26C-4547-8920-B17C05ED76CA}" type="parTrans" cxnId="{0A2E568D-5830-4E67-9288-826937A660AC}">
      <dgm:prSet/>
      <dgm:spPr/>
      <dgm:t>
        <a:bodyPr/>
        <a:lstStyle/>
        <a:p>
          <a:endParaRPr lang="en-US"/>
        </a:p>
      </dgm:t>
    </dgm:pt>
    <dgm:pt modelId="{681FCA9E-28B6-4DF8-9C43-87B87732C29F}" type="sibTrans" cxnId="{0A2E568D-5830-4E67-9288-826937A660AC}">
      <dgm:prSet/>
      <dgm:spPr/>
      <dgm:t>
        <a:bodyPr/>
        <a:lstStyle/>
        <a:p>
          <a:endParaRPr lang="en-US"/>
        </a:p>
      </dgm:t>
    </dgm:pt>
    <dgm:pt modelId="{DEC74C0E-666B-4B6C-96D9-7B6C90A92C3B}">
      <dgm:prSet phldrT="[Text]" custT="1"/>
      <dgm:spPr/>
      <dgm:t>
        <a:bodyPr/>
        <a:lstStyle/>
        <a:p>
          <a:r>
            <a:rPr lang="en-US" sz="1600" dirty="0" smtClean="0"/>
            <a:t>Vector</a:t>
          </a:r>
        </a:p>
        <a:p>
          <a:r>
            <a:rPr lang="en-US" sz="1600" dirty="0" smtClean="0"/>
            <a:t>Store</a:t>
          </a:r>
        </a:p>
        <a:p>
          <a:r>
            <a:rPr lang="en-US" sz="1600" dirty="0" smtClean="0"/>
            <a:t>Index</a:t>
          </a:r>
          <a:endParaRPr lang="en-US" sz="1600" dirty="0"/>
        </a:p>
      </dgm:t>
    </dgm:pt>
    <dgm:pt modelId="{3CA12B36-CC79-4571-B54A-4861448EB322}" type="parTrans" cxnId="{CBA29179-7542-4D25-A4E9-B5A90EA1DC6A}">
      <dgm:prSet/>
      <dgm:spPr/>
      <dgm:t>
        <a:bodyPr/>
        <a:lstStyle/>
        <a:p>
          <a:endParaRPr lang="en-US"/>
        </a:p>
      </dgm:t>
    </dgm:pt>
    <dgm:pt modelId="{7E2C65F1-40F0-4A1D-B948-6404064FA17D}" type="sibTrans" cxnId="{CBA29179-7542-4D25-A4E9-B5A90EA1DC6A}">
      <dgm:prSet/>
      <dgm:spPr/>
      <dgm:t>
        <a:bodyPr/>
        <a:lstStyle/>
        <a:p>
          <a:endParaRPr lang="en-US"/>
        </a:p>
      </dgm:t>
    </dgm:pt>
    <dgm:pt modelId="{0FBDACB3-FBF3-4E29-B339-23EE11347DC0}">
      <dgm:prSet phldrT="[Text]" custT="1"/>
      <dgm:spPr/>
      <dgm:t>
        <a:bodyPr/>
        <a:lstStyle/>
        <a:p>
          <a:r>
            <a:rPr lang="en-US" sz="1600" dirty="0" smtClean="0"/>
            <a:t>Service</a:t>
          </a:r>
        </a:p>
        <a:p>
          <a:r>
            <a:rPr lang="en-US" sz="1600" dirty="0" smtClean="0"/>
            <a:t>Context</a:t>
          </a:r>
          <a:endParaRPr lang="en-US" sz="1600" dirty="0"/>
        </a:p>
      </dgm:t>
    </dgm:pt>
    <dgm:pt modelId="{69627721-058D-4D09-BC09-6AC8E23F05B2}" type="parTrans" cxnId="{0CF62791-29A8-469A-85EC-A18D8F403C59}">
      <dgm:prSet/>
      <dgm:spPr/>
      <dgm:t>
        <a:bodyPr/>
        <a:lstStyle/>
        <a:p>
          <a:endParaRPr lang="en-US"/>
        </a:p>
      </dgm:t>
    </dgm:pt>
    <dgm:pt modelId="{8B57FB53-EC72-4189-9EB5-6A346C04307C}" type="sibTrans" cxnId="{0CF62791-29A8-469A-85EC-A18D8F403C59}">
      <dgm:prSet/>
      <dgm:spPr/>
      <dgm:t>
        <a:bodyPr/>
        <a:lstStyle/>
        <a:p>
          <a:endParaRPr lang="en-US"/>
        </a:p>
      </dgm:t>
    </dgm:pt>
    <dgm:pt modelId="{25B36B2E-69E0-4C82-A1DE-293356BCFAA3}">
      <dgm:prSet phldrT="[Text]" custT="1"/>
      <dgm:spPr/>
      <dgm:t>
        <a:bodyPr/>
        <a:lstStyle/>
        <a:p>
          <a:r>
            <a:rPr lang="en-US" sz="1600" dirty="0" smtClean="0"/>
            <a:t>Simple</a:t>
          </a:r>
        </a:p>
        <a:p>
          <a:r>
            <a:rPr lang="en-US" sz="1600" dirty="0" smtClean="0"/>
            <a:t>Directory</a:t>
          </a:r>
        </a:p>
        <a:p>
          <a:r>
            <a:rPr lang="en-US" sz="1600" dirty="0" smtClean="0"/>
            <a:t>Reader</a:t>
          </a:r>
          <a:endParaRPr lang="en-US" sz="1600" dirty="0"/>
        </a:p>
      </dgm:t>
    </dgm:pt>
    <dgm:pt modelId="{226EA0AB-7C51-47E8-B0FE-45B0DF73716D}" type="parTrans" cxnId="{A6AB18A9-95AA-4483-AD90-2C6AC6B9CFC6}">
      <dgm:prSet/>
      <dgm:spPr/>
      <dgm:t>
        <a:bodyPr/>
        <a:lstStyle/>
        <a:p>
          <a:endParaRPr lang="en-US"/>
        </a:p>
      </dgm:t>
    </dgm:pt>
    <dgm:pt modelId="{FAD4ABFB-AD8B-48F0-9D41-7C5AEE89D8A9}" type="sibTrans" cxnId="{A6AB18A9-95AA-4483-AD90-2C6AC6B9CFC6}">
      <dgm:prSet/>
      <dgm:spPr/>
      <dgm:t>
        <a:bodyPr/>
        <a:lstStyle/>
        <a:p>
          <a:endParaRPr lang="en-US"/>
        </a:p>
      </dgm:t>
    </dgm:pt>
    <dgm:pt modelId="{D844B62A-5A44-4100-94A0-0A513452C7D7}">
      <dgm:prSet phldrT="[Text]" custT="1"/>
      <dgm:spPr/>
      <dgm:t>
        <a:bodyPr/>
        <a:lstStyle/>
        <a:p>
          <a:r>
            <a:rPr lang="en-US" sz="1600" dirty="0" smtClean="0"/>
            <a:t>OpenAI</a:t>
          </a:r>
          <a:endParaRPr lang="en-US" sz="1600" dirty="0"/>
        </a:p>
      </dgm:t>
    </dgm:pt>
    <dgm:pt modelId="{179F6473-0F12-4F79-BBD7-841C6C1DCA87}" type="parTrans" cxnId="{799B2DDF-FDF0-4FA4-8541-03FED491D64B}">
      <dgm:prSet/>
      <dgm:spPr/>
      <dgm:t>
        <a:bodyPr/>
        <a:lstStyle/>
        <a:p>
          <a:endParaRPr lang="en-US"/>
        </a:p>
      </dgm:t>
    </dgm:pt>
    <dgm:pt modelId="{68AB8FC4-8CD1-4C87-AEC2-B8042861618C}" type="sibTrans" cxnId="{799B2DDF-FDF0-4FA4-8541-03FED491D64B}">
      <dgm:prSet/>
      <dgm:spPr/>
      <dgm:t>
        <a:bodyPr/>
        <a:lstStyle/>
        <a:p>
          <a:endParaRPr lang="en-US"/>
        </a:p>
      </dgm:t>
    </dgm:pt>
    <dgm:pt modelId="{4C314882-92B6-4D45-8A19-536163A74C0A}">
      <dgm:prSet phldrT="[Text]" custT="1"/>
      <dgm:spPr/>
      <dgm:t>
        <a:bodyPr/>
        <a:lstStyle/>
        <a:p>
          <a:r>
            <a:rPr lang="en-US" sz="1600" dirty="0" smtClean="0"/>
            <a:t>Query</a:t>
          </a:r>
        </a:p>
        <a:p>
          <a:r>
            <a:rPr lang="en-US" sz="1600" dirty="0" smtClean="0"/>
            <a:t>Engine</a:t>
          </a:r>
        </a:p>
        <a:p>
          <a:r>
            <a:rPr lang="en-US" sz="1600" dirty="0" smtClean="0"/>
            <a:t>Tool</a:t>
          </a:r>
          <a:endParaRPr lang="en-US" sz="1600" dirty="0"/>
        </a:p>
      </dgm:t>
    </dgm:pt>
    <dgm:pt modelId="{74B45D3E-D3FA-4185-BEEA-38BE3D23FD40}" type="parTrans" cxnId="{F8103CE8-9645-4CCD-B98D-A394CC4D4805}">
      <dgm:prSet/>
      <dgm:spPr/>
      <dgm:t>
        <a:bodyPr/>
        <a:lstStyle/>
        <a:p>
          <a:endParaRPr lang="en-US"/>
        </a:p>
      </dgm:t>
    </dgm:pt>
    <dgm:pt modelId="{B1A5ABFC-D399-409D-87BF-C69D33CB4614}" type="sibTrans" cxnId="{F8103CE8-9645-4CCD-B98D-A394CC4D4805}">
      <dgm:prSet/>
      <dgm:spPr/>
      <dgm:t>
        <a:bodyPr/>
        <a:lstStyle/>
        <a:p>
          <a:endParaRPr lang="en-US"/>
        </a:p>
      </dgm:t>
    </dgm:pt>
    <dgm:pt modelId="{45D89D23-F11B-4CEB-8AFF-C81AB28BBCD7}">
      <dgm:prSet custT="1"/>
      <dgm:spPr/>
      <dgm:t>
        <a:bodyPr/>
        <a:lstStyle/>
        <a:p>
          <a:r>
            <a:rPr lang="en-US" sz="1600" dirty="0" smtClean="0"/>
            <a:t>Anthropic</a:t>
          </a:r>
        </a:p>
      </dgm:t>
    </dgm:pt>
    <dgm:pt modelId="{EEC3B11B-EE06-459D-8CA1-466602E41BE6}" type="parTrans" cxnId="{D4340086-1955-44E5-AF1B-44A605A9F3BD}">
      <dgm:prSet/>
      <dgm:spPr/>
      <dgm:t>
        <a:bodyPr/>
        <a:lstStyle/>
        <a:p>
          <a:endParaRPr lang="en-US"/>
        </a:p>
      </dgm:t>
    </dgm:pt>
    <dgm:pt modelId="{8363AE86-460E-4FF3-8378-7E6CFC003B3C}" type="sibTrans" cxnId="{D4340086-1955-44E5-AF1B-44A605A9F3BD}">
      <dgm:prSet/>
      <dgm:spPr/>
      <dgm:t>
        <a:bodyPr/>
        <a:lstStyle/>
        <a:p>
          <a:endParaRPr lang="en-US"/>
        </a:p>
      </dgm:t>
    </dgm:pt>
    <dgm:pt modelId="{F42A3A3A-9C3F-4234-8287-B26081CB5021}">
      <dgm:prSet phldrT="[Text]" custT="1"/>
      <dgm:spPr/>
      <dgm:t>
        <a:bodyPr/>
        <a:lstStyle/>
        <a:p>
          <a:r>
            <a:rPr lang="en-US" sz="1600" dirty="0" smtClean="0"/>
            <a:t>Function</a:t>
          </a:r>
        </a:p>
        <a:p>
          <a:r>
            <a:rPr lang="en-US" sz="1600" dirty="0" smtClean="0"/>
            <a:t>Tool</a:t>
          </a:r>
          <a:endParaRPr lang="en-US" sz="1600" dirty="0"/>
        </a:p>
      </dgm:t>
    </dgm:pt>
    <dgm:pt modelId="{56FB7FFA-6222-4F20-BEBE-28B31F3CD545}" type="parTrans" cxnId="{59606A12-ABE8-4B6D-9D5E-B6A0ECC9B656}">
      <dgm:prSet/>
      <dgm:spPr/>
      <dgm:t>
        <a:bodyPr/>
        <a:lstStyle/>
        <a:p>
          <a:endParaRPr lang="en-US"/>
        </a:p>
      </dgm:t>
    </dgm:pt>
    <dgm:pt modelId="{BC0D4516-7EDB-4311-8371-8FF5C0F3B7D8}" type="sibTrans" cxnId="{59606A12-ABE8-4B6D-9D5E-B6A0ECC9B656}">
      <dgm:prSet/>
      <dgm:spPr/>
      <dgm:t>
        <a:bodyPr/>
        <a:lstStyle/>
        <a:p>
          <a:endParaRPr lang="en-US"/>
        </a:p>
      </dgm:t>
    </dgm:pt>
    <dgm:pt modelId="{810C83E2-7256-430A-A841-3D97E6F06753}">
      <dgm:prSet phldrT="[Text]" custT="1"/>
      <dgm:spPr/>
      <dgm:t>
        <a:bodyPr/>
        <a:lstStyle/>
        <a:p>
          <a:r>
            <a:rPr lang="en-US" sz="2200" dirty="0" smtClean="0"/>
            <a:t>Agent</a:t>
          </a:r>
          <a:endParaRPr lang="en-US" sz="2200" dirty="0"/>
        </a:p>
      </dgm:t>
    </dgm:pt>
    <dgm:pt modelId="{BFAF1DDC-54C2-4441-B7DE-2FFB609DE343}" type="parTrans" cxnId="{8C19914E-E206-466F-A69A-BAA3BEC2CC57}">
      <dgm:prSet/>
      <dgm:spPr/>
      <dgm:t>
        <a:bodyPr/>
        <a:lstStyle/>
        <a:p>
          <a:endParaRPr lang="en-US"/>
        </a:p>
      </dgm:t>
    </dgm:pt>
    <dgm:pt modelId="{BFA91793-A15A-4505-88E2-514548DEF497}" type="sibTrans" cxnId="{8C19914E-E206-466F-A69A-BAA3BEC2CC57}">
      <dgm:prSet/>
      <dgm:spPr/>
      <dgm:t>
        <a:bodyPr/>
        <a:lstStyle/>
        <a:p>
          <a:endParaRPr lang="en-US"/>
        </a:p>
      </dgm:t>
    </dgm:pt>
    <dgm:pt modelId="{763103B5-084C-4F08-B267-578A1AD848C8}">
      <dgm:prSet phldrT="[Text]" custT="1"/>
      <dgm:spPr/>
      <dgm:t>
        <a:bodyPr/>
        <a:lstStyle/>
        <a:p>
          <a:r>
            <a:rPr lang="en-US" sz="1600" dirty="0" smtClean="0"/>
            <a:t>ReAct</a:t>
          </a:r>
        </a:p>
        <a:p>
          <a:r>
            <a:rPr lang="en-US" sz="1600" dirty="0" smtClean="0"/>
            <a:t>Agent</a:t>
          </a:r>
          <a:endParaRPr lang="en-US" sz="1600" dirty="0"/>
        </a:p>
      </dgm:t>
    </dgm:pt>
    <dgm:pt modelId="{4F61CA77-D346-44B3-A638-5B0DA2187050}" type="parTrans" cxnId="{5C30B920-0BAC-4B59-B156-83BB46464FD0}">
      <dgm:prSet/>
      <dgm:spPr/>
      <dgm:t>
        <a:bodyPr/>
        <a:lstStyle/>
        <a:p>
          <a:endParaRPr lang="en-US"/>
        </a:p>
      </dgm:t>
    </dgm:pt>
    <dgm:pt modelId="{FFEA9612-5C12-4D36-83CA-FB7A6651627B}" type="sibTrans" cxnId="{5C30B920-0BAC-4B59-B156-83BB46464FD0}">
      <dgm:prSet/>
      <dgm:spPr/>
      <dgm:t>
        <a:bodyPr/>
        <a:lstStyle/>
        <a:p>
          <a:endParaRPr lang="en-US"/>
        </a:p>
      </dgm:t>
    </dgm:pt>
    <dgm:pt modelId="{B884FE52-7882-4B07-A5B2-4D6FEE0A4896}" type="pres">
      <dgm:prSet presAssocID="{D221EF8F-6AC8-4660-8008-692FF5C431B5}" presName="Name0" presStyleCnt="0">
        <dgm:presLayoutVars>
          <dgm:chMax val="1"/>
          <dgm:chPref val="1"/>
          <dgm:dir/>
          <dgm:animOne val="branch"/>
          <dgm:animLvl val="lvl"/>
        </dgm:presLayoutVars>
      </dgm:prSet>
      <dgm:spPr/>
      <dgm:t>
        <a:bodyPr/>
        <a:lstStyle/>
        <a:p>
          <a:endParaRPr lang="en-US"/>
        </a:p>
      </dgm:t>
    </dgm:pt>
    <dgm:pt modelId="{F7238AE0-1607-4C89-A7DB-2126E9329C05}" type="pres">
      <dgm:prSet presAssocID="{40326FA7-3222-42DA-B6A8-05226E34D733}" presName="textCenter" presStyleLbl="node1" presStyleIdx="0" presStyleCnt="13" custScaleX="212864" custScaleY="89311" custLinFactNeighborX="711" custLinFactNeighborY="-22756"/>
      <dgm:spPr/>
      <dgm:t>
        <a:bodyPr/>
        <a:lstStyle/>
        <a:p>
          <a:endParaRPr lang="en-US"/>
        </a:p>
      </dgm:t>
    </dgm:pt>
    <dgm:pt modelId="{7F5E007D-F7F4-4394-89D6-2DAA564096A0}" type="pres">
      <dgm:prSet presAssocID="{40326FA7-3222-42DA-B6A8-05226E34D733}" presName="cycle_1" presStyleCnt="0"/>
      <dgm:spPr/>
      <dgm:t>
        <a:bodyPr/>
        <a:lstStyle/>
        <a:p>
          <a:endParaRPr lang="en-US"/>
        </a:p>
      </dgm:t>
    </dgm:pt>
    <dgm:pt modelId="{449D61A7-BA14-4E3B-9B0B-17572294F2BE}" type="pres">
      <dgm:prSet presAssocID="{CF7C347E-F1CC-4A18-96ED-66C826D6C5A2}" presName="childCenter1" presStyleLbl="node1" presStyleIdx="1" presStyleCnt="13"/>
      <dgm:spPr/>
      <dgm:t>
        <a:bodyPr/>
        <a:lstStyle/>
        <a:p>
          <a:endParaRPr lang="en-US"/>
        </a:p>
      </dgm:t>
    </dgm:pt>
    <dgm:pt modelId="{263A22B3-9AB2-4A1A-9445-58654A60278B}" type="pres">
      <dgm:prSet presAssocID="{69627721-058D-4D09-BC09-6AC8E23F05B2}" presName="Name141" presStyleLbl="parChTrans1D3" presStyleIdx="0" presStyleCnt="8"/>
      <dgm:spPr/>
      <dgm:t>
        <a:bodyPr/>
        <a:lstStyle/>
        <a:p>
          <a:endParaRPr lang="en-US"/>
        </a:p>
      </dgm:t>
    </dgm:pt>
    <dgm:pt modelId="{7230931C-8475-40F6-B422-19531F321B6E}" type="pres">
      <dgm:prSet presAssocID="{0FBDACB3-FBF3-4E29-B339-23EE11347DC0}" presName="text1" presStyleLbl="node1" presStyleIdx="2" presStyleCnt="13" custScaleX="133720" custScaleY="114944" custRadScaleRad="142598" custRadScaleInc="6848">
        <dgm:presLayoutVars>
          <dgm:bulletEnabled val="1"/>
        </dgm:presLayoutVars>
      </dgm:prSet>
      <dgm:spPr/>
      <dgm:t>
        <a:bodyPr/>
        <a:lstStyle/>
        <a:p>
          <a:endParaRPr lang="en-US"/>
        </a:p>
      </dgm:t>
    </dgm:pt>
    <dgm:pt modelId="{AD6E6610-8FA9-4CD8-8FF9-EE754E75B6AE}" type="pres">
      <dgm:prSet presAssocID="{226EA0AB-7C51-47E8-B0FE-45B0DF73716D}" presName="Name141" presStyleLbl="parChTrans1D3" presStyleIdx="1" presStyleCnt="8"/>
      <dgm:spPr/>
      <dgm:t>
        <a:bodyPr/>
        <a:lstStyle/>
        <a:p>
          <a:endParaRPr lang="en-US"/>
        </a:p>
      </dgm:t>
    </dgm:pt>
    <dgm:pt modelId="{517A415F-1AD1-49C8-B587-5B3EC5B1687C}" type="pres">
      <dgm:prSet presAssocID="{25B36B2E-69E0-4C82-A1DE-293356BCFAA3}" presName="text1" presStyleLbl="node1" presStyleIdx="3" presStyleCnt="13" custScaleX="140523" custScaleY="133870">
        <dgm:presLayoutVars>
          <dgm:bulletEnabled val="1"/>
        </dgm:presLayoutVars>
      </dgm:prSet>
      <dgm:spPr/>
      <dgm:t>
        <a:bodyPr/>
        <a:lstStyle/>
        <a:p>
          <a:endParaRPr lang="en-US"/>
        </a:p>
      </dgm:t>
    </dgm:pt>
    <dgm:pt modelId="{DB14A1A9-E436-49D1-A4DB-F7CB689C6D8A}" type="pres">
      <dgm:prSet presAssocID="{3CA12B36-CC79-4571-B54A-4861448EB322}" presName="Name141" presStyleLbl="parChTrans1D3" presStyleIdx="2" presStyleCnt="8"/>
      <dgm:spPr/>
      <dgm:t>
        <a:bodyPr/>
        <a:lstStyle/>
        <a:p>
          <a:endParaRPr lang="en-US"/>
        </a:p>
      </dgm:t>
    </dgm:pt>
    <dgm:pt modelId="{A59AA188-D149-45F0-AA3E-43C6DEB417E5}" type="pres">
      <dgm:prSet presAssocID="{DEC74C0E-666B-4B6C-96D9-7B6C90A92C3B}" presName="text1" presStyleLbl="node1" presStyleIdx="4" presStyleCnt="13" custScaleX="157448" custScaleY="122760" custRadScaleRad="183996" custRadScaleInc="-4597">
        <dgm:presLayoutVars>
          <dgm:bulletEnabled val="1"/>
        </dgm:presLayoutVars>
      </dgm:prSet>
      <dgm:spPr/>
      <dgm:t>
        <a:bodyPr/>
        <a:lstStyle/>
        <a:p>
          <a:endParaRPr lang="en-US"/>
        </a:p>
      </dgm:t>
    </dgm:pt>
    <dgm:pt modelId="{133AE295-EFEF-428C-AD02-862AAC2BAEE0}" type="pres">
      <dgm:prSet presAssocID="{FDDBDE20-8845-4E8B-A0A7-4627FABD5973}" presName="Name144" presStyleLbl="parChTrans1D2" presStyleIdx="0" presStyleCnt="4"/>
      <dgm:spPr/>
      <dgm:t>
        <a:bodyPr/>
        <a:lstStyle/>
        <a:p>
          <a:endParaRPr lang="en-US"/>
        </a:p>
      </dgm:t>
    </dgm:pt>
    <dgm:pt modelId="{1D3092B0-7668-4DDB-8E1D-C110F9773534}" type="pres">
      <dgm:prSet presAssocID="{40326FA7-3222-42DA-B6A8-05226E34D733}" presName="cycle_2" presStyleCnt="0"/>
      <dgm:spPr/>
      <dgm:t>
        <a:bodyPr/>
        <a:lstStyle/>
        <a:p>
          <a:endParaRPr lang="en-US"/>
        </a:p>
      </dgm:t>
    </dgm:pt>
    <dgm:pt modelId="{2DDFABA1-349D-468C-AD06-4B84185068A1}" type="pres">
      <dgm:prSet presAssocID="{D84FA030-CD28-4968-A796-91B2E844FA32}" presName="childCenter2" presStyleLbl="node1" presStyleIdx="5" presStyleCnt="13" custLinFactNeighborX="24366" custLinFactNeighborY="-1327"/>
      <dgm:spPr/>
      <dgm:t>
        <a:bodyPr/>
        <a:lstStyle/>
        <a:p>
          <a:endParaRPr lang="en-US"/>
        </a:p>
      </dgm:t>
    </dgm:pt>
    <dgm:pt modelId="{37252F1D-8745-494F-9DE4-708B19BFD1F9}" type="pres">
      <dgm:prSet presAssocID="{74B45D3E-D3FA-4185-BEEA-38BE3D23FD40}" presName="Name218" presStyleLbl="parChTrans1D3" presStyleIdx="3" presStyleCnt="8"/>
      <dgm:spPr/>
      <dgm:t>
        <a:bodyPr/>
        <a:lstStyle/>
        <a:p>
          <a:endParaRPr lang="en-US"/>
        </a:p>
      </dgm:t>
    </dgm:pt>
    <dgm:pt modelId="{8105B61B-8B52-4588-A204-299342C92073}" type="pres">
      <dgm:prSet presAssocID="{4C314882-92B6-4D45-8A19-536163A74C0A}" presName="text2" presStyleLbl="node1" presStyleIdx="6" presStyleCnt="13" custScaleX="136806" custScaleY="125940" custRadScaleRad="147774" custRadScaleInc="27183">
        <dgm:presLayoutVars>
          <dgm:bulletEnabled val="1"/>
        </dgm:presLayoutVars>
      </dgm:prSet>
      <dgm:spPr/>
      <dgm:t>
        <a:bodyPr/>
        <a:lstStyle/>
        <a:p>
          <a:endParaRPr lang="en-US"/>
        </a:p>
      </dgm:t>
    </dgm:pt>
    <dgm:pt modelId="{C2B99277-74BC-4126-B828-8B6FE6BDA3BA}" type="pres">
      <dgm:prSet presAssocID="{56FB7FFA-6222-4F20-BEBE-28B31F3CD545}" presName="Name218" presStyleLbl="parChTrans1D3" presStyleIdx="4" presStyleCnt="8"/>
      <dgm:spPr/>
      <dgm:t>
        <a:bodyPr/>
        <a:lstStyle/>
        <a:p>
          <a:endParaRPr lang="en-US"/>
        </a:p>
      </dgm:t>
    </dgm:pt>
    <dgm:pt modelId="{D3BFCF09-5287-44F2-AC37-785D95F028C5}" type="pres">
      <dgm:prSet presAssocID="{F42A3A3A-9C3F-4234-8287-B26081CB5021}" presName="text2" presStyleLbl="node1" presStyleIdx="7" presStyleCnt="13" custScaleX="135165" custRadScaleRad="146524" custRadScaleInc="-31357">
        <dgm:presLayoutVars>
          <dgm:bulletEnabled val="1"/>
        </dgm:presLayoutVars>
      </dgm:prSet>
      <dgm:spPr/>
      <dgm:t>
        <a:bodyPr/>
        <a:lstStyle/>
        <a:p>
          <a:endParaRPr lang="en-US"/>
        </a:p>
      </dgm:t>
    </dgm:pt>
    <dgm:pt modelId="{639E2819-903C-4958-9FFC-0BBDF059CED3}" type="pres">
      <dgm:prSet presAssocID="{ECA29023-56AE-4225-86D3-FD6BD3E61120}" presName="Name221" presStyleLbl="parChTrans1D2" presStyleIdx="1" presStyleCnt="4"/>
      <dgm:spPr/>
      <dgm:t>
        <a:bodyPr/>
        <a:lstStyle/>
        <a:p>
          <a:endParaRPr lang="en-US"/>
        </a:p>
      </dgm:t>
    </dgm:pt>
    <dgm:pt modelId="{058240B2-B3B9-4331-BC06-15E37A49B066}" type="pres">
      <dgm:prSet presAssocID="{40326FA7-3222-42DA-B6A8-05226E34D733}" presName="cycle_3" presStyleCnt="0"/>
      <dgm:spPr/>
      <dgm:t>
        <a:bodyPr/>
        <a:lstStyle/>
        <a:p>
          <a:endParaRPr lang="en-US"/>
        </a:p>
      </dgm:t>
    </dgm:pt>
    <dgm:pt modelId="{01781C32-8EFB-40D7-9199-B0880D00D601}" type="pres">
      <dgm:prSet presAssocID="{67A4D099-FA47-4BBB-A4CF-A5D8C45495D3}" presName="childCenter3" presStyleLbl="node1" presStyleIdx="8" presStyleCnt="13" custLinFactNeighborX="2162" custLinFactNeighborY="-14513"/>
      <dgm:spPr/>
      <dgm:t>
        <a:bodyPr/>
        <a:lstStyle/>
        <a:p>
          <a:endParaRPr lang="en-US"/>
        </a:p>
      </dgm:t>
    </dgm:pt>
    <dgm:pt modelId="{71C4B80A-9763-419B-9AE5-B2C6A99C40A0}" type="pres">
      <dgm:prSet presAssocID="{EEC3B11B-EE06-459D-8CA1-466602E41BE6}" presName="Name285" presStyleLbl="parChTrans1D3" presStyleIdx="5" presStyleCnt="8"/>
      <dgm:spPr/>
      <dgm:t>
        <a:bodyPr/>
        <a:lstStyle/>
        <a:p>
          <a:endParaRPr lang="en-US"/>
        </a:p>
      </dgm:t>
    </dgm:pt>
    <dgm:pt modelId="{28DD53ED-A0D4-4DA0-9C86-932B81D892A1}" type="pres">
      <dgm:prSet presAssocID="{45D89D23-F11B-4CEB-8AFF-C81AB28BBCD7}" presName="text3" presStyleLbl="node1" presStyleIdx="9" presStyleCnt="13" custScaleX="164471" custRadScaleRad="106738" custRadScaleInc="-31112">
        <dgm:presLayoutVars>
          <dgm:bulletEnabled val="1"/>
        </dgm:presLayoutVars>
      </dgm:prSet>
      <dgm:spPr/>
      <dgm:t>
        <a:bodyPr/>
        <a:lstStyle/>
        <a:p>
          <a:endParaRPr lang="en-US"/>
        </a:p>
      </dgm:t>
    </dgm:pt>
    <dgm:pt modelId="{658219C6-0BE8-4676-8044-92BD6F75EA78}" type="pres">
      <dgm:prSet presAssocID="{179F6473-0F12-4F79-BBD7-841C6C1DCA87}" presName="Name285" presStyleLbl="parChTrans1D3" presStyleIdx="6" presStyleCnt="8"/>
      <dgm:spPr/>
      <dgm:t>
        <a:bodyPr/>
        <a:lstStyle/>
        <a:p>
          <a:endParaRPr lang="en-US"/>
        </a:p>
      </dgm:t>
    </dgm:pt>
    <dgm:pt modelId="{12370174-7FA4-4168-BCDE-B125100D36E9}" type="pres">
      <dgm:prSet presAssocID="{D844B62A-5A44-4100-94A0-0A513452C7D7}" presName="text3" presStyleLbl="node1" presStyleIdx="10" presStyleCnt="13" custScaleX="115960" custRadScaleRad="86936" custRadScaleInc="28131">
        <dgm:presLayoutVars>
          <dgm:bulletEnabled val="1"/>
        </dgm:presLayoutVars>
      </dgm:prSet>
      <dgm:spPr/>
      <dgm:t>
        <a:bodyPr/>
        <a:lstStyle/>
        <a:p>
          <a:endParaRPr lang="en-US"/>
        </a:p>
      </dgm:t>
    </dgm:pt>
    <dgm:pt modelId="{A532406A-F280-4045-8479-FC69F770CAB9}" type="pres">
      <dgm:prSet presAssocID="{C0F577E3-D26C-4547-8920-B17C05ED76CA}" presName="Name288" presStyleLbl="parChTrans1D2" presStyleIdx="2" presStyleCnt="4"/>
      <dgm:spPr/>
      <dgm:t>
        <a:bodyPr/>
        <a:lstStyle/>
        <a:p>
          <a:endParaRPr lang="en-US"/>
        </a:p>
      </dgm:t>
    </dgm:pt>
    <dgm:pt modelId="{DF0C4AF4-D309-4C42-81DA-3322AF02DB0F}" type="pres">
      <dgm:prSet presAssocID="{40326FA7-3222-42DA-B6A8-05226E34D733}" presName="cycle_4" presStyleCnt="0"/>
      <dgm:spPr/>
      <dgm:t>
        <a:bodyPr/>
        <a:lstStyle/>
        <a:p>
          <a:endParaRPr lang="en-US"/>
        </a:p>
      </dgm:t>
    </dgm:pt>
    <dgm:pt modelId="{0547AA9E-3187-467A-81CB-DFAC36FE587E}" type="pres">
      <dgm:prSet presAssocID="{810C83E2-7256-430A-A841-3D97E6F06753}" presName="childCenter4" presStyleLbl="node1" presStyleIdx="11" presStyleCnt="13" custScaleX="140805" custLinFactNeighborX="-35912" custLinFactNeighborY="-19116"/>
      <dgm:spPr/>
      <dgm:t>
        <a:bodyPr/>
        <a:lstStyle/>
        <a:p>
          <a:endParaRPr lang="en-US"/>
        </a:p>
      </dgm:t>
    </dgm:pt>
    <dgm:pt modelId="{3636CBE3-442B-42D1-B825-46D94B019FDA}" type="pres">
      <dgm:prSet presAssocID="{4F61CA77-D346-44B3-A638-5B0DA2187050}" presName="Name342" presStyleLbl="parChTrans1D3" presStyleIdx="7" presStyleCnt="8"/>
      <dgm:spPr/>
      <dgm:t>
        <a:bodyPr/>
        <a:lstStyle/>
        <a:p>
          <a:endParaRPr lang="en-US"/>
        </a:p>
      </dgm:t>
    </dgm:pt>
    <dgm:pt modelId="{90F71F4D-9613-48A7-A12E-8C8C41BC3D7E}" type="pres">
      <dgm:prSet presAssocID="{763103B5-084C-4F08-B267-578A1AD848C8}" presName="text4" presStyleLbl="node1" presStyleIdx="12" presStyleCnt="13" custScaleX="143921" custRadScaleRad="189431" custRadScaleInc="1835">
        <dgm:presLayoutVars>
          <dgm:bulletEnabled val="1"/>
        </dgm:presLayoutVars>
      </dgm:prSet>
      <dgm:spPr/>
      <dgm:t>
        <a:bodyPr/>
        <a:lstStyle/>
        <a:p>
          <a:endParaRPr lang="en-US"/>
        </a:p>
      </dgm:t>
    </dgm:pt>
    <dgm:pt modelId="{3B0A1536-A841-4299-9811-335F9B479269}" type="pres">
      <dgm:prSet presAssocID="{BFAF1DDC-54C2-4441-B7DE-2FFB609DE343}" presName="Name345" presStyleLbl="parChTrans1D2" presStyleIdx="3" presStyleCnt="4"/>
      <dgm:spPr/>
      <dgm:t>
        <a:bodyPr/>
        <a:lstStyle/>
        <a:p>
          <a:endParaRPr lang="en-US"/>
        </a:p>
      </dgm:t>
    </dgm:pt>
  </dgm:ptLst>
  <dgm:cxnLst>
    <dgm:cxn modelId="{3581A6FC-F2D2-4429-8748-2360E7B671A3}" type="presOf" srcId="{CF7C347E-F1CC-4A18-96ED-66C826D6C5A2}" destId="{449D61A7-BA14-4E3B-9B0B-17572294F2BE}" srcOrd="0" destOrd="0" presId="urn:microsoft.com/office/officeart/2008/layout/RadialCluster"/>
    <dgm:cxn modelId="{2D5DD68C-7C94-4CCF-A3C7-6280B63FEF71}" type="presOf" srcId="{810C83E2-7256-430A-A841-3D97E6F06753}" destId="{0547AA9E-3187-467A-81CB-DFAC36FE587E}" srcOrd="0" destOrd="0" presId="urn:microsoft.com/office/officeart/2008/layout/RadialCluster"/>
    <dgm:cxn modelId="{C464CB7A-70B9-4A68-A8C9-35A6C33A135D}" type="presOf" srcId="{BFAF1DDC-54C2-4441-B7DE-2FFB609DE343}" destId="{3B0A1536-A841-4299-9811-335F9B479269}" srcOrd="0" destOrd="0" presId="urn:microsoft.com/office/officeart/2008/layout/RadialCluster"/>
    <dgm:cxn modelId="{59606A12-ABE8-4B6D-9D5E-B6A0ECC9B656}" srcId="{D84FA030-CD28-4968-A796-91B2E844FA32}" destId="{F42A3A3A-9C3F-4234-8287-B26081CB5021}" srcOrd="1" destOrd="0" parTransId="{56FB7FFA-6222-4F20-BEBE-28B31F3CD545}" sibTransId="{BC0D4516-7EDB-4311-8371-8FF5C0F3B7D8}"/>
    <dgm:cxn modelId="{C6A0C38D-D880-4B76-9250-A2D4A92376BB}" type="presOf" srcId="{74B45D3E-D3FA-4185-BEEA-38BE3D23FD40}" destId="{37252F1D-8745-494F-9DE4-708B19BFD1F9}" srcOrd="0" destOrd="0" presId="urn:microsoft.com/office/officeart/2008/layout/RadialCluster"/>
    <dgm:cxn modelId="{C7C38083-E18B-40CB-AA9C-EAEAFB98788A}" type="presOf" srcId="{0FBDACB3-FBF3-4E29-B339-23EE11347DC0}" destId="{7230931C-8475-40F6-B422-19531F321B6E}" srcOrd="0" destOrd="0" presId="urn:microsoft.com/office/officeart/2008/layout/RadialCluster"/>
    <dgm:cxn modelId="{39BD9FFE-8BD4-4439-A0CD-2EA243545097}" type="presOf" srcId="{EEC3B11B-EE06-459D-8CA1-466602E41BE6}" destId="{71C4B80A-9763-419B-9AE5-B2C6A99C40A0}" srcOrd="0" destOrd="0" presId="urn:microsoft.com/office/officeart/2008/layout/RadialCluster"/>
    <dgm:cxn modelId="{5C30B920-0BAC-4B59-B156-83BB46464FD0}" srcId="{810C83E2-7256-430A-A841-3D97E6F06753}" destId="{763103B5-084C-4F08-B267-578A1AD848C8}" srcOrd="0" destOrd="0" parTransId="{4F61CA77-D346-44B3-A638-5B0DA2187050}" sibTransId="{FFEA9612-5C12-4D36-83CA-FB7A6651627B}"/>
    <dgm:cxn modelId="{0CF62791-29A8-469A-85EC-A18D8F403C59}" srcId="{CF7C347E-F1CC-4A18-96ED-66C826D6C5A2}" destId="{0FBDACB3-FBF3-4E29-B339-23EE11347DC0}" srcOrd="0" destOrd="0" parTransId="{69627721-058D-4D09-BC09-6AC8E23F05B2}" sibTransId="{8B57FB53-EC72-4189-9EB5-6A346C04307C}"/>
    <dgm:cxn modelId="{9B9C81D8-CA13-4660-84FA-008DB3698140}" type="presOf" srcId="{179F6473-0F12-4F79-BBD7-841C6C1DCA87}" destId="{658219C6-0BE8-4676-8044-92BD6F75EA78}" srcOrd="0" destOrd="0" presId="urn:microsoft.com/office/officeart/2008/layout/RadialCluster"/>
    <dgm:cxn modelId="{0E6E1122-97C8-49AA-A7DA-EEE1521791C9}" srcId="{40326FA7-3222-42DA-B6A8-05226E34D733}" destId="{CF7C347E-F1CC-4A18-96ED-66C826D6C5A2}" srcOrd="0" destOrd="0" parTransId="{FDDBDE20-8845-4E8B-A0A7-4627FABD5973}" sibTransId="{831CA053-DE66-498D-84B0-2DCD615F0218}"/>
    <dgm:cxn modelId="{CBA29179-7542-4D25-A4E9-B5A90EA1DC6A}" srcId="{CF7C347E-F1CC-4A18-96ED-66C826D6C5A2}" destId="{DEC74C0E-666B-4B6C-96D9-7B6C90A92C3B}" srcOrd="2" destOrd="0" parTransId="{3CA12B36-CC79-4571-B54A-4861448EB322}" sibTransId="{7E2C65F1-40F0-4A1D-B948-6404064FA17D}"/>
    <dgm:cxn modelId="{662C9318-8375-4A7B-A792-E80F1B5DCF02}" type="presOf" srcId="{56FB7FFA-6222-4F20-BEBE-28B31F3CD545}" destId="{C2B99277-74BC-4126-B828-8B6FE6BDA3BA}" srcOrd="0" destOrd="0" presId="urn:microsoft.com/office/officeart/2008/layout/RadialCluster"/>
    <dgm:cxn modelId="{8ABBF673-7FD7-4113-B954-1CE9D8CAB3C0}" type="presOf" srcId="{69627721-058D-4D09-BC09-6AC8E23F05B2}" destId="{263A22B3-9AB2-4A1A-9445-58654A60278B}" srcOrd="0" destOrd="0" presId="urn:microsoft.com/office/officeart/2008/layout/RadialCluster"/>
    <dgm:cxn modelId="{DD4D0570-B33F-491F-8EBB-F7543260BB5F}" type="presOf" srcId="{F42A3A3A-9C3F-4234-8287-B26081CB5021}" destId="{D3BFCF09-5287-44F2-AC37-785D95F028C5}" srcOrd="0" destOrd="0" presId="urn:microsoft.com/office/officeart/2008/layout/RadialCluster"/>
    <dgm:cxn modelId="{5865CEED-31A6-472B-B604-6F2322A52068}" type="presOf" srcId="{ECA29023-56AE-4225-86D3-FD6BD3E61120}" destId="{639E2819-903C-4958-9FFC-0BBDF059CED3}" srcOrd="0" destOrd="0" presId="urn:microsoft.com/office/officeart/2008/layout/RadialCluster"/>
    <dgm:cxn modelId="{8060A660-BEB6-4D48-AE22-912CC1DC1EC2}" type="presOf" srcId="{226EA0AB-7C51-47E8-B0FE-45B0DF73716D}" destId="{AD6E6610-8FA9-4CD8-8FF9-EE754E75B6AE}" srcOrd="0" destOrd="0" presId="urn:microsoft.com/office/officeart/2008/layout/RadialCluster"/>
    <dgm:cxn modelId="{8C19914E-E206-466F-A69A-BAA3BEC2CC57}" srcId="{40326FA7-3222-42DA-B6A8-05226E34D733}" destId="{810C83E2-7256-430A-A841-3D97E6F06753}" srcOrd="3" destOrd="0" parTransId="{BFAF1DDC-54C2-4441-B7DE-2FFB609DE343}" sibTransId="{BFA91793-A15A-4505-88E2-514548DEF497}"/>
    <dgm:cxn modelId="{A6AB18A9-95AA-4483-AD90-2C6AC6B9CFC6}" srcId="{CF7C347E-F1CC-4A18-96ED-66C826D6C5A2}" destId="{25B36B2E-69E0-4C82-A1DE-293356BCFAA3}" srcOrd="1" destOrd="0" parTransId="{226EA0AB-7C51-47E8-B0FE-45B0DF73716D}" sibTransId="{FAD4ABFB-AD8B-48F0-9D41-7C5AEE89D8A9}"/>
    <dgm:cxn modelId="{273C57E1-E982-4308-A22F-63601E1EBE34}" srcId="{40326FA7-3222-42DA-B6A8-05226E34D733}" destId="{D84FA030-CD28-4968-A796-91B2E844FA32}" srcOrd="1" destOrd="0" parTransId="{ECA29023-56AE-4225-86D3-FD6BD3E61120}" sibTransId="{06E8B101-49CB-4B42-BBB9-7541C3D89A30}"/>
    <dgm:cxn modelId="{4CABE3D7-47D4-4FB5-867A-A8AF17115BF7}" type="presOf" srcId="{D84FA030-CD28-4968-A796-91B2E844FA32}" destId="{2DDFABA1-349D-468C-AD06-4B84185068A1}" srcOrd="0" destOrd="0" presId="urn:microsoft.com/office/officeart/2008/layout/RadialCluster"/>
    <dgm:cxn modelId="{F8103CE8-9645-4CCD-B98D-A394CC4D4805}" srcId="{D84FA030-CD28-4968-A796-91B2E844FA32}" destId="{4C314882-92B6-4D45-8A19-536163A74C0A}" srcOrd="0" destOrd="0" parTransId="{74B45D3E-D3FA-4185-BEEA-38BE3D23FD40}" sibTransId="{B1A5ABFC-D399-409D-87BF-C69D33CB4614}"/>
    <dgm:cxn modelId="{42ADB8DA-240B-447A-A2F0-F1DDA9EC4B16}" type="presOf" srcId="{763103B5-084C-4F08-B267-578A1AD848C8}" destId="{90F71F4D-9613-48A7-A12E-8C8C41BC3D7E}" srcOrd="0" destOrd="0" presId="urn:microsoft.com/office/officeart/2008/layout/RadialCluster"/>
    <dgm:cxn modelId="{62DCBE49-C37B-4BB4-AF8C-650370A0E9C2}" type="presOf" srcId="{4F61CA77-D346-44B3-A638-5B0DA2187050}" destId="{3636CBE3-442B-42D1-B825-46D94B019FDA}" srcOrd="0" destOrd="0" presId="urn:microsoft.com/office/officeart/2008/layout/RadialCluster"/>
    <dgm:cxn modelId="{345CCE3B-6DC9-4052-BB37-BACFC9DD4BE9}" type="presOf" srcId="{67A4D099-FA47-4BBB-A4CF-A5D8C45495D3}" destId="{01781C32-8EFB-40D7-9199-B0880D00D601}" srcOrd="0" destOrd="0" presId="urn:microsoft.com/office/officeart/2008/layout/RadialCluster"/>
    <dgm:cxn modelId="{B54A0FF0-3A3D-47F6-B0FF-422599E63EB4}" type="presOf" srcId="{C0F577E3-D26C-4547-8920-B17C05ED76CA}" destId="{A532406A-F280-4045-8479-FC69F770CAB9}" srcOrd="0" destOrd="0" presId="urn:microsoft.com/office/officeart/2008/layout/RadialCluster"/>
    <dgm:cxn modelId="{43F365F0-D932-4AE4-B1B3-E703E30EDE1E}" srcId="{D221EF8F-6AC8-4660-8008-692FF5C431B5}" destId="{40326FA7-3222-42DA-B6A8-05226E34D733}" srcOrd="0" destOrd="0" parTransId="{1964314F-8A05-4E50-8728-6BCB84CC46A0}" sibTransId="{ACD69142-9CC5-431C-8014-94B8B67FA6C2}"/>
    <dgm:cxn modelId="{0A2E568D-5830-4E67-9288-826937A660AC}" srcId="{40326FA7-3222-42DA-B6A8-05226E34D733}" destId="{67A4D099-FA47-4BBB-A4CF-A5D8C45495D3}" srcOrd="2" destOrd="0" parTransId="{C0F577E3-D26C-4547-8920-B17C05ED76CA}" sibTransId="{681FCA9E-28B6-4DF8-9C43-87B87732C29F}"/>
    <dgm:cxn modelId="{5A5771CB-5B84-487E-9E63-676DA31B4CAB}" type="presOf" srcId="{D844B62A-5A44-4100-94A0-0A513452C7D7}" destId="{12370174-7FA4-4168-BCDE-B125100D36E9}" srcOrd="0" destOrd="0" presId="urn:microsoft.com/office/officeart/2008/layout/RadialCluster"/>
    <dgm:cxn modelId="{92A9FEB6-B242-4079-AFDD-85009B8434B0}" type="presOf" srcId="{4C314882-92B6-4D45-8A19-536163A74C0A}" destId="{8105B61B-8B52-4588-A204-299342C92073}" srcOrd="0" destOrd="0" presId="urn:microsoft.com/office/officeart/2008/layout/RadialCluster"/>
    <dgm:cxn modelId="{B3F65AE1-2540-43C8-BE8F-8C6AD4218A10}" type="presOf" srcId="{D221EF8F-6AC8-4660-8008-692FF5C431B5}" destId="{B884FE52-7882-4B07-A5B2-4D6FEE0A4896}" srcOrd="0" destOrd="0" presId="urn:microsoft.com/office/officeart/2008/layout/RadialCluster"/>
    <dgm:cxn modelId="{ED94C63B-58E2-4765-8F56-B3ADEB04B083}" type="presOf" srcId="{3CA12B36-CC79-4571-B54A-4861448EB322}" destId="{DB14A1A9-E436-49D1-A4DB-F7CB689C6D8A}" srcOrd="0" destOrd="0" presId="urn:microsoft.com/office/officeart/2008/layout/RadialCluster"/>
    <dgm:cxn modelId="{75AD22E5-1100-43AF-B8F3-0D90F69D2F7D}" type="presOf" srcId="{25B36B2E-69E0-4C82-A1DE-293356BCFAA3}" destId="{517A415F-1AD1-49C8-B587-5B3EC5B1687C}" srcOrd="0" destOrd="0" presId="urn:microsoft.com/office/officeart/2008/layout/RadialCluster"/>
    <dgm:cxn modelId="{2CEAA50B-EA2A-4B58-B8D2-3D7FE90D8E5E}" type="presOf" srcId="{45D89D23-F11B-4CEB-8AFF-C81AB28BBCD7}" destId="{28DD53ED-A0D4-4DA0-9C86-932B81D892A1}" srcOrd="0" destOrd="0" presId="urn:microsoft.com/office/officeart/2008/layout/RadialCluster"/>
    <dgm:cxn modelId="{D4340086-1955-44E5-AF1B-44A605A9F3BD}" srcId="{67A4D099-FA47-4BBB-A4CF-A5D8C45495D3}" destId="{45D89D23-F11B-4CEB-8AFF-C81AB28BBCD7}" srcOrd="0" destOrd="0" parTransId="{EEC3B11B-EE06-459D-8CA1-466602E41BE6}" sibTransId="{8363AE86-460E-4FF3-8378-7E6CFC003B3C}"/>
    <dgm:cxn modelId="{4F11EE3A-2D1B-472D-94BF-CC632AEFC64C}" type="presOf" srcId="{40326FA7-3222-42DA-B6A8-05226E34D733}" destId="{F7238AE0-1607-4C89-A7DB-2126E9329C05}" srcOrd="0" destOrd="0" presId="urn:microsoft.com/office/officeart/2008/layout/RadialCluster"/>
    <dgm:cxn modelId="{2DF92120-D55D-46B3-BEFA-16FEC254A4E1}" type="presOf" srcId="{FDDBDE20-8845-4E8B-A0A7-4627FABD5973}" destId="{133AE295-EFEF-428C-AD02-862AAC2BAEE0}" srcOrd="0" destOrd="0" presId="urn:microsoft.com/office/officeart/2008/layout/RadialCluster"/>
    <dgm:cxn modelId="{799B2DDF-FDF0-4FA4-8541-03FED491D64B}" srcId="{67A4D099-FA47-4BBB-A4CF-A5D8C45495D3}" destId="{D844B62A-5A44-4100-94A0-0A513452C7D7}" srcOrd="1" destOrd="0" parTransId="{179F6473-0F12-4F79-BBD7-841C6C1DCA87}" sibTransId="{68AB8FC4-8CD1-4C87-AEC2-B8042861618C}"/>
    <dgm:cxn modelId="{FA962E7E-3093-46B1-A43C-C1EF32BFCE46}" type="presOf" srcId="{DEC74C0E-666B-4B6C-96D9-7B6C90A92C3B}" destId="{A59AA188-D149-45F0-AA3E-43C6DEB417E5}" srcOrd="0" destOrd="0" presId="urn:microsoft.com/office/officeart/2008/layout/RadialCluster"/>
    <dgm:cxn modelId="{96DE4014-47D4-4A43-A8FC-5091F3DAD8BB}" type="presParOf" srcId="{B884FE52-7882-4B07-A5B2-4D6FEE0A4896}" destId="{F7238AE0-1607-4C89-A7DB-2126E9329C05}" srcOrd="0" destOrd="0" presId="urn:microsoft.com/office/officeart/2008/layout/RadialCluster"/>
    <dgm:cxn modelId="{5C5C4547-DADF-49E6-891E-5C6B2C2F5FC1}" type="presParOf" srcId="{B884FE52-7882-4B07-A5B2-4D6FEE0A4896}" destId="{7F5E007D-F7F4-4394-89D6-2DAA564096A0}" srcOrd="1" destOrd="0" presId="urn:microsoft.com/office/officeart/2008/layout/RadialCluster"/>
    <dgm:cxn modelId="{C5BA502A-231A-4ACB-9E0F-5DB2C904532F}" type="presParOf" srcId="{7F5E007D-F7F4-4394-89D6-2DAA564096A0}" destId="{449D61A7-BA14-4E3B-9B0B-17572294F2BE}" srcOrd="0" destOrd="0" presId="urn:microsoft.com/office/officeart/2008/layout/RadialCluster"/>
    <dgm:cxn modelId="{93C9189B-339E-4403-97A6-0ADD5646B791}" type="presParOf" srcId="{7F5E007D-F7F4-4394-89D6-2DAA564096A0}" destId="{263A22B3-9AB2-4A1A-9445-58654A60278B}" srcOrd="1" destOrd="0" presId="urn:microsoft.com/office/officeart/2008/layout/RadialCluster"/>
    <dgm:cxn modelId="{922E6BC1-E519-45FC-9744-ADDA7EA1D11E}" type="presParOf" srcId="{7F5E007D-F7F4-4394-89D6-2DAA564096A0}" destId="{7230931C-8475-40F6-B422-19531F321B6E}" srcOrd="2" destOrd="0" presId="urn:microsoft.com/office/officeart/2008/layout/RadialCluster"/>
    <dgm:cxn modelId="{FFC57999-B720-4E7F-B0E1-EE1271E564FD}" type="presParOf" srcId="{7F5E007D-F7F4-4394-89D6-2DAA564096A0}" destId="{AD6E6610-8FA9-4CD8-8FF9-EE754E75B6AE}" srcOrd="3" destOrd="0" presId="urn:microsoft.com/office/officeart/2008/layout/RadialCluster"/>
    <dgm:cxn modelId="{3CEF5CDD-643F-458D-902D-D714D2410285}" type="presParOf" srcId="{7F5E007D-F7F4-4394-89D6-2DAA564096A0}" destId="{517A415F-1AD1-49C8-B587-5B3EC5B1687C}" srcOrd="4" destOrd="0" presId="urn:microsoft.com/office/officeart/2008/layout/RadialCluster"/>
    <dgm:cxn modelId="{43318420-01D1-439E-8D1F-41C0014DBE2F}" type="presParOf" srcId="{7F5E007D-F7F4-4394-89D6-2DAA564096A0}" destId="{DB14A1A9-E436-49D1-A4DB-F7CB689C6D8A}" srcOrd="5" destOrd="0" presId="urn:microsoft.com/office/officeart/2008/layout/RadialCluster"/>
    <dgm:cxn modelId="{C742429E-0516-435E-B343-1C76F4ACBBD7}" type="presParOf" srcId="{7F5E007D-F7F4-4394-89D6-2DAA564096A0}" destId="{A59AA188-D149-45F0-AA3E-43C6DEB417E5}" srcOrd="6" destOrd="0" presId="urn:microsoft.com/office/officeart/2008/layout/RadialCluster"/>
    <dgm:cxn modelId="{D4C684C8-1766-4AB8-8E4F-03A0895A9020}" type="presParOf" srcId="{B884FE52-7882-4B07-A5B2-4D6FEE0A4896}" destId="{133AE295-EFEF-428C-AD02-862AAC2BAEE0}" srcOrd="2" destOrd="0" presId="urn:microsoft.com/office/officeart/2008/layout/RadialCluster"/>
    <dgm:cxn modelId="{E920915A-D4BF-4361-B71C-61189BF4CACB}" type="presParOf" srcId="{B884FE52-7882-4B07-A5B2-4D6FEE0A4896}" destId="{1D3092B0-7668-4DDB-8E1D-C110F9773534}" srcOrd="3" destOrd="0" presId="urn:microsoft.com/office/officeart/2008/layout/RadialCluster"/>
    <dgm:cxn modelId="{13D25FF0-701D-484B-B12C-4F63A8D31F33}" type="presParOf" srcId="{1D3092B0-7668-4DDB-8E1D-C110F9773534}" destId="{2DDFABA1-349D-468C-AD06-4B84185068A1}" srcOrd="0" destOrd="0" presId="urn:microsoft.com/office/officeart/2008/layout/RadialCluster"/>
    <dgm:cxn modelId="{FAF86F41-87A1-4AD7-AA35-8018BA2B7BD6}" type="presParOf" srcId="{1D3092B0-7668-4DDB-8E1D-C110F9773534}" destId="{37252F1D-8745-494F-9DE4-708B19BFD1F9}" srcOrd="1" destOrd="0" presId="urn:microsoft.com/office/officeart/2008/layout/RadialCluster"/>
    <dgm:cxn modelId="{F01A76B1-7170-4F82-AA01-D55725CDFBCC}" type="presParOf" srcId="{1D3092B0-7668-4DDB-8E1D-C110F9773534}" destId="{8105B61B-8B52-4588-A204-299342C92073}" srcOrd="2" destOrd="0" presId="urn:microsoft.com/office/officeart/2008/layout/RadialCluster"/>
    <dgm:cxn modelId="{C3F00702-1FCD-4C67-9406-1195E29CB746}" type="presParOf" srcId="{1D3092B0-7668-4DDB-8E1D-C110F9773534}" destId="{C2B99277-74BC-4126-B828-8B6FE6BDA3BA}" srcOrd="3" destOrd="0" presId="urn:microsoft.com/office/officeart/2008/layout/RadialCluster"/>
    <dgm:cxn modelId="{6B037868-991A-4E41-BAAD-1EE6BC43B305}" type="presParOf" srcId="{1D3092B0-7668-4DDB-8E1D-C110F9773534}" destId="{D3BFCF09-5287-44F2-AC37-785D95F028C5}" srcOrd="4" destOrd="0" presId="urn:microsoft.com/office/officeart/2008/layout/RadialCluster"/>
    <dgm:cxn modelId="{C0C138E9-E7B6-48EB-A3BB-C721150E714A}" type="presParOf" srcId="{B884FE52-7882-4B07-A5B2-4D6FEE0A4896}" destId="{639E2819-903C-4958-9FFC-0BBDF059CED3}" srcOrd="4" destOrd="0" presId="urn:microsoft.com/office/officeart/2008/layout/RadialCluster"/>
    <dgm:cxn modelId="{93744D89-EC78-4B62-A73C-F249FD85EC84}" type="presParOf" srcId="{B884FE52-7882-4B07-A5B2-4D6FEE0A4896}" destId="{058240B2-B3B9-4331-BC06-15E37A49B066}" srcOrd="5" destOrd="0" presId="urn:microsoft.com/office/officeart/2008/layout/RadialCluster"/>
    <dgm:cxn modelId="{721A94BF-EC62-48BF-8191-CC3FAAD85124}" type="presParOf" srcId="{058240B2-B3B9-4331-BC06-15E37A49B066}" destId="{01781C32-8EFB-40D7-9199-B0880D00D601}" srcOrd="0" destOrd="0" presId="urn:microsoft.com/office/officeart/2008/layout/RadialCluster"/>
    <dgm:cxn modelId="{A6FF8289-CD90-4987-8DB2-6E627E92572A}" type="presParOf" srcId="{058240B2-B3B9-4331-BC06-15E37A49B066}" destId="{71C4B80A-9763-419B-9AE5-B2C6A99C40A0}" srcOrd="1" destOrd="0" presId="urn:microsoft.com/office/officeart/2008/layout/RadialCluster"/>
    <dgm:cxn modelId="{EB4CE4EE-075B-4A11-8986-33E8D649C9B2}" type="presParOf" srcId="{058240B2-B3B9-4331-BC06-15E37A49B066}" destId="{28DD53ED-A0D4-4DA0-9C86-932B81D892A1}" srcOrd="2" destOrd="0" presId="urn:microsoft.com/office/officeart/2008/layout/RadialCluster"/>
    <dgm:cxn modelId="{7E54D109-4544-474E-BF09-B0F4C4087A36}" type="presParOf" srcId="{058240B2-B3B9-4331-BC06-15E37A49B066}" destId="{658219C6-0BE8-4676-8044-92BD6F75EA78}" srcOrd="3" destOrd="0" presId="urn:microsoft.com/office/officeart/2008/layout/RadialCluster"/>
    <dgm:cxn modelId="{4F8627C0-9D5B-4457-A30F-EC86A7030CAE}" type="presParOf" srcId="{058240B2-B3B9-4331-BC06-15E37A49B066}" destId="{12370174-7FA4-4168-BCDE-B125100D36E9}" srcOrd="4" destOrd="0" presId="urn:microsoft.com/office/officeart/2008/layout/RadialCluster"/>
    <dgm:cxn modelId="{201A0F70-43B1-4207-9EC5-EA679B33E7AC}" type="presParOf" srcId="{B884FE52-7882-4B07-A5B2-4D6FEE0A4896}" destId="{A532406A-F280-4045-8479-FC69F770CAB9}" srcOrd="6" destOrd="0" presId="urn:microsoft.com/office/officeart/2008/layout/RadialCluster"/>
    <dgm:cxn modelId="{F9751BAB-9468-462C-B3D2-4845D2C8E361}" type="presParOf" srcId="{B884FE52-7882-4B07-A5B2-4D6FEE0A4896}" destId="{DF0C4AF4-D309-4C42-81DA-3322AF02DB0F}" srcOrd="7" destOrd="0" presId="urn:microsoft.com/office/officeart/2008/layout/RadialCluster"/>
    <dgm:cxn modelId="{068E76D4-F05E-4984-98B4-0CFA8DF21C23}" type="presParOf" srcId="{DF0C4AF4-D309-4C42-81DA-3322AF02DB0F}" destId="{0547AA9E-3187-467A-81CB-DFAC36FE587E}" srcOrd="0" destOrd="0" presId="urn:microsoft.com/office/officeart/2008/layout/RadialCluster"/>
    <dgm:cxn modelId="{9F89BF17-7787-4768-802D-C7B4AF684E34}" type="presParOf" srcId="{DF0C4AF4-D309-4C42-81DA-3322AF02DB0F}" destId="{3636CBE3-442B-42D1-B825-46D94B019FDA}" srcOrd="1" destOrd="0" presId="urn:microsoft.com/office/officeart/2008/layout/RadialCluster"/>
    <dgm:cxn modelId="{9C46F629-6E97-4DAB-A3A0-684F24B4AC8D}" type="presParOf" srcId="{DF0C4AF4-D309-4C42-81DA-3322AF02DB0F}" destId="{90F71F4D-9613-48A7-A12E-8C8C41BC3D7E}" srcOrd="2" destOrd="0" presId="urn:microsoft.com/office/officeart/2008/layout/RadialCluster"/>
    <dgm:cxn modelId="{1AAC3777-B593-4A62-84B5-5EEC223C0376}" type="presParOf" srcId="{B884FE52-7882-4B07-A5B2-4D6FEE0A4896}" destId="{3B0A1536-A841-4299-9811-335F9B479269}" srcOrd="8" destOrd="0" presId="urn:microsoft.com/office/officeart/2008/layout/RadialCluster"/>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FE0F0C-ED5B-42A2-AEC5-6F89A53AA0DD}" type="doc">
      <dgm:prSet loTypeId="urn:microsoft.com/office/officeart/2008/layout/RadialCluster" loCatId="cycle" qsTypeId="urn:microsoft.com/office/officeart/2005/8/quickstyle/simple3" qsCatId="simple" csTypeId="urn:microsoft.com/office/officeart/2005/8/colors/accent4_2" csCatId="accent4" phldr="1"/>
      <dgm:spPr/>
      <dgm:t>
        <a:bodyPr/>
        <a:lstStyle/>
        <a:p>
          <a:endParaRPr lang="en-US"/>
        </a:p>
      </dgm:t>
    </dgm:pt>
    <dgm:pt modelId="{E65A7EF4-A9F0-48A0-9C14-158E695737BC}">
      <dgm:prSet phldrT="[Text]"/>
      <dgm:spPr/>
      <dgm:t>
        <a:bodyPr/>
        <a:lstStyle/>
        <a:p>
          <a:r>
            <a:rPr lang="en-US" dirty="0" smtClean="0"/>
            <a:t>AutoGen</a:t>
          </a:r>
          <a:endParaRPr lang="en-US" dirty="0"/>
        </a:p>
      </dgm:t>
    </dgm:pt>
    <dgm:pt modelId="{63714000-4DE5-4E97-B436-C27B23779A06}" type="parTrans" cxnId="{33037591-46BF-4879-BD57-A870F8359B81}">
      <dgm:prSet/>
      <dgm:spPr/>
      <dgm:t>
        <a:bodyPr/>
        <a:lstStyle/>
        <a:p>
          <a:endParaRPr lang="en-US"/>
        </a:p>
      </dgm:t>
    </dgm:pt>
    <dgm:pt modelId="{FE0C465B-B650-49ED-BEE5-BBF1670FB3D6}" type="sibTrans" cxnId="{33037591-46BF-4879-BD57-A870F8359B81}">
      <dgm:prSet/>
      <dgm:spPr/>
      <dgm:t>
        <a:bodyPr/>
        <a:lstStyle/>
        <a:p>
          <a:endParaRPr lang="en-US"/>
        </a:p>
      </dgm:t>
    </dgm:pt>
    <dgm:pt modelId="{3D29B230-7B83-4609-A468-A76CA40B79CB}">
      <dgm:prSet phldrT="[Text]"/>
      <dgm:spPr/>
      <dgm:t>
        <a:bodyPr/>
        <a:lstStyle/>
        <a:p>
          <a:r>
            <a:rPr lang="en-US" dirty="0" smtClean="0"/>
            <a:t>Assistant</a:t>
          </a:r>
        </a:p>
        <a:p>
          <a:r>
            <a:rPr lang="en-US" dirty="0" smtClean="0"/>
            <a:t>Agent</a:t>
          </a:r>
          <a:endParaRPr lang="en-US" dirty="0"/>
        </a:p>
      </dgm:t>
    </dgm:pt>
    <dgm:pt modelId="{C6CC4AD3-08EF-43A7-8414-E660A1A23BA2}" type="parTrans" cxnId="{9373E7D9-52E8-4303-A777-67E5798E5678}">
      <dgm:prSet/>
      <dgm:spPr/>
      <dgm:t>
        <a:bodyPr/>
        <a:lstStyle/>
        <a:p>
          <a:endParaRPr lang="en-US"/>
        </a:p>
      </dgm:t>
    </dgm:pt>
    <dgm:pt modelId="{7B842F00-C8E0-477A-8A19-D28800B6EDA5}" type="sibTrans" cxnId="{9373E7D9-52E8-4303-A777-67E5798E5678}">
      <dgm:prSet/>
      <dgm:spPr/>
      <dgm:t>
        <a:bodyPr/>
        <a:lstStyle/>
        <a:p>
          <a:endParaRPr lang="en-US"/>
        </a:p>
      </dgm:t>
    </dgm:pt>
    <dgm:pt modelId="{99D87347-5C7B-4B28-B19D-2D62D03403E5}">
      <dgm:prSet phldrT="[Text]" custT="1"/>
      <dgm:spPr/>
      <dgm:t>
        <a:bodyPr/>
        <a:lstStyle/>
        <a:p>
          <a:r>
            <a:rPr lang="en-US" sz="1900" dirty="0" smtClean="0"/>
            <a:t>User</a:t>
          </a:r>
        </a:p>
        <a:p>
          <a:r>
            <a:rPr lang="en-US" sz="1900" dirty="0" smtClean="0"/>
            <a:t>Proxy</a:t>
          </a:r>
        </a:p>
        <a:p>
          <a:r>
            <a:rPr lang="en-US" sz="1900" dirty="0" smtClean="0"/>
            <a:t>Agent</a:t>
          </a:r>
          <a:endParaRPr lang="en-US" sz="1900" dirty="0"/>
        </a:p>
      </dgm:t>
    </dgm:pt>
    <dgm:pt modelId="{F2655BFF-46A6-48FF-9B88-F27D23F193D2}" type="parTrans" cxnId="{BD722161-0822-42D0-BE0E-4889BF94D3A6}">
      <dgm:prSet/>
      <dgm:spPr/>
      <dgm:t>
        <a:bodyPr/>
        <a:lstStyle/>
        <a:p>
          <a:endParaRPr lang="en-US"/>
        </a:p>
      </dgm:t>
    </dgm:pt>
    <dgm:pt modelId="{D6E6156E-AA06-44D3-8E34-2E1BB7A1CC53}" type="sibTrans" cxnId="{BD722161-0822-42D0-BE0E-4889BF94D3A6}">
      <dgm:prSet/>
      <dgm:spPr/>
      <dgm:t>
        <a:bodyPr/>
        <a:lstStyle/>
        <a:p>
          <a:endParaRPr lang="en-US"/>
        </a:p>
      </dgm:t>
    </dgm:pt>
    <dgm:pt modelId="{3D254FE2-9104-498F-8F13-ADDBE2162817}">
      <dgm:prSet phldrT="[Text]" custT="1"/>
      <dgm:spPr/>
      <dgm:t>
        <a:bodyPr/>
        <a:lstStyle/>
        <a:p>
          <a:r>
            <a:rPr lang="en-US" sz="1900" dirty="0" smtClean="0"/>
            <a:t>GroupChat</a:t>
          </a:r>
          <a:endParaRPr lang="en-US" sz="1900" dirty="0"/>
        </a:p>
      </dgm:t>
    </dgm:pt>
    <dgm:pt modelId="{C709A5A8-ED28-463C-A825-AABAA535A555}" type="parTrans" cxnId="{8DB9568A-2894-473C-8EE5-1695BC82BE15}">
      <dgm:prSet/>
      <dgm:spPr/>
      <dgm:t>
        <a:bodyPr/>
        <a:lstStyle/>
        <a:p>
          <a:endParaRPr lang="en-US"/>
        </a:p>
      </dgm:t>
    </dgm:pt>
    <dgm:pt modelId="{F2CD8C74-5D6C-49AF-9258-8B92A1345EB3}" type="sibTrans" cxnId="{8DB9568A-2894-473C-8EE5-1695BC82BE15}">
      <dgm:prSet/>
      <dgm:spPr/>
      <dgm:t>
        <a:bodyPr/>
        <a:lstStyle/>
        <a:p>
          <a:endParaRPr lang="en-US"/>
        </a:p>
      </dgm:t>
    </dgm:pt>
    <dgm:pt modelId="{CC67A1CC-75FC-40F1-B1CB-479EDE9530AE}">
      <dgm:prSet custT="1"/>
      <dgm:spPr/>
      <dgm:t>
        <a:bodyPr/>
        <a:lstStyle/>
        <a:p>
          <a:r>
            <a:rPr lang="en-US" sz="1900" dirty="0" smtClean="0"/>
            <a:t>GroupChat</a:t>
          </a:r>
        </a:p>
        <a:p>
          <a:r>
            <a:rPr lang="en-US" sz="1900" dirty="0" smtClean="0"/>
            <a:t>Manager</a:t>
          </a:r>
          <a:endParaRPr lang="en-US" sz="1900" dirty="0"/>
        </a:p>
      </dgm:t>
    </dgm:pt>
    <dgm:pt modelId="{EDC8C3D4-EF53-452D-8D49-CA49D92D0E6E}" type="parTrans" cxnId="{6A5847D6-6FCF-4885-BFBF-44C6BAF74E15}">
      <dgm:prSet/>
      <dgm:spPr/>
      <dgm:t>
        <a:bodyPr/>
        <a:lstStyle/>
        <a:p>
          <a:endParaRPr lang="en-US"/>
        </a:p>
      </dgm:t>
    </dgm:pt>
    <dgm:pt modelId="{D5EAE359-806B-44A2-9CBE-0334675DBB63}" type="sibTrans" cxnId="{6A5847D6-6FCF-4885-BFBF-44C6BAF74E15}">
      <dgm:prSet/>
      <dgm:spPr/>
      <dgm:t>
        <a:bodyPr/>
        <a:lstStyle/>
        <a:p>
          <a:endParaRPr lang="en-US"/>
        </a:p>
      </dgm:t>
    </dgm:pt>
    <dgm:pt modelId="{90CC0856-ACA7-4F42-BD7A-CE6B4934BB88}" type="pres">
      <dgm:prSet presAssocID="{09FE0F0C-ED5B-42A2-AEC5-6F89A53AA0DD}" presName="Name0" presStyleCnt="0">
        <dgm:presLayoutVars>
          <dgm:chMax val="1"/>
          <dgm:chPref val="1"/>
          <dgm:dir/>
          <dgm:animOne val="branch"/>
          <dgm:animLvl val="lvl"/>
        </dgm:presLayoutVars>
      </dgm:prSet>
      <dgm:spPr/>
      <dgm:t>
        <a:bodyPr/>
        <a:lstStyle/>
        <a:p>
          <a:endParaRPr lang="en-US"/>
        </a:p>
      </dgm:t>
    </dgm:pt>
    <dgm:pt modelId="{0519E713-69FC-4418-B92C-928293987701}" type="pres">
      <dgm:prSet presAssocID="{E65A7EF4-A9F0-48A0-9C14-158E695737BC}" presName="singleCycle" presStyleCnt="0"/>
      <dgm:spPr/>
      <dgm:t>
        <a:bodyPr/>
        <a:lstStyle/>
        <a:p>
          <a:endParaRPr lang="en-US"/>
        </a:p>
      </dgm:t>
    </dgm:pt>
    <dgm:pt modelId="{3CAA8D37-3C46-47A0-9467-F7396E2315E7}" type="pres">
      <dgm:prSet presAssocID="{E65A7EF4-A9F0-48A0-9C14-158E695737BC}" presName="singleCenter" presStyleLbl="node1" presStyleIdx="0" presStyleCnt="5" custScaleY="77634" custLinFactNeighborX="566" custLinFactNeighborY="210">
        <dgm:presLayoutVars>
          <dgm:chMax val="7"/>
          <dgm:chPref val="7"/>
        </dgm:presLayoutVars>
      </dgm:prSet>
      <dgm:spPr/>
      <dgm:t>
        <a:bodyPr/>
        <a:lstStyle/>
        <a:p>
          <a:endParaRPr lang="en-US"/>
        </a:p>
      </dgm:t>
    </dgm:pt>
    <dgm:pt modelId="{00A787FA-CB6C-41E0-841B-B3A35EECF160}" type="pres">
      <dgm:prSet presAssocID="{C6CC4AD3-08EF-43A7-8414-E660A1A23BA2}" presName="Name56" presStyleLbl="parChTrans1D2" presStyleIdx="0" presStyleCnt="4"/>
      <dgm:spPr/>
      <dgm:t>
        <a:bodyPr/>
        <a:lstStyle/>
        <a:p>
          <a:endParaRPr lang="en-US"/>
        </a:p>
      </dgm:t>
    </dgm:pt>
    <dgm:pt modelId="{9711BD38-C68F-4430-A214-4CB190305B3A}" type="pres">
      <dgm:prSet presAssocID="{3D29B230-7B83-4609-A468-A76CA40B79CB}" presName="text0" presStyleLbl="node1" presStyleIdx="1" presStyleCnt="5" custRadScaleRad="83266" custRadScaleInc="-530">
        <dgm:presLayoutVars>
          <dgm:bulletEnabled val="1"/>
        </dgm:presLayoutVars>
      </dgm:prSet>
      <dgm:spPr/>
      <dgm:t>
        <a:bodyPr/>
        <a:lstStyle/>
        <a:p>
          <a:endParaRPr lang="en-US"/>
        </a:p>
      </dgm:t>
    </dgm:pt>
    <dgm:pt modelId="{4CE0B999-E21B-43F4-8A6D-85AD74A9F9AA}" type="pres">
      <dgm:prSet presAssocID="{F2655BFF-46A6-48FF-9B88-F27D23F193D2}" presName="Name56" presStyleLbl="parChTrans1D2" presStyleIdx="1" presStyleCnt="4"/>
      <dgm:spPr/>
      <dgm:t>
        <a:bodyPr/>
        <a:lstStyle/>
        <a:p>
          <a:endParaRPr lang="en-US"/>
        </a:p>
      </dgm:t>
    </dgm:pt>
    <dgm:pt modelId="{ECF9A6E0-F543-4F03-89A0-3325899C7926}" type="pres">
      <dgm:prSet presAssocID="{99D87347-5C7B-4B28-B19D-2D62D03403E5}" presName="text0" presStyleLbl="node1" presStyleIdx="2" presStyleCnt="5" custRadScaleRad="123691" custRadScaleInc="-574">
        <dgm:presLayoutVars>
          <dgm:bulletEnabled val="1"/>
        </dgm:presLayoutVars>
      </dgm:prSet>
      <dgm:spPr/>
      <dgm:t>
        <a:bodyPr/>
        <a:lstStyle/>
        <a:p>
          <a:endParaRPr lang="en-US"/>
        </a:p>
      </dgm:t>
    </dgm:pt>
    <dgm:pt modelId="{43CF114E-92F2-4C20-9D19-54856A7B9DC1}" type="pres">
      <dgm:prSet presAssocID="{EDC8C3D4-EF53-452D-8D49-CA49D92D0E6E}" presName="Name56" presStyleLbl="parChTrans1D2" presStyleIdx="2" presStyleCnt="4"/>
      <dgm:spPr/>
      <dgm:t>
        <a:bodyPr/>
        <a:lstStyle/>
        <a:p>
          <a:endParaRPr lang="en-US"/>
        </a:p>
      </dgm:t>
    </dgm:pt>
    <dgm:pt modelId="{5154582E-B840-4844-AF80-FA4D5DE8976D}" type="pres">
      <dgm:prSet presAssocID="{CC67A1CC-75FC-40F1-B1CB-479EDE9530AE}" presName="text0" presStyleLbl="node1" presStyleIdx="3" presStyleCnt="5" custScaleX="125747" custRadScaleRad="93818" custRadScaleInc="-4230">
        <dgm:presLayoutVars>
          <dgm:bulletEnabled val="1"/>
        </dgm:presLayoutVars>
      </dgm:prSet>
      <dgm:spPr/>
      <dgm:t>
        <a:bodyPr/>
        <a:lstStyle/>
        <a:p>
          <a:endParaRPr lang="en-US"/>
        </a:p>
      </dgm:t>
    </dgm:pt>
    <dgm:pt modelId="{3F436FC9-F608-49E1-8505-4D51819DD6DD}" type="pres">
      <dgm:prSet presAssocID="{C709A5A8-ED28-463C-A825-AABAA535A555}" presName="Name56" presStyleLbl="parChTrans1D2" presStyleIdx="3" presStyleCnt="4"/>
      <dgm:spPr/>
      <dgm:t>
        <a:bodyPr/>
        <a:lstStyle/>
        <a:p>
          <a:endParaRPr lang="en-US"/>
        </a:p>
      </dgm:t>
    </dgm:pt>
    <dgm:pt modelId="{8504970D-66C5-48C6-B6BB-ADB796B2D296}" type="pres">
      <dgm:prSet presAssocID="{3D254FE2-9104-498F-8F13-ADDBE2162817}" presName="text0" presStyleLbl="node1" presStyleIdx="4" presStyleCnt="5" custScaleX="122852" custScaleY="75105" custRadScaleRad="115460" custRadScaleInc="-1747">
        <dgm:presLayoutVars>
          <dgm:bulletEnabled val="1"/>
        </dgm:presLayoutVars>
      </dgm:prSet>
      <dgm:spPr/>
      <dgm:t>
        <a:bodyPr/>
        <a:lstStyle/>
        <a:p>
          <a:endParaRPr lang="en-US"/>
        </a:p>
      </dgm:t>
    </dgm:pt>
  </dgm:ptLst>
  <dgm:cxnLst>
    <dgm:cxn modelId="{6A5847D6-6FCF-4885-BFBF-44C6BAF74E15}" srcId="{E65A7EF4-A9F0-48A0-9C14-158E695737BC}" destId="{CC67A1CC-75FC-40F1-B1CB-479EDE9530AE}" srcOrd="2" destOrd="0" parTransId="{EDC8C3D4-EF53-452D-8D49-CA49D92D0E6E}" sibTransId="{D5EAE359-806B-44A2-9CBE-0334675DBB63}"/>
    <dgm:cxn modelId="{A9468001-ACEC-457C-921C-2C63FF69417D}" type="presOf" srcId="{EDC8C3D4-EF53-452D-8D49-CA49D92D0E6E}" destId="{43CF114E-92F2-4C20-9D19-54856A7B9DC1}" srcOrd="0" destOrd="0" presId="urn:microsoft.com/office/officeart/2008/layout/RadialCluster"/>
    <dgm:cxn modelId="{BD722161-0822-42D0-BE0E-4889BF94D3A6}" srcId="{E65A7EF4-A9F0-48A0-9C14-158E695737BC}" destId="{99D87347-5C7B-4B28-B19D-2D62D03403E5}" srcOrd="1" destOrd="0" parTransId="{F2655BFF-46A6-48FF-9B88-F27D23F193D2}" sibTransId="{D6E6156E-AA06-44D3-8E34-2E1BB7A1CC53}"/>
    <dgm:cxn modelId="{8DB9568A-2894-473C-8EE5-1695BC82BE15}" srcId="{E65A7EF4-A9F0-48A0-9C14-158E695737BC}" destId="{3D254FE2-9104-498F-8F13-ADDBE2162817}" srcOrd="3" destOrd="0" parTransId="{C709A5A8-ED28-463C-A825-AABAA535A555}" sibTransId="{F2CD8C74-5D6C-49AF-9258-8B92A1345EB3}"/>
    <dgm:cxn modelId="{27F776D6-3AC1-4201-A704-D9CB2708847E}" type="presOf" srcId="{3D254FE2-9104-498F-8F13-ADDBE2162817}" destId="{8504970D-66C5-48C6-B6BB-ADB796B2D296}" srcOrd="0" destOrd="0" presId="urn:microsoft.com/office/officeart/2008/layout/RadialCluster"/>
    <dgm:cxn modelId="{4C76FA2D-1988-4C65-B7DC-BBC1D519C2E5}" type="presOf" srcId="{F2655BFF-46A6-48FF-9B88-F27D23F193D2}" destId="{4CE0B999-E21B-43F4-8A6D-85AD74A9F9AA}" srcOrd="0" destOrd="0" presId="urn:microsoft.com/office/officeart/2008/layout/RadialCluster"/>
    <dgm:cxn modelId="{2528AD14-9B75-43A7-B65A-6EADAF3CA52B}" type="presOf" srcId="{3D29B230-7B83-4609-A468-A76CA40B79CB}" destId="{9711BD38-C68F-4430-A214-4CB190305B3A}" srcOrd="0" destOrd="0" presId="urn:microsoft.com/office/officeart/2008/layout/RadialCluster"/>
    <dgm:cxn modelId="{4C1E4EB8-6447-4ED9-8511-61017D2563F4}" type="presOf" srcId="{09FE0F0C-ED5B-42A2-AEC5-6F89A53AA0DD}" destId="{90CC0856-ACA7-4F42-BD7A-CE6B4934BB88}" srcOrd="0" destOrd="0" presId="urn:microsoft.com/office/officeart/2008/layout/RadialCluster"/>
    <dgm:cxn modelId="{A8827C95-419D-4A29-B920-2EDE369D8179}" type="presOf" srcId="{E65A7EF4-A9F0-48A0-9C14-158E695737BC}" destId="{3CAA8D37-3C46-47A0-9467-F7396E2315E7}" srcOrd="0" destOrd="0" presId="urn:microsoft.com/office/officeart/2008/layout/RadialCluster"/>
    <dgm:cxn modelId="{9373E7D9-52E8-4303-A777-67E5798E5678}" srcId="{E65A7EF4-A9F0-48A0-9C14-158E695737BC}" destId="{3D29B230-7B83-4609-A468-A76CA40B79CB}" srcOrd="0" destOrd="0" parTransId="{C6CC4AD3-08EF-43A7-8414-E660A1A23BA2}" sibTransId="{7B842F00-C8E0-477A-8A19-D28800B6EDA5}"/>
    <dgm:cxn modelId="{33037591-46BF-4879-BD57-A870F8359B81}" srcId="{09FE0F0C-ED5B-42A2-AEC5-6F89A53AA0DD}" destId="{E65A7EF4-A9F0-48A0-9C14-158E695737BC}" srcOrd="0" destOrd="0" parTransId="{63714000-4DE5-4E97-B436-C27B23779A06}" sibTransId="{FE0C465B-B650-49ED-BEE5-BBF1670FB3D6}"/>
    <dgm:cxn modelId="{5BBE402F-9B57-423D-A1B9-2450086ADCEB}" type="presOf" srcId="{CC67A1CC-75FC-40F1-B1CB-479EDE9530AE}" destId="{5154582E-B840-4844-AF80-FA4D5DE8976D}" srcOrd="0" destOrd="0" presId="urn:microsoft.com/office/officeart/2008/layout/RadialCluster"/>
    <dgm:cxn modelId="{31352AAD-F929-4AC3-A5BF-DB37C8F58F7B}" type="presOf" srcId="{C6CC4AD3-08EF-43A7-8414-E660A1A23BA2}" destId="{00A787FA-CB6C-41E0-841B-B3A35EECF160}" srcOrd="0" destOrd="0" presId="urn:microsoft.com/office/officeart/2008/layout/RadialCluster"/>
    <dgm:cxn modelId="{C7399E55-A627-4371-8C59-2D6221F3F524}" type="presOf" srcId="{99D87347-5C7B-4B28-B19D-2D62D03403E5}" destId="{ECF9A6E0-F543-4F03-89A0-3325899C7926}" srcOrd="0" destOrd="0" presId="urn:microsoft.com/office/officeart/2008/layout/RadialCluster"/>
    <dgm:cxn modelId="{07733B8F-D970-4516-A62F-87D0346044BC}" type="presOf" srcId="{C709A5A8-ED28-463C-A825-AABAA535A555}" destId="{3F436FC9-F608-49E1-8505-4D51819DD6DD}" srcOrd="0" destOrd="0" presId="urn:microsoft.com/office/officeart/2008/layout/RadialCluster"/>
    <dgm:cxn modelId="{1F51041F-2A0D-4236-AEE2-0E60B8A87641}" type="presParOf" srcId="{90CC0856-ACA7-4F42-BD7A-CE6B4934BB88}" destId="{0519E713-69FC-4418-B92C-928293987701}" srcOrd="0" destOrd="0" presId="urn:microsoft.com/office/officeart/2008/layout/RadialCluster"/>
    <dgm:cxn modelId="{FEF94281-C37D-4A33-9D58-D37566A96F9F}" type="presParOf" srcId="{0519E713-69FC-4418-B92C-928293987701}" destId="{3CAA8D37-3C46-47A0-9467-F7396E2315E7}" srcOrd="0" destOrd="0" presId="urn:microsoft.com/office/officeart/2008/layout/RadialCluster"/>
    <dgm:cxn modelId="{52091DE9-BD86-46CE-BD1A-BB8AAC314E55}" type="presParOf" srcId="{0519E713-69FC-4418-B92C-928293987701}" destId="{00A787FA-CB6C-41E0-841B-B3A35EECF160}" srcOrd="1" destOrd="0" presId="urn:microsoft.com/office/officeart/2008/layout/RadialCluster"/>
    <dgm:cxn modelId="{99CF675E-290A-40CF-A1C3-58E58217B126}" type="presParOf" srcId="{0519E713-69FC-4418-B92C-928293987701}" destId="{9711BD38-C68F-4430-A214-4CB190305B3A}" srcOrd="2" destOrd="0" presId="urn:microsoft.com/office/officeart/2008/layout/RadialCluster"/>
    <dgm:cxn modelId="{6C119CB5-1CE6-42CF-8F12-D647D15D735E}" type="presParOf" srcId="{0519E713-69FC-4418-B92C-928293987701}" destId="{4CE0B999-E21B-43F4-8A6D-85AD74A9F9AA}" srcOrd="3" destOrd="0" presId="urn:microsoft.com/office/officeart/2008/layout/RadialCluster"/>
    <dgm:cxn modelId="{D04C84D1-E59F-4E39-B97E-584DE0B113D9}" type="presParOf" srcId="{0519E713-69FC-4418-B92C-928293987701}" destId="{ECF9A6E0-F543-4F03-89A0-3325899C7926}" srcOrd="4" destOrd="0" presId="urn:microsoft.com/office/officeart/2008/layout/RadialCluster"/>
    <dgm:cxn modelId="{FEE53495-5888-43E7-8D9E-C61E232231FC}" type="presParOf" srcId="{0519E713-69FC-4418-B92C-928293987701}" destId="{43CF114E-92F2-4C20-9D19-54856A7B9DC1}" srcOrd="5" destOrd="0" presId="urn:microsoft.com/office/officeart/2008/layout/RadialCluster"/>
    <dgm:cxn modelId="{00300C14-BE03-4F86-8B42-E2FCAC9EB7EA}" type="presParOf" srcId="{0519E713-69FC-4418-B92C-928293987701}" destId="{5154582E-B840-4844-AF80-FA4D5DE8976D}" srcOrd="6" destOrd="0" presId="urn:microsoft.com/office/officeart/2008/layout/RadialCluster"/>
    <dgm:cxn modelId="{0CA084DB-997F-4F59-B3FB-61EFBD6A3DE0}" type="presParOf" srcId="{0519E713-69FC-4418-B92C-928293987701}" destId="{3F436FC9-F608-49E1-8505-4D51819DD6DD}" srcOrd="7" destOrd="0" presId="urn:microsoft.com/office/officeart/2008/layout/RadialCluster"/>
    <dgm:cxn modelId="{5982BB3D-A250-4812-9665-48632361C103}" type="presParOf" srcId="{0519E713-69FC-4418-B92C-928293987701}" destId="{8504970D-66C5-48C6-B6BB-ADB796B2D296}" srcOrd="8" destOrd="0" presId="urn:microsoft.com/office/officeart/2008/layout/RadialCluster"/>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2B5E9-B383-4CB0-8673-0AF1D1C99368}">
      <dsp:nvSpPr>
        <dsp:cNvPr id="0" name=""/>
        <dsp:cNvSpPr/>
      </dsp:nvSpPr>
      <dsp:spPr>
        <a:xfrm>
          <a:off x="4946798" y="2071181"/>
          <a:ext cx="1572636"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smtClean="0">
              <a:latin typeface="Hobo"/>
              <a:ea typeface="+mn-ea"/>
              <a:cs typeface="Hobo"/>
              <a:sym typeface="Hobo"/>
            </a:rPr>
            <a:t>Default Toolbox</a:t>
          </a:r>
          <a:endParaRPr lang="en-US" sz="2400" kern="1200" dirty="0">
            <a:latin typeface="Calibri"/>
            <a:ea typeface="+mn-ea"/>
            <a:cs typeface="+mn-cs"/>
          </a:endParaRPr>
        </a:p>
      </dsp:txBody>
      <dsp:txXfrm>
        <a:off x="5177105" y="2301488"/>
        <a:ext cx="1112022" cy="1112022"/>
      </dsp:txXfrm>
    </dsp:sp>
    <dsp:sp modelId="{1F133F0D-30C5-4A8B-899F-C7000C6FB69A}">
      <dsp:nvSpPr>
        <dsp:cNvPr id="0" name=""/>
        <dsp:cNvSpPr/>
      </dsp:nvSpPr>
      <dsp:spPr>
        <a:xfrm rot="16110095">
          <a:off x="5456480" y="1809603"/>
          <a:ext cx="499098" cy="24765"/>
        </a:xfrm>
        <a:custGeom>
          <a:avLst/>
          <a:gdLst/>
          <a:ahLst/>
          <a:cxnLst/>
          <a:rect l="0" t="0" r="0" b="0"/>
          <a:pathLst>
            <a:path>
              <a:moveTo>
                <a:pt x="0" y="12470"/>
              </a:moveTo>
              <a:lnTo>
                <a:pt x="720092"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rot="10800000">
        <a:off x="5693883" y="1834785"/>
        <a:ext cx="0" cy="0"/>
      </dsp:txXfrm>
    </dsp:sp>
    <dsp:sp modelId="{2E5D8183-F3FF-4E9D-A2FA-6220AC571A82}">
      <dsp:nvSpPr>
        <dsp:cNvPr id="0" name=""/>
        <dsp:cNvSpPr/>
      </dsp:nvSpPr>
      <dsp:spPr>
        <a:xfrm>
          <a:off x="4470438" y="0"/>
          <a:ext cx="2417000"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latin typeface="Hobo" panose="020B0604020202020204" charset="0"/>
              <a:ea typeface="+mn-ea"/>
              <a:cs typeface="+mn-cs"/>
            </a:rPr>
            <a:t>UserInputTool</a:t>
          </a:r>
          <a:endParaRPr lang="en-US" sz="2800" kern="1200" dirty="0">
            <a:latin typeface="Calibri"/>
            <a:ea typeface="+mn-ea"/>
            <a:cs typeface="+mn-cs"/>
          </a:endParaRPr>
        </a:p>
      </dsp:txBody>
      <dsp:txXfrm>
        <a:off x="4824399" y="230307"/>
        <a:ext cx="1709078" cy="1112022"/>
      </dsp:txXfrm>
    </dsp:sp>
    <dsp:sp modelId="{830304DF-32A7-427C-AA62-962A1B72DC63}">
      <dsp:nvSpPr>
        <dsp:cNvPr id="0" name=""/>
        <dsp:cNvSpPr/>
      </dsp:nvSpPr>
      <dsp:spPr>
        <a:xfrm rot="20506482">
          <a:off x="6450477" y="2415208"/>
          <a:ext cx="1176540" cy="24765"/>
        </a:xfrm>
        <a:custGeom>
          <a:avLst/>
          <a:gdLst/>
          <a:ahLst/>
          <a:cxnLst/>
          <a:rect l="0" t="0" r="0" b="0"/>
          <a:pathLst>
            <a:path>
              <a:moveTo>
                <a:pt x="0" y="12470"/>
              </a:moveTo>
              <a:lnTo>
                <a:pt x="1694990"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a:off x="7001610" y="2408852"/>
        <a:ext cx="0" cy="0"/>
      </dsp:txXfrm>
    </dsp:sp>
    <dsp:sp modelId="{C8691B6F-765C-46B8-AE2B-4FA39EF805FC}">
      <dsp:nvSpPr>
        <dsp:cNvPr id="0" name=""/>
        <dsp:cNvSpPr/>
      </dsp:nvSpPr>
      <dsp:spPr>
        <a:xfrm>
          <a:off x="7397849" y="1055301"/>
          <a:ext cx="2840983"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smtClean="0">
              <a:latin typeface="Hobo" panose="020B0604020202020204" charset="0"/>
              <a:ea typeface="+mn-ea"/>
              <a:cs typeface="+mn-cs"/>
            </a:rPr>
            <a:t>finalAnswerTool</a:t>
          </a:r>
          <a:endParaRPr lang="en-US" sz="2800" kern="1200" dirty="0">
            <a:latin typeface="Hobo" panose="020B0604020202020204" charset="0"/>
            <a:ea typeface="+mn-ea"/>
            <a:cs typeface="+mn-cs"/>
          </a:endParaRPr>
        </a:p>
      </dsp:txBody>
      <dsp:txXfrm>
        <a:off x="7813901" y="1285608"/>
        <a:ext cx="2008879" cy="1112022"/>
      </dsp:txXfrm>
    </dsp:sp>
    <dsp:sp modelId="{50E2E09D-A21D-465A-9049-2394A14580EC}">
      <dsp:nvSpPr>
        <dsp:cNvPr id="0" name=""/>
        <dsp:cNvSpPr/>
      </dsp:nvSpPr>
      <dsp:spPr>
        <a:xfrm rot="1115478">
          <a:off x="6449642" y="3271519"/>
          <a:ext cx="1102284" cy="24765"/>
        </a:xfrm>
        <a:custGeom>
          <a:avLst/>
          <a:gdLst/>
          <a:ahLst/>
          <a:cxnLst/>
          <a:rect l="0" t="0" r="0" b="0"/>
          <a:pathLst>
            <a:path>
              <a:moveTo>
                <a:pt x="0" y="12470"/>
              </a:moveTo>
              <a:lnTo>
                <a:pt x="1452745"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a:off x="6983451" y="3248997"/>
        <a:ext cx="0" cy="0"/>
      </dsp:txXfrm>
    </dsp:sp>
    <dsp:sp modelId="{274DDB65-26B2-4651-9B3B-EE32FEFF31B1}">
      <dsp:nvSpPr>
        <dsp:cNvPr id="0" name=""/>
        <dsp:cNvSpPr/>
      </dsp:nvSpPr>
      <dsp:spPr>
        <a:xfrm>
          <a:off x="7348207" y="3062753"/>
          <a:ext cx="2665571"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0" i="0" kern="1200" dirty="0" smtClean="0">
              <a:latin typeface="Calibri"/>
              <a:ea typeface="+mn-ea"/>
              <a:cs typeface="+mn-cs"/>
            </a:rPr>
            <a:t>DuckDuckGoSearchTool</a:t>
          </a:r>
          <a:endParaRPr lang="en-US" sz="2800" b="0" kern="1200" dirty="0">
            <a:latin typeface="Calibri"/>
            <a:ea typeface="+mn-ea"/>
            <a:cs typeface="+mn-cs"/>
          </a:endParaRPr>
        </a:p>
      </dsp:txBody>
      <dsp:txXfrm>
        <a:off x="7738571" y="3293060"/>
        <a:ext cx="1884843" cy="1112022"/>
      </dsp:txXfrm>
    </dsp:sp>
    <dsp:sp modelId="{DF361DD7-B5C8-43A4-B937-1896A414D255}">
      <dsp:nvSpPr>
        <dsp:cNvPr id="0" name=""/>
        <dsp:cNvSpPr/>
      </dsp:nvSpPr>
      <dsp:spPr>
        <a:xfrm rot="5544054">
          <a:off x="5528068" y="3795788"/>
          <a:ext cx="330376" cy="24765"/>
        </a:xfrm>
        <a:custGeom>
          <a:avLst/>
          <a:gdLst/>
          <a:ahLst/>
          <a:cxnLst/>
          <a:rect l="0" t="0" r="0" b="0"/>
          <a:pathLst>
            <a:path>
              <a:moveTo>
                <a:pt x="0" y="12470"/>
              </a:moveTo>
              <a:lnTo>
                <a:pt x="475005"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rot="10800000">
        <a:off x="5701854" y="3800264"/>
        <a:ext cx="0" cy="0"/>
      </dsp:txXfrm>
    </dsp:sp>
    <dsp:sp modelId="{25A00760-A05A-4ACE-AE24-FBFFB4D01C7E}">
      <dsp:nvSpPr>
        <dsp:cNvPr id="0" name=""/>
        <dsp:cNvSpPr/>
      </dsp:nvSpPr>
      <dsp:spPr>
        <a:xfrm>
          <a:off x="3679163" y="3973104"/>
          <a:ext cx="3948418"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latin typeface="Hobo" panose="020B0604020202020204" charset="0"/>
              <a:ea typeface="+mn-ea"/>
              <a:cs typeface="+mn-cs"/>
            </a:rPr>
            <a:t>PythonInterpreterTool</a:t>
          </a:r>
          <a:endParaRPr lang="en-US" sz="2800" kern="1200" dirty="0">
            <a:latin typeface="Calibri"/>
            <a:ea typeface="+mn-ea"/>
            <a:cs typeface="+mn-cs"/>
          </a:endParaRPr>
        </a:p>
      </dsp:txBody>
      <dsp:txXfrm>
        <a:off x="4257395" y="4203411"/>
        <a:ext cx="2791954" cy="1112022"/>
      </dsp:txXfrm>
    </dsp:sp>
    <dsp:sp modelId="{18FD700E-A95C-4A9C-B5CC-FE1BF4CFCF37}">
      <dsp:nvSpPr>
        <dsp:cNvPr id="0" name=""/>
        <dsp:cNvSpPr/>
      </dsp:nvSpPr>
      <dsp:spPr>
        <a:xfrm rot="9903960">
          <a:off x="4092055" y="3163265"/>
          <a:ext cx="896441" cy="24765"/>
        </a:xfrm>
        <a:custGeom>
          <a:avLst/>
          <a:gdLst/>
          <a:ahLst/>
          <a:cxnLst/>
          <a:rect l="0" t="0" r="0" b="0"/>
          <a:pathLst>
            <a:path>
              <a:moveTo>
                <a:pt x="0" y="12470"/>
              </a:moveTo>
              <a:lnTo>
                <a:pt x="1290909"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rot="10800000">
        <a:off x="4567705" y="3191527"/>
        <a:ext cx="0" cy="0"/>
      </dsp:txXfrm>
    </dsp:sp>
    <dsp:sp modelId="{F10FA942-F1AC-43E1-ABD3-3C9D0D558589}">
      <dsp:nvSpPr>
        <dsp:cNvPr id="0" name=""/>
        <dsp:cNvSpPr/>
      </dsp:nvSpPr>
      <dsp:spPr>
        <a:xfrm>
          <a:off x="1359963" y="2851435"/>
          <a:ext cx="2895459"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0" i="0" kern="1200" dirty="0" smtClean="0">
              <a:latin typeface="Calibri"/>
              <a:ea typeface="+mn-ea"/>
              <a:cs typeface="+mn-cs"/>
            </a:rPr>
            <a:t>VisitWebpageTool</a:t>
          </a:r>
          <a:endParaRPr lang="en-US" sz="2800" b="0" i="0" kern="1200" dirty="0">
            <a:latin typeface="Calibri"/>
            <a:ea typeface="+mn-ea"/>
            <a:cs typeface="+mn-cs"/>
          </a:endParaRPr>
        </a:p>
      </dsp:txBody>
      <dsp:txXfrm>
        <a:off x="1783993" y="3081742"/>
        <a:ext cx="2047399" cy="1112022"/>
      </dsp:txXfrm>
    </dsp:sp>
    <dsp:sp modelId="{8C7CF913-F6F8-4AB2-B0FD-479DB633EC3A}">
      <dsp:nvSpPr>
        <dsp:cNvPr id="0" name=""/>
        <dsp:cNvSpPr/>
      </dsp:nvSpPr>
      <dsp:spPr>
        <a:xfrm rot="12019986">
          <a:off x="4018659" y="2396663"/>
          <a:ext cx="1008558" cy="24765"/>
        </a:xfrm>
        <a:custGeom>
          <a:avLst/>
          <a:gdLst/>
          <a:ahLst/>
          <a:cxnLst/>
          <a:rect l="0" t="0" r="0" b="0"/>
          <a:pathLst>
            <a:path>
              <a:moveTo>
                <a:pt x="0" y="12470"/>
              </a:moveTo>
              <a:lnTo>
                <a:pt x="1580210" y="1247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solidFill>
              <a:sysClr val="windowText" lastClr="000000">
                <a:hueOff val="0"/>
                <a:satOff val="0"/>
                <a:lumOff val="0"/>
                <a:alphaOff val="0"/>
              </a:sysClr>
            </a:solidFill>
            <a:latin typeface="Calibri"/>
            <a:ea typeface="+mn-ea"/>
            <a:cs typeface="+mn-cs"/>
          </a:endParaRPr>
        </a:p>
      </dsp:txBody>
      <dsp:txXfrm rot="10800000">
        <a:off x="4537819" y="2441449"/>
        <a:ext cx="0" cy="0"/>
      </dsp:txXfrm>
    </dsp:sp>
    <dsp:sp modelId="{5D8D424D-5A56-4185-B48D-6FFE5D4F3270}">
      <dsp:nvSpPr>
        <dsp:cNvPr id="0" name=""/>
        <dsp:cNvSpPr/>
      </dsp:nvSpPr>
      <dsp:spPr>
        <a:xfrm>
          <a:off x="1392399" y="1002466"/>
          <a:ext cx="2913450" cy="1572636"/>
        </a:xfrm>
        <a:prstGeom prst="ellips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0" i="0" kern="1200" dirty="0" smtClean="0">
              <a:latin typeface="Calibri"/>
              <a:ea typeface="+mn-ea"/>
              <a:cs typeface="+mn-cs"/>
            </a:rPr>
            <a:t>GoogleSearchTool</a:t>
          </a:r>
          <a:endParaRPr lang="en-US" sz="2800" b="0" i="0" kern="1200" dirty="0">
            <a:latin typeface="Calibri"/>
            <a:ea typeface="+mn-ea"/>
            <a:cs typeface="+mn-cs"/>
          </a:endParaRPr>
        </a:p>
      </dsp:txBody>
      <dsp:txXfrm>
        <a:off x="1819064" y="1232773"/>
        <a:ext cx="2060120" cy="11120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41049-B195-4CFD-8333-4AC8E8A295E3}">
      <dsp:nvSpPr>
        <dsp:cNvPr id="0" name=""/>
        <dsp:cNvSpPr/>
      </dsp:nvSpPr>
      <dsp:spPr>
        <a:xfrm rot="11451234">
          <a:off x="3620420" y="2452520"/>
          <a:ext cx="981156" cy="0"/>
        </a:xfrm>
        <a:custGeom>
          <a:avLst/>
          <a:gdLst/>
          <a:ahLst/>
          <a:cxnLst/>
          <a:rect l="0" t="0" r="0" b="0"/>
          <a:pathLst>
            <a:path>
              <a:moveTo>
                <a:pt x="0" y="0"/>
              </a:moveTo>
              <a:lnTo>
                <a:pt x="981156"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B5187A-A3E9-4A64-9FD1-F56B64122B13}">
      <dsp:nvSpPr>
        <dsp:cNvPr id="0" name=""/>
        <dsp:cNvSpPr/>
      </dsp:nvSpPr>
      <dsp:spPr>
        <a:xfrm rot="8348055">
          <a:off x="3875329" y="3629444"/>
          <a:ext cx="914129" cy="0"/>
        </a:xfrm>
        <a:custGeom>
          <a:avLst/>
          <a:gdLst/>
          <a:ahLst/>
          <a:cxnLst/>
          <a:rect l="0" t="0" r="0" b="0"/>
          <a:pathLst>
            <a:path>
              <a:moveTo>
                <a:pt x="0" y="0"/>
              </a:moveTo>
              <a:lnTo>
                <a:pt x="914129"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F7AD67-E476-4F62-8E80-56A3023D5FE6}">
      <dsp:nvSpPr>
        <dsp:cNvPr id="0" name=""/>
        <dsp:cNvSpPr/>
      </dsp:nvSpPr>
      <dsp:spPr>
        <a:xfrm rot="2971502">
          <a:off x="5895114" y="3434298"/>
          <a:ext cx="273190" cy="0"/>
        </a:xfrm>
        <a:custGeom>
          <a:avLst/>
          <a:gdLst/>
          <a:ahLst/>
          <a:cxnLst/>
          <a:rect l="0" t="0" r="0" b="0"/>
          <a:pathLst>
            <a:path>
              <a:moveTo>
                <a:pt x="0" y="0"/>
              </a:moveTo>
              <a:lnTo>
                <a:pt x="273190"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B3E55C-F1DE-4280-AA41-C1488394EBE7}">
      <dsp:nvSpPr>
        <dsp:cNvPr id="0" name=""/>
        <dsp:cNvSpPr/>
      </dsp:nvSpPr>
      <dsp:spPr>
        <a:xfrm rot="21591194">
          <a:off x="6218747" y="2697308"/>
          <a:ext cx="1080719" cy="0"/>
        </a:xfrm>
        <a:custGeom>
          <a:avLst/>
          <a:gdLst/>
          <a:ahLst/>
          <a:cxnLst/>
          <a:rect l="0" t="0" r="0" b="0"/>
          <a:pathLst>
            <a:path>
              <a:moveTo>
                <a:pt x="0" y="0"/>
              </a:moveTo>
              <a:lnTo>
                <a:pt x="1080719"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08AD1D-18A1-4683-96CB-0C94A5317668}">
      <dsp:nvSpPr>
        <dsp:cNvPr id="0" name=""/>
        <dsp:cNvSpPr/>
      </dsp:nvSpPr>
      <dsp:spPr>
        <a:xfrm rot="18209655">
          <a:off x="5747700" y="1932117"/>
          <a:ext cx="333453" cy="0"/>
        </a:xfrm>
        <a:custGeom>
          <a:avLst/>
          <a:gdLst/>
          <a:ahLst/>
          <a:cxnLst/>
          <a:rect l="0" t="0" r="0" b="0"/>
          <a:pathLst>
            <a:path>
              <a:moveTo>
                <a:pt x="0" y="0"/>
              </a:moveTo>
              <a:lnTo>
                <a:pt x="333453"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FDE7EE-C6E9-4F08-8E2B-C1B2EC229AC5}">
      <dsp:nvSpPr>
        <dsp:cNvPr id="0" name=""/>
        <dsp:cNvSpPr/>
      </dsp:nvSpPr>
      <dsp:spPr>
        <a:xfrm>
          <a:off x="4592800" y="2071158"/>
          <a:ext cx="1625948" cy="125923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kern="1200" dirty="0" smtClean="0"/>
            <a:t>LangChain</a:t>
          </a:r>
          <a:endParaRPr lang="en-US" sz="2400" kern="1200" dirty="0"/>
        </a:p>
      </dsp:txBody>
      <dsp:txXfrm>
        <a:off x="4654271" y="2132629"/>
        <a:ext cx="1503006" cy="1136292"/>
      </dsp:txXfrm>
    </dsp:sp>
    <dsp:sp modelId="{A062DD24-C01B-4233-A409-472FE2ACC0DC}">
      <dsp:nvSpPr>
        <dsp:cNvPr id="0" name=""/>
        <dsp:cNvSpPr/>
      </dsp:nvSpPr>
      <dsp:spPr>
        <a:xfrm>
          <a:off x="5525811" y="1244672"/>
          <a:ext cx="1324150"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Tools</a:t>
          </a:r>
          <a:endParaRPr lang="en-US" sz="1600" kern="1200" dirty="0"/>
        </a:p>
      </dsp:txBody>
      <dsp:txXfrm>
        <a:off x="5552582" y="1271443"/>
        <a:ext cx="1270608" cy="494862"/>
      </dsp:txXfrm>
    </dsp:sp>
    <dsp:sp modelId="{123F159E-3995-4993-833E-6BE07DD62BB3}">
      <dsp:nvSpPr>
        <dsp:cNvPr id="0" name=""/>
        <dsp:cNvSpPr/>
      </dsp:nvSpPr>
      <dsp:spPr>
        <a:xfrm rot="14250271">
          <a:off x="5830248" y="1144275"/>
          <a:ext cx="238067" cy="0"/>
        </a:xfrm>
        <a:custGeom>
          <a:avLst/>
          <a:gdLst/>
          <a:ahLst/>
          <a:cxnLst/>
          <a:rect l="0" t="0" r="0" b="0"/>
          <a:pathLst>
            <a:path>
              <a:moveTo>
                <a:pt x="0" y="0"/>
              </a:moveTo>
              <a:lnTo>
                <a:pt x="238067"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269775-938E-4D2C-8140-ABB95301EF02}">
      <dsp:nvSpPr>
        <dsp:cNvPr id="0" name=""/>
        <dsp:cNvSpPr/>
      </dsp:nvSpPr>
      <dsp:spPr>
        <a:xfrm>
          <a:off x="4889901" y="201758"/>
          <a:ext cx="1454468" cy="84211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DuckDuck</a:t>
          </a:r>
        </a:p>
        <a:p>
          <a:pPr lvl="0" algn="ctr" defTabSz="711200">
            <a:lnSpc>
              <a:spcPct val="90000"/>
            </a:lnSpc>
            <a:spcBef>
              <a:spcPct val="0"/>
            </a:spcBef>
            <a:spcAft>
              <a:spcPct val="35000"/>
            </a:spcAft>
          </a:pPr>
          <a:r>
            <a:rPr lang="en-US" sz="1600" kern="1200" dirty="0" smtClean="0"/>
            <a:t>GoSearchRun</a:t>
          </a:r>
          <a:endParaRPr lang="en-US" sz="1600" kern="1200" dirty="0"/>
        </a:p>
      </dsp:txBody>
      <dsp:txXfrm>
        <a:off x="4931010" y="242867"/>
        <a:ext cx="1372250" cy="759901"/>
      </dsp:txXfrm>
    </dsp:sp>
    <dsp:sp modelId="{CCE8481F-8F16-4089-9C11-03069098A0D3}">
      <dsp:nvSpPr>
        <dsp:cNvPr id="0" name=""/>
        <dsp:cNvSpPr/>
      </dsp:nvSpPr>
      <dsp:spPr>
        <a:xfrm rot="18518059">
          <a:off x="6256703" y="932039"/>
          <a:ext cx="800446" cy="0"/>
        </a:xfrm>
        <a:custGeom>
          <a:avLst/>
          <a:gdLst/>
          <a:ahLst/>
          <a:cxnLst/>
          <a:rect l="0" t="0" r="0" b="0"/>
          <a:pathLst>
            <a:path>
              <a:moveTo>
                <a:pt x="0" y="0"/>
              </a:moveTo>
              <a:lnTo>
                <a:pt x="800446"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EB53B9-FC4E-45CD-B884-8F5882D83F61}">
      <dsp:nvSpPr>
        <dsp:cNvPr id="0" name=""/>
        <dsp:cNvSpPr/>
      </dsp:nvSpPr>
      <dsp:spPr>
        <a:xfrm>
          <a:off x="6328008" y="0"/>
          <a:ext cx="1652667" cy="619406"/>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GoogleSearchRun</a:t>
          </a:r>
          <a:endParaRPr lang="en-US" sz="1600" kern="1200" dirty="0"/>
        </a:p>
      </dsp:txBody>
      <dsp:txXfrm>
        <a:off x="6358245" y="30237"/>
        <a:ext cx="1592193" cy="558932"/>
      </dsp:txXfrm>
    </dsp:sp>
    <dsp:sp modelId="{7E2423E0-E5CE-4F6A-9653-9B41371E12C3}">
      <dsp:nvSpPr>
        <dsp:cNvPr id="0" name=""/>
        <dsp:cNvSpPr/>
      </dsp:nvSpPr>
      <dsp:spPr>
        <a:xfrm rot="11168714">
          <a:off x="4877790" y="1412805"/>
          <a:ext cx="649887" cy="0"/>
        </a:xfrm>
        <a:custGeom>
          <a:avLst/>
          <a:gdLst/>
          <a:ahLst/>
          <a:cxnLst/>
          <a:rect l="0" t="0" r="0" b="0"/>
          <a:pathLst>
            <a:path>
              <a:moveTo>
                <a:pt x="0" y="0"/>
              </a:moveTo>
              <a:lnTo>
                <a:pt x="649887"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1C4D02-27B0-4A95-B040-118B8C1E17F2}">
      <dsp:nvSpPr>
        <dsp:cNvPr id="0" name=""/>
        <dsp:cNvSpPr/>
      </dsp:nvSpPr>
      <dsp:spPr>
        <a:xfrm>
          <a:off x="3802333" y="930629"/>
          <a:ext cx="1077324" cy="77878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AIPulgin</a:t>
          </a:r>
        </a:p>
        <a:p>
          <a:pPr lvl="0" algn="ctr" defTabSz="711200">
            <a:lnSpc>
              <a:spcPct val="90000"/>
            </a:lnSpc>
            <a:spcBef>
              <a:spcPct val="0"/>
            </a:spcBef>
            <a:spcAft>
              <a:spcPct val="35000"/>
            </a:spcAft>
          </a:pPr>
          <a:r>
            <a:rPr lang="en-US" sz="1600" kern="1200" dirty="0" smtClean="0"/>
            <a:t>Tool</a:t>
          </a:r>
          <a:endParaRPr lang="en-US" sz="1600" kern="1200" dirty="0"/>
        </a:p>
      </dsp:txBody>
      <dsp:txXfrm>
        <a:off x="3840350" y="968646"/>
        <a:ext cx="1001290" cy="702755"/>
      </dsp:txXfrm>
    </dsp:sp>
    <dsp:sp modelId="{52C487EE-4D29-4A65-A7A5-556C0A4E9151}">
      <dsp:nvSpPr>
        <dsp:cNvPr id="0" name=""/>
        <dsp:cNvSpPr/>
      </dsp:nvSpPr>
      <dsp:spPr>
        <a:xfrm>
          <a:off x="7299464" y="2323116"/>
          <a:ext cx="1362901" cy="74212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Memory</a:t>
          </a:r>
          <a:endParaRPr lang="en-US" sz="1600" kern="1200" dirty="0"/>
        </a:p>
      </dsp:txBody>
      <dsp:txXfrm>
        <a:off x="7335692" y="2359344"/>
        <a:ext cx="1290445" cy="669668"/>
      </dsp:txXfrm>
    </dsp:sp>
    <dsp:sp modelId="{D111887A-AFBE-461E-8AD3-8047BDAE3D99}">
      <dsp:nvSpPr>
        <dsp:cNvPr id="0" name=""/>
        <dsp:cNvSpPr/>
      </dsp:nvSpPr>
      <dsp:spPr>
        <a:xfrm rot="18235728">
          <a:off x="8044892" y="1974505"/>
          <a:ext cx="840297" cy="0"/>
        </a:xfrm>
        <a:custGeom>
          <a:avLst/>
          <a:gdLst/>
          <a:ahLst/>
          <a:cxnLst/>
          <a:rect l="0" t="0" r="0" b="0"/>
          <a:pathLst>
            <a:path>
              <a:moveTo>
                <a:pt x="0" y="0"/>
              </a:moveTo>
              <a:lnTo>
                <a:pt x="840297"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6A1187-DC35-4F01-9C8E-C9C8D786C61C}">
      <dsp:nvSpPr>
        <dsp:cNvPr id="0" name=""/>
        <dsp:cNvSpPr/>
      </dsp:nvSpPr>
      <dsp:spPr>
        <a:xfrm>
          <a:off x="8593209" y="236815"/>
          <a:ext cx="1147121" cy="138907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Retrieve</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8649207" y="292813"/>
        <a:ext cx="1035125" cy="1277083"/>
      </dsp:txXfrm>
    </dsp:sp>
    <dsp:sp modelId="{88ED63E6-AFD9-4D76-A895-BD9889FD4F91}">
      <dsp:nvSpPr>
        <dsp:cNvPr id="0" name=""/>
        <dsp:cNvSpPr/>
      </dsp:nvSpPr>
      <dsp:spPr>
        <a:xfrm rot="20391530">
          <a:off x="8626069" y="2239871"/>
          <a:ext cx="1187082" cy="0"/>
        </a:xfrm>
        <a:custGeom>
          <a:avLst/>
          <a:gdLst/>
          <a:ahLst/>
          <a:cxnLst/>
          <a:rect l="0" t="0" r="0" b="0"/>
          <a:pathLst>
            <a:path>
              <a:moveTo>
                <a:pt x="0" y="0"/>
              </a:moveTo>
              <a:lnTo>
                <a:pt x="1187082"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06C459-BF00-41CC-955D-D931ECE47E1B}">
      <dsp:nvSpPr>
        <dsp:cNvPr id="0" name=""/>
        <dsp:cNvSpPr/>
      </dsp:nvSpPr>
      <dsp:spPr>
        <a:xfrm>
          <a:off x="9776855" y="1194694"/>
          <a:ext cx="1533026" cy="111934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831497" y="1249336"/>
        <a:ext cx="1423742" cy="1010058"/>
      </dsp:txXfrm>
    </dsp:sp>
    <dsp:sp modelId="{FF8856DA-8C9B-4E81-B26E-7543AAAD45C1}">
      <dsp:nvSpPr>
        <dsp:cNvPr id="0" name=""/>
        <dsp:cNvSpPr/>
      </dsp:nvSpPr>
      <dsp:spPr>
        <a:xfrm rot="763302">
          <a:off x="8648080" y="2976170"/>
          <a:ext cx="1163849" cy="0"/>
        </a:xfrm>
        <a:custGeom>
          <a:avLst/>
          <a:gdLst/>
          <a:ahLst/>
          <a:cxnLst/>
          <a:rect l="0" t="0" r="0" b="0"/>
          <a:pathLst>
            <a:path>
              <a:moveTo>
                <a:pt x="0" y="0"/>
              </a:moveTo>
              <a:lnTo>
                <a:pt x="1163849"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273B0-8D8C-4383-8D41-3E5DA5846DA3}">
      <dsp:nvSpPr>
        <dsp:cNvPr id="0" name=""/>
        <dsp:cNvSpPr/>
      </dsp:nvSpPr>
      <dsp:spPr>
        <a:xfrm>
          <a:off x="9797644" y="2704325"/>
          <a:ext cx="1477128" cy="113346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Summery</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852975" y="2759656"/>
        <a:ext cx="1366466" cy="1022798"/>
      </dsp:txXfrm>
    </dsp:sp>
    <dsp:sp modelId="{332E5D3E-26D5-4D6A-ACD2-32CB4A8F83CC}">
      <dsp:nvSpPr>
        <dsp:cNvPr id="0" name=""/>
        <dsp:cNvSpPr/>
      </dsp:nvSpPr>
      <dsp:spPr>
        <a:xfrm rot="3704995">
          <a:off x="8036679" y="3305442"/>
          <a:ext cx="545361" cy="0"/>
        </a:xfrm>
        <a:custGeom>
          <a:avLst/>
          <a:gdLst/>
          <a:ahLst/>
          <a:cxnLst/>
          <a:rect l="0" t="0" r="0" b="0"/>
          <a:pathLst>
            <a:path>
              <a:moveTo>
                <a:pt x="0" y="0"/>
              </a:moveTo>
              <a:lnTo>
                <a:pt x="54536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38BB42-4318-463A-9DD1-26834997EF65}">
      <dsp:nvSpPr>
        <dsp:cNvPr id="0" name=""/>
        <dsp:cNvSpPr/>
      </dsp:nvSpPr>
      <dsp:spPr>
        <a:xfrm>
          <a:off x="8160982" y="3545644"/>
          <a:ext cx="1401149" cy="157496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Window</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8229380" y="3614042"/>
        <a:ext cx="1264353" cy="1438166"/>
      </dsp:txXfrm>
    </dsp:sp>
    <dsp:sp modelId="{E1FB2B77-CF13-4FEF-8A1B-F2CE3220C5F4}">
      <dsp:nvSpPr>
        <dsp:cNvPr id="0" name=""/>
        <dsp:cNvSpPr/>
      </dsp:nvSpPr>
      <dsp:spPr>
        <a:xfrm rot="16116691">
          <a:off x="7671190" y="2029586"/>
          <a:ext cx="587232" cy="0"/>
        </a:xfrm>
        <a:custGeom>
          <a:avLst/>
          <a:gdLst/>
          <a:ahLst/>
          <a:cxnLst/>
          <a:rect l="0" t="0" r="0" b="0"/>
          <a:pathLst>
            <a:path>
              <a:moveTo>
                <a:pt x="0" y="0"/>
              </a:moveTo>
              <a:lnTo>
                <a:pt x="587232"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B3C8CA-7623-4C93-9D62-A6B93BCA4231}">
      <dsp:nvSpPr>
        <dsp:cNvPr id="0" name=""/>
        <dsp:cNvSpPr/>
      </dsp:nvSpPr>
      <dsp:spPr>
        <a:xfrm>
          <a:off x="7475889" y="736102"/>
          <a:ext cx="939368" cy="99995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Zep</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7521745" y="781958"/>
        <a:ext cx="847656" cy="908242"/>
      </dsp:txXfrm>
    </dsp:sp>
    <dsp:sp modelId="{338533EE-F8E2-4941-A06B-F829BA6B7439}">
      <dsp:nvSpPr>
        <dsp:cNvPr id="0" name=""/>
        <dsp:cNvSpPr/>
      </dsp:nvSpPr>
      <dsp:spPr>
        <a:xfrm>
          <a:off x="5997289" y="3538205"/>
          <a:ext cx="808491" cy="65897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Agents</a:t>
          </a:r>
          <a:endParaRPr lang="en-US" sz="1800" kern="1200" dirty="0"/>
        </a:p>
      </dsp:txBody>
      <dsp:txXfrm>
        <a:off x="6029457" y="3570373"/>
        <a:ext cx="744155" cy="594638"/>
      </dsp:txXfrm>
    </dsp:sp>
    <dsp:sp modelId="{344B5F89-2BA6-4CDC-819D-EEA0269E220E}">
      <dsp:nvSpPr>
        <dsp:cNvPr id="0" name=""/>
        <dsp:cNvSpPr/>
      </dsp:nvSpPr>
      <dsp:spPr>
        <a:xfrm rot="587045">
          <a:off x="6803365" y="3965623"/>
          <a:ext cx="332145" cy="0"/>
        </a:xfrm>
        <a:custGeom>
          <a:avLst/>
          <a:gdLst/>
          <a:ahLst/>
          <a:cxnLst/>
          <a:rect l="0" t="0" r="0" b="0"/>
          <a:pathLst>
            <a:path>
              <a:moveTo>
                <a:pt x="0" y="0"/>
              </a:moveTo>
              <a:lnTo>
                <a:pt x="332145"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77F89A-25C5-49CF-BBC5-3658A4BA31B9}">
      <dsp:nvSpPr>
        <dsp:cNvPr id="0" name=""/>
        <dsp:cNvSpPr/>
      </dsp:nvSpPr>
      <dsp:spPr>
        <a:xfrm>
          <a:off x="7133095" y="3780216"/>
          <a:ext cx="939483" cy="589266"/>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Agent</a:t>
          </a:r>
        </a:p>
        <a:p>
          <a:pPr lvl="0" algn="ctr" defTabSz="711200">
            <a:lnSpc>
              <a:spcPct val="90000"/>
            </a:lnSpc>
            <a:spcBef>
              <a:spcPct val="0"/>
            </a:spcBef>
            <a:spcAft>
              <a:spcPct val="35000"/>
            </a:spcAft>
          </a:pPr>
          <a:r>
            <a:rPr lang="en-US" sz="1600" kern="1200" dirty="0" smtClean="0"/>
            <a:t>Type</a:t>
          </a:r>
          <a:endParaRPr lang="en-US" sz="1600" kern="1200" dirty="0"/>
        </a:p>
      </dsp:txBody>
      <dsp:txXfrm>
        <a:off x="7161861" y="3808982"/>
        <a:ext cx="881951" cy="531734"/>
      </dsp:txXfrm>
    </dsp:sp>
    <dsp:sp modelId="{8BB2E4D6-E229-4E1C-867A-9FA3DC9BE234}">
      <dsp:nvSpPr>
        <dsp:cNvPr id="0" name=""/>
        <dsp:cNvSpPr/>
      </dsp:nvSpPr>
      <dsp:spPr>
        <a:xfrm rot="3625559">
          <a:off x="6391096" y="4536196"/>
          <a:ext cx="779601" cy="0"/>
        </a:xfrm>
        <a:custGeom>
          <a:avLst/>
          <a:gdLst/>
          <a:ahLst/>
          <a:cxnLst/>
          <a:rect l="0" t="0" r="0" b="0"/>
          <a:pathLst>
            <a:path>
              <a:moveTo>
                <a:pt x="0" y="0"/>
              </a:moveTo>
              <a:lnTo>
                <a:pt x="77960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F17281-8A85-4DB0-ADA8-670DE17FAA1E}">
      <dsp:nvSpPr>
        <dsp:cNvPr id="0" name=""/>
        <dsp:cNvSpPr/>
      </dsp:nvSpPr>
      <dsp:spPr>
        <a:xfrm>
          <a:off x="6773481" y="4875213"/>
          <a:ext cx="767092" cy="647583"/>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Load</a:t>
          </a:r>
        </a:p>
        <a:p>
          <a:pPr lvl="0" algn="ctr" defTabSz="711200">
            <a:lnSpc>
              <a:spcPct val="90000"/>
            </a:lnSpc>
            <a:spcBef>
              <a:spcPct val="0"/>
            </a:spcBef>
            <a:spcAft>
              <a:spcPct val="35000"/>
            </a:spcAft>
          </a:pPr>
          <a:r>
            <a:rPr lang="en-US" sz="1600" kern="1200" dirty="0" smtClean="0"/>
            <a:t>tools</a:t>
          </a:r>
          <a:endParaRPr lang="en-US" sz="1600" kern="1200" dirty="0"/>
        </a:p>
      </dsp:txBody>
      <dsp:txXfrm>
        <a:off x="6805093" y="4906825"/>
        <a:ext cx="703868" cy="584359"/>
      </dsp:txXfrm>
    </dsp:sp>
    <dsp:sp modelId="{C28CDF67-6D68-46FF-9492-08BF2EE5AFA2}">
      <dsp:nvSpPr>
        <dsp:cNvPr id="0" name=""/>
        <dsp:cNvSpPr/>
      </dsp:nvSpPr>
      <dsp:spPr>
        <a:xfrm rot="7260448">
          <a:off x="5817068" y="4415779"/>
          <a:ext cx="510091" cy="0"/>
        </a:xfrm>
        <a:custGeom>
          <a:avLst/>
          <a:gdLst/>
          <a:ahLst/>
          <a:cxnLst/>
          <a:rect l="0" t="0" r="0" b="0"/>
          <a:pathLst>
            <a:path>
              <a:moveTo>
                <a:pt x="0" y="0"/>
              </a:moveTo>
              <a:lnTo>
                <a:pt x="51009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5BD6D3-5ABA-43D2-9740-2FCB487592A3}">
      <dsp:nvSpPr>
        <dsp:cNvPr id="0" name=""/>
        <dsp:cNvSpPr/>
      </dsp:nvSpPr>
      <dsp:spPr>
        <a:xfrm>
          <a:off x="5178595" y="4634378"/>
          <a:ext cx="1052136" cy="785518"/>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Initialize</a:t>
          </a:r>
        </a:p>
        <a:p>
          <a:pPr lvl="0" algn="ctr" defTabSz="711200">
            <a:lnSpc>
              <a:spcPct val="90000"/>
            </a:lnSpc>
            <a:spcBef>
              <a:spcPct val="0"/>
            </a:spcBef>
            <a:spcAft>
              <a:spcPct val="35000"/>
            </a:spcAft>
          </a:pPr>
          <a:r>
            <a:rPr lang="en-US" sz="1600" kern="1200" dirty="0" smtClean="0"/>
            <a:t>Agent</a:t>
          </a:r>
          <a:endParaRPr lang="en-US" sz="1600" kern="1200" dirty="0"/>
        </a:p>
      </dsp:txBody>
      <dsp:txXfrm>
        <a:off x="5216941" y="4672724"/>
        <a:ext cx="975444" cy="708826"/>
      </dsp:txXfrm>
    </dsp:sp>
    <dsp:sp modelId="{4DE54E37-4AC2-48C5-A31B-FA925BA84460}">
      <dsp:nvSpPr>
        <dsp:cNvPr id="0" name=""/>
        <dsp:cNvSpPr/>
      </dsp:nvSpPr>
      <dsp:spPr>
        <a:xfrm>
          <a:off x="3230946" y="3928496"/>
          <a:ext cx="877727"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LLMs</a:t>
          </a:r>
          <a:endParaRPr lang="en-US" sz="1800" kern="1200" dirty="0"/>
        </a:p>
      </dsp:txBody>
      <dsp:txXfrm>
        <a:off x="3257717" y="3955267"/>
        <a:ext cx="824185" cy="494862"/>
      </dsp:txXfrm>
    </dsp:sp>
    <dsp:sp modelId="{01035EBB-4CAB-4031-B966-265512CAA99B}">
      <dsp:nvSpPr>
        <dsp:cNvPr id="0" name=""/>
        <dsp:cNvSpPr/>
      </dsp:nvSpPr>
      <dsp:spPr>
        <a:xfrm rot="2985315">
          <a:off x="3861413" y="4564203"/>
          <a:ext cx="228751" cy="0"/>
        </a:xfrm>
        <a:custGeom>
          <a:avLst/>
          <a:gdLst/>
          <a:ahLst/>
          <a:cxnLst/>
          <a:rect l="0" t="0" r="0" b="0"/>
          <a:pathLst>
            <a:path>
              <a:moveTo>
                <a:pt x="0" y="0"/>
              </a:moveTo>
              <a:lnTo>
                <a:pt x="22875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077060-075A-4519-B8EB-B87971984D83}">
      <dsp:nvSpPr>
        <dsp:cNvPr id="0" name=""/>
        <dsp:cNvSpPr/>
      </dsp:nvSpPr>
      <dsp:spPr>
        <a:xfrm>
          <a:off x="3933132" y="4651505"/>
          <a:ext cx="846309" cy="724486"/>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Llama</a:t>
          </a:r>
        </a:p>
        <a:p>
          <a:pPr lvl="0" algn="ctr" defTabSz="711200">
            <a:lnSpc>
              <a:spcPct val="90000"/>
            </a:lnSpc>
            <a:spcBef>
              <a:spcPct val="0"/>
            </a:spcBef>
            <a:spcAft>
              <a:spcPct val="35000"/>
            </a:spcAft>
          </a:pPr>
          <a:r>
            <a:rPr lang="en-US" sz="1600" kern="1200" dirty="0" smtClean="0"/>
            <a:t>cpp</a:t>
          </a:r>
          <a:endParaRPr lang="en-US" sz="1600" kern="1200" dirty="0"/>
        </a:p>
      </dsp:txBody>
      <dsp:txXfrm>
        <a:off x="3968498" y="4686871"/>
        <a:ext cx="775577" cy="653754"/>
      </dsp:txXfrm>
    </dsp:sp>
    <dsp:sp modelId="{EB108DC9-0838-411C-8CB2-F1D24259EB4F}">
      <dsp:nvSpPr>
        <dsp:cNvPr id="0" name=""/>
        <dsp:cNvSpPr/>
      </dsp:nvSpPr>
      <dsp:spPr>
        <a:xfrm rot="7608772">
          <a:off x="3114324" y="4652249"/>
          <a:ext cx="438043" cy="0"/>
        </a:xfrm>
        <a:custGeom>
          <a:avLst/>
          <a:gdLst/>
          <a:ahLst/>
          <a:cxnLst/>
          <a:rect l="0" t="0" r="0" b="0"/>
          <a:pathLst>
            <a:path>
              <a:moveTo>
                <a:pt x="0" y="0"/>
              </a:moveTo>
              <a:lnTo>
                <a:pt x="438043"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8FC5C9-8D36-4137-9D6D-8E61135A5BF0}">
      <dsp:nvSpPr>
        <dsp:cNvPr id="0" name=""/>
        <dsp:cNvSpPr/>
      </dsp:nvSpPr>
      <dsp:spPr>
        <a:xfrm>
          <a:off x="2523079" y="4827597"/>
          <a:ext cx="947605"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GPT4All</a:t>
          </a:r>
          <a:endParaRPr lang="en-US" sz="1600" kern="1200" dirty="0"/>
        </a:p>
      </dsp:txBody>
      <dsp:txXfrm>
        <a:off x="2549850" y="4854368"/>
        <a:ext cx="894063" cy="494862"/>
      </dsp:txXfrm>
    </dsp:sp>
    <dsp:sp modelId="{B18675EB-FB59-45F6-B693-69D0F201C75B}">
      <dsp:nvSpPr>
        <dsp:cNvPr id="0" name=""/>
        <dsp:cNvSpPr/>
      </dsp:nvSpPr>
      <dsp:spPr>
        <a:xfrm rot="10407510">
          <a:off x="2846657" y="4274984"/>
          <a:ext cx="385544" cy="0"/>
        </a:xfrm>
        <a:custGeom>
          <a:avLst/>
          <a:gdLst/>
          <a:ahLst/>
          <a:cxnLst/>
          <a:rect l="0" t="0" r="0" b="0"/>
          <a:pathLst>
            <a:path>
              <a:moveTo>
                <a:pt x="0" y="0"/>
              </a:moveTo>
              <a:lnTo>
                <a:pt x="385544"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612961-F5CA-4D68-8ECC-E2F14A773582}">
      <dsp:nvSpPr>
        <dsp:cNvPr id="0" name=""/>
        <dsp:cNvSpPr/>
      </dsp:nvSpPr>
      <dsp:spPr>
        <a:xfrm>
          <a:off x="1943033" y="4074624"/>
          <a:ext cx="904878"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t>
          </a:r>
        </a:p>
        <a:p>
          <a:pPr lvl="0" algn="ctr" defTabSz="711200">
            <a:lnSpc>
              <a:spcPct val="90000"/>
            </a:lnSpc>
            <a:spcBef>
              <a:spcPct val="0"/>
            </a:spcBef>
            <a:spcAft>
              <a:spcPct val="35000"/>
            </a:spcAft>
          </a:pPr>
          <a:r>
            <a:rPr lang="en-US" sz="1600" kern="1200" dirty="0" smtClean="0"/>
            <a:t>AI</a:t>
          </a:r>
          <a:endParaRPr lang="en-US" sz="1600" kern="1200" dirty="0"/>
        </a:p>
      </dsp:txBody>
      <dsp:txXfrm>
        <a:off x="1969804" y="4101395"/>
        <a:ext cx="851336" cy="494862"/>
      </dsp:txXfrm>
    </dsp:sp>
    <dsp:sp modelId="{C785D16D-21F0-47FA-B781-18D1E5330133}">
      <dsp:nvSpPr>
        <dsp:cNvPr id="0" name=""/>
        <dsp:cNvSpPr/>
      </dsp:nvSpPr>
      <dsp:spPr>
        <a:xfrm>
          <a:off x="3080791" y="2033365"/>
          <a:ext cx="548404"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Core</a:t>
          </a:r>
          <a:endParaRPr lang="en-US" sz="1600" kern="1200" dirty="0"/>
        </a:p>
      </dsp:txBody>
      <dsp:txXfrm>
        <a:off x="3107562" y="2060136"/>
        <a:ext cx="494862" cy="494862"/>
      </dsp:txXfrm>
    </dsp:sp>
    <dsp:sp modelId="{E0405F32-D372-45FE-84C8-7FD06A0AA65D}">
      <dsp:nvSpPr>
        <dsp:cNvPr id="0" name=""/>
        <dsp:cNvSpPr/>
      </dsp:nvSpPr>
      <dsp:spPr>
        <a:xfrm rot="13734191">
          <a:off x="2757274" y="1870332"/>
          <a:ext cx="432676" cy="0"/>
        </a:xfrm>
        <a:custGeom>
          <a:avLst/>
          <a:gdLst/>
          <a:ahLst/>
          <a:cxnLst/>
          <a:rect l="0" t="0" r="0" b="0"/>
          <a:pathLst>
            <a:path>
              <a:moveTo>
                <a:pt x="0" y="0"/>
              </a:moveTo>
              <a:lnTo>
                <a:pt x="432676"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1CD8F-01FD-476D-99D4-3E137B67F294}">
      <dsp:nvSpPr>
        <dsp:cNvPr id="0" name=""/>
        <dsp:cNvSpPr/>
      </dsp:nvSpPr>
      <dsp:spPr>
        <a:xfrm>
          <a:off x="1939182" y="1158895"/>
          <a:ext cx="1306097"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Message</a:t>
          </a:r>
          <a:endParaRPr lang="en-US" sz="1600" kern="1200" dirty="0"/>
        </a:p>
      </dsp:txBody>
      <dsp:txXfrm>
        <a:off x="1965953" y="1185666"/>
        <a:ext cx="1252555" cy="494862"/>
      </dsp:txXfrm>
    </dsp:sp>
    <dsp:sp modelId="{C8906E9E-D37E-491B-8702-A82873F8CDE6}">
      <dsp:nvSpPr>
        <dsp:cNvPr id="0" name=""/>
        <dsp:cNvSpPr/>
      </dsp:nvSpPr>
      <dsp:spPr>
        <a:xfrm rot="4845101">
          <a:off x="3263305" y="2742102"/>
          <a:ext cx="324888" cy="0"/>
        </a:xfrm>
        <a:custGeom>
          <a:avLst/>
          <a:gdLst/>
          <a:ahLst/>
          <a:cxnLst/>
          <a:rect l="0" t="0" r="0" b="0"/>
          <a:pathLst>
            <a:path>
              <a:moveTo>
                <a:pt x="0" y="0"/>
              </a:moveTo>
              <a:lnTo>
                <a:pt x="324888"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C714EA-B363-4DDE-9A86-84372E5C9B55}">
      <dsp:nvSpPr>
        <dsp:cNvPr id="0" name=""/>
        <dsp:cNvSpPr/>
      </dsp:nvSpPr>
      <dsp:spPr>
        <a:xfrm>
          <a:off x="3059875" y="2902435"/>
          <a:ext cx="873257"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Runnable</a:t>
          </a:r>
          <a:endParaRPr lang="en-US" sz="1600" kern="1200" dirty="0"/>
        </a:p>
      </dsp:txBody>
      <dsp:txXfrm>
        <a:off x="3086646" y="2929206"/>
        <a:ext cx="819715" cy="494862"/>
      </dsp:txXfrm>
    </dsp:sp>
    <dsp:sp modelId="{7BA36DA3-FE52-4D75-AC7F-8253A8FC18B1}">
      <dsp:nvSpPr>
        <dsp:cNvPr id="0" name=""/>
        <dsp:cNvSpPr/>
      </dsp:nvSpPr>
      <dsp:spPr>
        <a:xfrm rot="9477858">
          <a:off x="2682443" y="2496111"/>
          <a:ext cx="413449" cy="0"/>
        </a:xfrm>
        <a:custGeom>
          <a:avLst/>
          <a:gdLst/>
          <a:ahLst/>
          <a:cxnLst/>
          <a:rect l="0" t="0" r="0" b="0"/>
          <a:pathLst>
            <a:path>
              <a:moveTo>
                <a:pt x="0" y="0"/>
              </a:moveTo>
              <a:lnTo>
                <a:pt x="413449"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45D013-4891-4960-B495-6BBEF0FFE4A7}">
      <dsp:nvSpPr>
        <dsp:cNvPr id="0" name=""/>
        <dsp:cNvSpPr/>
      </dsp:nvSpPr>
      <dsp:spPr>
        <a:xfrm>
          <a:off x="1730531" y="2495168"/>
          <a:ext cx="967013" cy="548404"/>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Prompt</a:t>
          </a:r>
          <a:endParaRPr lang="en-US" sz="1600" kern="1200" dirty="0"/>
        </a:p>
      </dsp:txBody>
      <dsp:txXfrm>
        <a:off x="1757302" y="2521939"/>
        <a:ext cx="913471" cy="494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1536-A841-4299-9811-335F9B479269}">
      <dsp:nvSpPr>
        <dsp:cNvPr id="0" name=""/>
        <dsp:cNvSpPr/>
      </dsp:nvSpPr>
      <dsp:spPr>
        <a:xfrm rot="11064767">
          <a:off x="3471749" y="2581251"/>
          <a:ext cx="412650" cy="0"/>
        </a:xfrm>
        <a:custGeom>
          <a:avLst/>
          <a:gdLst/>
          <a:ahLst/>
          <a:cxnLst/>
          <a:rect l="0" t="0" r="0" b="0"/>
          <a:pathLst>
            <a:path>
              <a:moveTo>
                <a:pt x="0" y="0"/>
              </a:moveTo>
              <a:lnTo>
                <a:pt x="412650"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32406A-F280-4045-8479-FC69F770CAB9}">
      <dsp:nvSpPr>
        <dsp:cNvPr id="0" name=""/>
        <dsp:cNvSpPr/>
      </dsp:nvSpPr>
      <dsp:spPr>
        <a:xfrm rot="5504249">
          <a:off x="4932016" y="3379261"/>
          <a:ext cx="335622" cy="0"/>
        </a:xfrm>
        <a:custGeom>
          <a:avLst/>
          <a:gdLst/>
          <a:ahLst/>
          <a:cxnLst/>
          <a:rect l="0" t="0" r="0" b="0"/>
          <a:pathLst>
            <a:path>
              <a:moveTo>
                <a:pt x="0" y="0"/>
              </a:moveTo>
              <a:lnTo>
                <a:pt x="335622"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9E2819-903C-4958-9FFC-0BBDF059CED3}">
      <dsp:nvSpPr>
        <dsp:cNvPr id="0" name=""/>
        <dsp:cNvSpPr/>
      </dsp:nvSpPr>
      <dsp:spPr>
        <a:xfrm rot="454681">
          <a:off x="6355581" y="2886490"/>
          <a:ext cx="445328" cy="0"/>
        </a:xfrm>
        <a:custGeom>
          <a:avLst/>
          <a:gdLst/>
          <a:ahLst/>
          <a:cxnLst/>
          <a:rect l="0" t="0" r="0" b="0"/>
          <a:pathLst>
            <a:path>
              <a:moveTo>
                <a:pt x="0" y="0"/>
              </a:moveTo>
              <a:lnTo>
                <a:pt x="445328"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3AE295-EFEF-428C-AD02-862AAC2BAEE0}">
      <dsp:nvSpPr>
        <dsp:cNvPr id="0" name=""/>
        <dsp:cNvSpPr/>
      </dsp:nvSpPr>
      <dsp:spPr>
        <a:xfrm rot="16021456">
          <a:off x="5020366" y="2104022"/>
          <a:ext cx="139392" cy="0"/>
        </a:xfrm>
        <a:custGeom>
          <a:avLst/>
          <a:gdLst/>
          <a:ahLst/>
          <a:cxnLst/>
          <a:rect l="0" t="0" r="0" b="0"/>
          <a:pathLst>
            <a:path>
              <a:moveTo>
                <a:pt x="0" y="0"/>
              </a:moveTo>
              <a:lnTo>
                <a:pt x="139392"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238AE0-1607-4C89-A7DB-2126E9329C05}">
      <dsp:nvSpPr>
        <dsp:cNvPr id="0" name=""/>
        <dsp:cNvSpPr/>
      </dsp:nvSpPr>
      <dsp:spPr>
        <a:xfrm>
          <a:off x="3883788" y="2173625"/>
          <a:ext cx="2473738" cy="103790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LlamaIndex</a:t>
          </a:r>
          <a:endParaRPr lang="en-US" sz="2900" kern="1200" dirty="0"/>
        </a:p>
      </dsp:txBody>
      <dsp:txXfrm>
        <a:off x="3934454" y="2224291"/>
        <a:ext cx="2372406" cy="936570"/>
      </dsp:txXfrm>
    </dsp:sp>
    <dsp:sp modelId="{449D61A7-BA14-4E3B-9B0B-17572294F2BE}">
      <dsp:nvSpPr>
        <dsp:cNvPr id="0" name=""/>
        <dsp:cNvSpPr/>
      </dsp:nvSpPr>
      <dsp:spPr>
        <a:xfrm>
          <a:off x="4676896" y="1255798"/>
          <a:ext cx="778621"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Core</a:t>
          </a:r>
          <a:endParaRPr lang="en-US" sz="2200" kern="1200" dirty="0"/>
        </a:p>
      </dsp:txBody>
      <dsp:txXfrm>
        <a:off x="4714905" y="1293807"/>
        <a:ext cx="702603" cy="702603"/>
      </dsp:txXfrm>
    </dsp:sp>
    <dsp:sp modelId="{263A22B3-9AB2-4A1A-9445-58654A60278B}">
      <dsp:nvSpPr>
        <dsp:cNvPr id="0" name=""/>
        <dsp:cNvSpPr/>
      </dsp:nvSpPr>
      <dsp:spPr>
        <a:xfrm rot="12396528">
          <a:off x="4104656" y="1314764"/>
          <a:ext cx="604238" cy="0"/>
        </a:xfrm>
        <a:custGeom>
          <a:avLst/>
          <a:gdLst/>
          <a:ahLst/>
          <a:cxnLst/>
          <a:rect l="0" t="0" r="0" b="0"/>
          <a:pathLst>
            <a:path>
              <a:moveTo>
                <a:pt x="0" y="0"/>
              </a:moveTo>
              <a:lnTo>
                <a:pt x="604238"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30931C-8475-40F6-B422-19531F321B6E}">
      <dsp:nvSpPr>
        <dsp:cNvPr id="0" name=""/>
        <dsp:cNvSpPr/>
      </dsp:nvSpPr>
      <dsp:spPr>
        <a:xfrm>
          <a:off x="3095483" y="471166"/>
          <a:ext cx="1041172" cy="894978"/>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Service</a:t>
          </a:r>
        </a:p>
        <a:p>
          <a:pPr lvl="0" algn="ctr" defTabSz="711200">
            <a:lnSpc>
              <a:spcPct val="90000"/>
            </a:lnSpc>
            <a:spcBef>
              <a:spcPct val="0"/>
            </a:spcBef>
            <a:spcAft>
              <a:spcPct val="35000"/>
            </a:spcAft>
          </a:pPr>
          <a:r>
            <a:rPr lang="en-US" sz="1600" kern="1200" dirty="0" smtClean="0"/>
            <a:t>Context</a:t>
          </a:r>
          <a:endParaRPr lang="en-US" sz="1600" kern="1200" dirty="0"/>
        </a:p>
      </dsp:txBody>
      <dsp:txXfrm>
        <a:off x="3139172" y="514855"/>
        <a:ext cx="953794" cy="807600"/>
      </dsp:txXfrm>
    </dsp:sp>
    <dsp:sp modelId="{AD6E6610-8FA9-4CD8-8FF9-EE754E75B6AE}">
      <dsp:nvSpPr>
        <dsp:cNvPr id="0" name=""/>
        <dsp:cNvSpPr/>
      </dsp:nvSpPr>
      <dsp:spPr>
        <a:xfrm rot="16200000">
          <a:off x="4952742" y="1142334"/>
          <a:ext cx="226928" cy="0"/>
        </a:xfrm>
        <a:custGeom>
          <a:avLst/>
          <a:gdLst/>
          <a:ahLst/>
          <a:cxnLst/>
          <a:rect l="0" t="0" r="0" b="0"/>
          <a:pathLst>
            <a:path>
              <a:moveTo>
                <a:pt x="0" y="0"/>
              </a:moveTo>
              <a:lnTo>
                <a:pt x="226928"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7A415F-1AD1-49C8-B587-5B3EC5B1687C}">
      <dsp:nvSpPr>
        <dsp:cNvPr id="0" name=""/>
        <dsp:cNvSpPr/>
      </dsp:nvSpPr>
      <dsp:spPr>
        <a:xfrm>
          <a:off x="4519135" y="-13469"/>
          <a:ext cx="1094142" cy="1042340"/>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Simple</a:t>
          </a:r>
        </a:p>
        <a:p>
          <a:pPr lvl="0" algn="ctr" defTabSz="711200">
            <a:lnSpc>
              <a:spcPct val="90000"/>
            </a:lnSpc>
            <a:spcBef>
              <a:spcPct val="0"/>
            </a:spcBef>
            <a:spcAft>
              <a:spcPct val="35000"/>
            </a:spcAft>
          </a:pPr>
          <a:r>
            <a:rPr lang="en-US" sz="1600" kern="1200" dirty="0" smtClean="0"/>
            <a:t>Directory</a:t>
          </a:r>
        </a:p>
        <a:p>
          <a:pPr lvl="0" algn="ctr" defTabSz="711200">
            <a:lnSpc>
              <a:spcPct val="90000"/>
            </a:lnSpc>
            <a:spcBef>
              <a:spcPct val="0"/>
            </a:spcBef>
            <a:spcAft>
              <a:spcPct val="35000"/>
            </a:spcAft>
          </a:pPr>
          <a:r>
            <a:rPr lang="en-US" sz="1600" kern="1200" dirty="0" smtClean="0"/>
            <a:t>Reader</a:t>
          </a:r>
          <a:endParaRPr lang="en-US" sz="1600" kern="1200" dirty="0"/>
        </a:p>
      </dsp:txBody>
      <dsp:txXfrm>
        <a:off x="4570018" y="37414"/>
        <a:ext cx="992376" cy="940574"/>
      </dsp:txXfrm>
    </dsp:sp>
    <dsp:sp modelId="{DB14A1A9-E436-49D1-A4DB-F7CB689C6D8A}">
      <dsp:nvSpPr>
        <dsp:cNvPr id="0" name=""/>
        <dsp:cNvSpPr/>
      </dsp:nvSpPr>
      <dsp:spPr>
        <a:xfrm rot="20084508">
          <a:off x="5408452" y="1251375"/>
          <a:ext cx="984562" cy="0"/>
        </a:xfrm>
        <a:custGeom>
          <a:avLst/>
          <a:gdLst/>
          <a:ahLst/>
          <a:cxnLst/>
          <a:rect l="0" t="0" r="0" b="0"/>
          <a:pathLst>
            <a:path>
              <a:moveTo>
                <a:pt x="0" y="0"/>
              </a:moveTo>
              <a:lnTo>
                <a:pt x="984562"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9AA188-D149-45F0-AA3E-43C6DEB417E5}">
      <dsp:nvSpPr>
        <dsp:cNvPr id="0" name=""/>
        <dsp:cNvSpPr/>
      </dsp:nvSpPr>
      <dsp:spPr>
        <a:xfrm>
          <a:off x="6345949" y="274203"/>
          <a:ext cx="1225923" cy="955835"/>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Index</a:t>
          </a:r>
          <a:endParaRPr lang="en-US" sz="1600" kern="1200" dirty="0"/>
        </a:p>
      </dsp:txBody>
      <dsp:txXfrm>
        <a:off x="6392609" y="320863"/>
        <a:ext cx="1132603" cy="862515"/>
      </dsp:txXfrm>
    </dsp:sp>
    <dsp:sp modelId="{2DDFABA1-349D-468C-AD06-4B84185068A1}">
      <dsp:nvSpPr>
        <dsp:cNvPr id="0" name=""/>
        <dsp:cNvSpPr/>
      </dsp:nvSpPr>
      <dsp:spPr>
        <a:xfrm>
          <a:off x="6798965" y="2578337"/>
          <a:ext cx="778621"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Tools</a:t>
          </a:r>
          <a:endParaRPr lang="en-US" sz="2200" kern="1200" dirty="0"/>
        </a:p>
      </dsp:txBody>
      <dsp:txXfrm>
        <a:off x="6836974" y="2616346"/>
        <a:ext cx="702603" cy="702603"/>
      </dsp:txXfrm>
    </dsp:sp>
    <dsp:sp modelId="{37252F1D-8745-494F-9DE4-708B19BFD1F9}">
      <dsp:nvSpPr>
        <dsp:cNvPr id="0" name=""/>
        <dsp:cNvSpPr/>
      </dsp:nvSpPr>
      <dsp:spPr>
        <a:xfrm rot="19875056">
          <a:off x="7547708" y="2637486"/>
          <a:ext cx="484791" cy="0"/>
        </a:xfrm>
        <a:custGeom>
          <a:avLst/>
          <a:gdLst/>
          <a:ahLst/>
          <a:cxnLst/>
          <a:rect l="0" t="0" r="0" b="0"/>
          <a:pathLst>
            <a:path>
              <a:moveTo>
                <a:pt x="0" y="0"/>
              </a:moveTo>
              <a:lnTo>
                <a:pt x="48479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05B61B-8B52-4588-A204-299342C92073}">
      <dsp:nvSpPr>
        <dsp:cNvPr id="0" name=""/>
        <dsp:cNvSpPr/>
      </dsp:nvSpPr>
      <dsp:spPr>
        <a:xfrm>
          <a:off x="8002620" y="1738419"/>
          <a:ext cx="1065200" cy="980595"/>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Query</a:t>
          </a:r>
        </a:p>
        <a:p>
          <a:pPr lvl="0" algn="ctr" defTabSz="711200">
            <a:lnSpc>
              <a:spcPct val="90000"/>
            </a:lnSpc>
            <a:spcBef>
              <a:spcPct val="0"/>
            </a:spcBef>
            <a:spcAft>
              <a:spcPct val="35000"/>
            </a:spcAft>
          </a:pPr>
          <a:r>
            <a:rPr lang="en-US" sz="1600" kern="1200" dirty="0" smtClean="0"/>
            <a:t>Engine</a:t>
          </a:r>
        </a:p>
        <a:p>
          <a:pPr lvl="0" algn="ctr" defTabSz="711200">
            <a:lnSpc>
              <a:spcPct val="90000"/>
            </a:lnSpc>
            <a:spcBef>
              <a:spcPct val="0"/>
            </a:spcBef>
            <a:spcAft>
              <a:spcPct val="35000"/>
            </a:spcAft>
          </a:pPr>
          <a:r>
            <a:rPr lang="en-US" sz="1600" kern="1200" dirty="0" smtClean="0"/>
            <a:t>Tool</a:t>
          </a:r>
          <a:endParaRPr lang="en-US" sz="1600" kern="1200" dirty="0"/>
        </a:p>
      </dsp:txBody>
      <dsp:txXfrm>
        <a:off x="8050489" y="1786288"/>
        <a:ext cx="969462" cy="884857"/>
      </dsp:txXfrm>
    </dsp:sp>
    <dsp:sp modelId="{C2B99277-74BC-4126-B828-8B6FE6BDA3BA}">
      <dsp:nvSpPr>
        <dsp:cNvPr id="0" name=""/>
        <dsp:cNvSpPr/>
      </dsp:nvSpPr>
      <dsp:spPr>
        <a:xfrm rot="1569030">
          <a:off x="7551359" y="3271722"/>
          <a:ext cx="512455" cy="0"/>
        </a:xfrm>
        <a:custGeom>
          <a:avLst/>
          <a:gdLst/>
          <a:ahLst/>
          <a:cxnLst/>
          <a:rect l="0" t="0" r="0" b="0"/>
          <a:pathLst>
            <a:path>
              <a:moveTo>
                <a:pt x="0" y="0"/>
              </a:moveTo>
              <a:lnTo>
                <a:pt x="512455"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BFCF09-5287-44F2-AC37-785D95F028C5}">
      <dsp:nvSpPr>
        <dsp:cNvPr id="0" name=""/>
        <dsp:cNvSpPr/>
      </dsp:nvSpPr>
      <dsp:spPr>
        <a:xfrm>
          <a:off x="8037587" y="3253702"/>
          <a:ext cx="1052423"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Function</a:t>
          </a:r>
        </a:p>
        <a:p>
          <a:pPr lvl="0" algn="ctr" defTabSz="711200">
            <a:lnSpc>
              <a:spcPct val="90000"/>
            </a:lnSpc>
            <a:spcBef>
              <a:spcPct val="0"/>
            </a:spcBef>
            <a:spcAft>
              <a:spcPct val="35000"/>
            </a:spcAft>
          </a:pPr>
          <a:r>
            <a:rPr lang="en-US" sz="1600" kern="1200" dirty="0" smtClean="0"/>
            <a:t>Tool</a:t>
          </a:r>
          <a:endParaRPr lang="en-US" sz="1600" kern="1200" dirty="0"/>
        </a:p>
      </dsp:txBody>
      <dsp:txXfrm>
        <a:off x="8075596" y="3291711"/>
        <a:ext cx="976405" cy="702603"/>
      </dsp:txXfrm>
    </dsp:sp>
    <dsp:sp modelId="{01781C32-8EFB-40D7-9199-B0880D00D601}">
      <dsp:nvSpPr>
        <dsp:cNvPr id="0" name=""/>
        <dsp:cNvSpPr/>
      </dsp:nvSpPr>
      <dsp:spPr>
        <a:xfrm>
          <a:off x="4693619" y="3546995"/>
          <a:ext cx="778621"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LLMs</a:t>
          </a:r>
          <a:endParaRPr lang="en-US" sz="2200" kern="1200" dirty="0"/>
        </a:p>
      </dsp:txBody>
      <dsp:txXfrm>
        <a:off x="4731628" y="3585004"/>
        <a:ext cx="702603" cy="702603"/>
      </dsp:txXfrm>
    </dsp:sp>
    <dsp:sp modelId="{71C4B80A-9763-419B-9AE5-B2C6A99C40A0}">
      <dsp:nvSpPr>
        <dsp:cNvPr id="0" name=""/>
        <dsp:cNvSpPr/>
      </dsp:nvSpPr>
      <dsp:spPr>
        <a:xfrm rot="1898429">
          <a:off x="5433175" y="4314058"/>
          <a:ext cx="525624" cy="0"/>
        </a:xfrm>
        <a:custGeom>
          <a:avLst/>
          <a:gdLst/>
          <a:ahLst/>
          <a:cxnLst/>
          <a:rect l="0" t="0" r="0" b="0"/>
          <a:pathLst>
            <a:path>
              <a:moveTo>
                <a:pt x="0" y="0"/>
              </a:moveTo>
              <a:lnTo>
                <a:pt x="525624"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DD53ED-A0D4-4DA0-9C86-932B81D892A1}">
      <dsp:nvSpPr>
        <dsp:cNvPr id="0" name=""/>
        <dsp:cNvSpPr/>
      </dsp:nvSpPr>
      <dsp:spPr>
        <a:xfrm>
          <a:off x="5911246" y="4451927"/>
          <a:ext cx="1280606"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Anthropic</a:t>
          </a:r>
        </a:p>
      </dsp:txBody>
      <dsp:txXfrm>
        <a:off x="5949255" y="4489936"/>
        <a:ext cx="1204588" cy="702603"/>
      </dsp:txXfrm>
    </dsp:sp>
    <dsp:sp modelId="{658219C6-0BE8-4676-8044-92BD6F75EA78}">
      <dsp:nvSpPr>
        <dsp:cNvPr id="0" name=""/>
        <dsp:cNvSpPr/>
      </dsp:nvSpPr>
      <dsp:spPr>
        <a:xfrm rot="8755167">
          <a:off x="4192503" y="4353288"/>
          <a:ext cx="548191" cy="0"/>
        </a:xfrm>
        <a:custGeom>
          <a:avLst/>
          <a:gdLst/>
          <a:ahLst/>
          <a:cxnLst/>
          <a:rect l="0" t="0" r="0" b="0"/>
          <a:pathLst>
            <a:path>
              <a:moveTo>
                <a:pt x="0" y="0"/>
              </a:moveTo>
              <a:lnTo>
                <a:pt x="548191"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370174-7FA4-4168-BCDE-B125100D36E9}">
      <dsp:nvSpPr>
        <dsp:cNvPr id="0" name=""/>
        <dsp:cNvSpPr/>
      </dsp:nvSpPr>
      <dsp:spPr>
        <a:xfrm>
          <a:off x="3336690" y="4422996"/>
          <a:ext cx="902889"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OpenAI</a:t>
          </a:r>
          <a:endParaRPr lang="en-US" sz="1600" kern="1200" dirty="0"/>
        </a:p>
      </dsp:txBody>
      <dsp:txXfrm>
        <a:off x="3374699" y="4461005"/>
        <a:ext cx="826871" cy="702603"/>
      </dsp:txXfrm>
    </dsp:sp>
    <dsp:sp modelId="{0547AA9E-3187-467A-81CB-DFAC36FE587E}">
      <dsp:nvSpPr>
        <dsp:cNvPr id="0" name=""/>
        <dsp:cNvSpPr/>
      </dsp:nvSpPr>
      <dsp:spPr>
        <a:xfrm>
          <a:off x="2376023" y="2133763"/>
          <a:ext cx="1096337"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Agent</a:t>
          </a:r>
          <a:endParaRPr lang="en-US" sz="2200" kern="1200" dirty="0"/>
        </a:p>
      </dsp:txBody>
      <dsp:txXfrm>
        <a:off x="2414032" y="2171772"/>
        <a:ext cx="1020319" cy="702603"/>
      </dsp:txXfrm>
    </dsp:sp>
    <dsp:sp modelId="{3636CBE3-442B-42D1-B825-46D94B019FDA}">
      <dsp:nvSpPr>
        <dsp:cNvPr id="0" name=""/>
        <dsp:cNvSpPr/>
      </dsp:nvSpPr>
      <dsp:spPr>
        <a:xfrm rot="10013363">
          <a:off x="2150178" y="2676697"/>
          <a:ext cx="228827" cy="0"/>
        </a:xfrm>
        <a:custGeom>
          <a:avLst/>
          <a:gdLst/>
          <a:ahLst/>
          <a:cxnLst/>
          <a:rect l="0" t="0" r="0" b="0"/>
          <a:pathLst>
            <a:path>
              <a:moveTo>
                <a:pt x="0" y="0"/>
              </a:moveTo>
              <a:lnTo>
                <a:pt x="228827" y="0"/>
              </a:lnTo>
            </a:path>
          </a:pathLst>
        </a:custGeom>
        <a:noFill/>
        <a:ln w="25400" cap="flat" cmpd="sng" algn="ctr">
          <a:solidFill>
            <a:schemeClr val="accent4">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F71F4D-9613-48A7-A12E-8C8C41BC3D7E}">
      <dsp:nvSpPr>
        <dsp:cNvPr id="0" name=""/>
        <dsp:cNvSpPr/>
      </dsp:nvSpPr>
      <dsp:spPr>
        <a:xfrm>
          <a:off x="1032561" y="2443834"/>
          <a:ext cx="1120599" cy="778621"/>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ReAct</a:t>
          </a:r>
        </a:p>
        <a:p>
          <a:pPr lvl="0" algn="ctr" defTabSz="711200">
            <a:lnSpc>
              <a:spcPct val="90000"/>
            </a:lnSpc>
            <a:spcBef>
              <a:spcPct val="0"/>
            </a:spcBef>
            <a:spcAft>
              <a:spcPct val="35000"/>
            </a:spcAft>
          </a:pPr>
          <a:r>
            <a:rPr lang="en-US" sz="1600" kern="1200" dirty="0" smtClean="0"/>
            <a:t>Agent</a:t>
          </a:r>
          <a:endParaRPr lang="en-US" sz="1600" kern="1200" dirty="0"/>
        </a:p>
      </dsp:txBody>
      <dsp:txXfrm>
        <a:off x="1070570" y="2481843"/>
        <a:ext cx="1044581" cy="7026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A8D37-3C46-47A0-9467-F7396E2315E7}">
      <dsp:nvSpPr>
        <dsp:cNvPr id="0" name=""/>
        <dsp:cNvSpPr/>
      </dsp:nvSpPr>
      <dsp:spPr>
        <a:xfrm>
          <a:off x="3337922" y="2087414"/>
          <a:ext cx="1625600" cy="1262018"/>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AutoGen</a:t>
          </a:r>
          <a:endParaRPr lang="en-US" sz="2900" kern="1200" dirty="0"/>
        </a:p>
      </dsp:txBody>
      <dsp:txXfrm>
        <a:off x="3399529" y="2149021"/>
        <a:ext cx="1502386" cy="1138804"/>
      </dsp:txXfrm>
    </dsp:sp>
    <dsp:sp modelId="{00A787FA-CB6C-41E0-841B-B3A35EECF160}">
      <dsp:nvSpPr>
        <dsp:cNvPr id="0" name=""/>
        <dsp:cNvSpPr/>
      </dsp:nvSpPr>
      <dsp:spPr>
        <a:xfrm rot="16139266">
          <a:off x="3816105" y="1769610"/>
          <a:ext cx="635707" cy="0"/>
        </a:xfrm>
        <a:custGeom>
          <a:avLst/>
          <a:gdLst/>
          <a:ahLst/>
          <a:cxnLst/>
          <a:rect l="0" t="0" r="0" b="0"/>
          <a:pathLst>
            <a:path>
              <a:moveTo>
                <a:pt x="0" y="0"/>
              </a:moveTo>
              <a:lnTo>
                <a:pt x="635707"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11BD38-C68F-4430-A214-4CB190305B3A}">
      <dsp:nvSpPr>
        <dsp:cNvPr id="0" name=""/>
        <dsp:cNvSpPr/>
      </dsp:nvSpPr>
      <dsp:spPr>
        <a:xfrm>
          <a:off x="3574145" y="362653"/>
          <a:ext cx="1089152" cy="108915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Assistant</a:t>
          </a:r>
        </a:p>
        <a:p>
          <a:pPr lvl="0" algn="ctr" defTabSz="844550">
            <a:lnSpc>
              <a:spcPct val="90000"/>
            </a:lnSpc>
            <a:spcBef>
              <a:spcPct val="0"/>
            </a:spcBef>
            <a:spcAft>
              <a:spcPct val="35000"/>
            </a:spcAft>
          </a:pPr>
          <a:r>
            <a:rPr lang="en-US" sz="1900" kern="1200" dirty="0" smtClean="0"/>
            <a:t>Agent</a:t>
          </a:r>
          <a:endParaRPr lang="en-US" sz="1900" kern="1200" dirty="0"/>
        </a:p>
      </dsp:txBody>
      <dsp:txXfrm>
        <a:off x="3627313" y="415821"/>
        <a:ext cx="982816" cy="982816"/>
      </dsp:txXfrm>
    </dsp:sp>
    <dsp:sp modelId="{4CE0B999-E21B-43F4-8A6D-85AD74A9F9AA}">
      <dsp:nvSpPr>
        <dsp:cNvPr id="0" name=""/>
        <dsp:cNvSpPr/>
      </dsp:nvSpPr>
      <dsp:spPr>
        <a:xfrm rot="21572578">
          <a:off x="4963502" y="2706774"/>
          <a:ext cx="1295172" cy="0"/>
        </a:xfrm>
        <a:custGeom>
          <a:avLst/>
          <a:gdLst/>
          <a:ahLst/>
          <a:cxnLst/>
          <a:rect l="0" t="0" r="0" b="0"/>
          <a:pathLst>
            <a:path>
              <a:moveTo>
                <a:pt x="0" y="0"/>
              </a:moveTo>
              <a:lnTo>
                <a:pt x="1295172"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9A6E0-F543-4F03-89A0-3325899C7926}">
      <dsp:nvSpPr>
        <dsp:cNvPr id="0" name=""/>
        <dsp:cNvSpPr/>
      </dsp:nvSpPr>
      <dsp:spPr>
        <a:xfrm>
          <a:off x="6258654" y="2152688"/>
          <a:ext cx="1089152" cy="108915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User</a:t>
          </a:r>
        </a:p>
        <a:p>
          <a:pPr lvl="0" algn="ctr" defTabSz="844550">
            <a:lnSpc>
              <a:spcPct val="90000"/>
            </a:lnSpc>
            <a:spcBef>
              <a:spcPct val="0"/>
            </a:spcBef>
            <a:spcAft>
              <a:spcPct val="35000"/>
            </a:spcAft>
          </a:pPr>
          <a:r>
            <a:rPr lang="en-US" sz="1900" kern="1200" dirty="0" smtClean="0"/>
            <a:t>Proxy</a:t>
          </a:r>
        </a:p>
        <a:p>
          <a:pPr lvl="0" algn="ctr" defTabSz="844550">
            <a:lnSpc>
              <a:spcPct val="90000"/>
            </a:lnSpc>
            <a:spcBef>
              <a:spcPct val="0"/>
            </a:spcBef>
            <a:spcAft>
              <a:spcPct val="35000"/>
            </a:spcAft>
          </a:pPr>
          <a:r>
            <a:rPr lang="en-US" sz="1900" kern="1200" dirty="0" smtClean="0"/>
            <a:t>Agent</a:t>
          </a:r>
          <a:endParaRPr lang="en-US" sz="1900" kern="1200" dirty="0"/>
        </a:p>
      </dsp:txBody>
      <dsp:txXfrm>
        <a:off x="6311822" y="2205856"/>
        <a:ext cx="982816" cy="982816"/>
      </dsp:txXfrm>
    </dsp:sp>
    <dsp:sp modelId="{43CF114E-92F2-4C20-9D19-54856A7B9DC1}">
      <dsp:nvSpPr>
        <dsp:cNvPr id="0" name=""/>
        <dsp:cNvSpPr/>
      </dsp:nvSpPr>
      <dsp:spPr>
        <a:xfrm rot="5326934">
          <a:off x="3750669" y="3771782"/>
          <a:ext cx="844890" cy="0"/>
        </a:xfrm>
        <a:custGeom>
          <a:avLst/>
          <a:gdLst/>
          <a:ahLst/>
          <a:cxnLst/>
          <a:rect l="0" t="0" r="0" b="0"/>
          <a:pathLst>
            <a:path>
              <a:moveTo>
                <a:pt x="0" y="0"/>
              </a:moveTo>
              <a:lnTo>
                <a:pt x="844890"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54582E-B840-4844-AF80-FA4D5DE8976D}">
      <dsp:nvSpPr>
        <dsp:cNvPr id="0" name=""/>
        <dsp:cNvSpPr/>
      </dsp:nvSpPr>
      <dsp:spPr>
        <a:xfrm>
          <a:off x="3508880" y="4194132"/>
          <a:ext cx="1369576" cy="1089152"/>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GroupChat</a:t>
          </a:r>
        </a:p>
        <a:p>
          <a:pPr lvl="0" algn="ctr" defTabSz="844550">
            <a:lnSpc>
              <a:spcPct val="90000"/>
            </a:lnSpc>
            <a:spcBef>
              <a:spcPct val="0"/>
            </a:spcBef>
            <a:spcAft>
              <a:spcPct val="35000"/>
            </a:spcAft>
          </a:pPr>
          <a:r>
            <a:rPr lang="en-US" sz="1900" kern="1200" dirty="0" smtClean="0"/>
            <a:t>Manager</a:t>
          </a:r>
          <a:endParaRPr lang="en-US" sz="1900" kern="1200" dirty="0"/>
        </a:p>
      </dsp:txBody>
      <dsp:txXfrm>
        <a:off x="3562048" y="4247300"/>
        <a:ext cx="1263240" cy="982816"/>
      </dsp:txXfrm>
    </dsp:sp>
    <dsp:sp modelId="{3F436FC9-F608-49E1-8505-4D51819DD6DD}">
      <dsp:nvSpPr>
        <dsp:cNvPr id="0" name=""/>
        <dsp:cNvSpPr/>
      </dsp:nvSpPr>
      <dsp:spPr>
        <a:xfrm rot="10765672">
          <a:off x="2296563" y="2731739"/>
          <a:ext cx="1041385" cy="0"/>
        </a:xfrm>
        <a:custGeom>
          <a:avLst/>
          <a:gdLst/>
          <a:ahLst/>
          <a:cxnLst/>
          <a:rect l="0" t="0" r="0" b="0"/>
          <a:pathLst>
            <a:path>
              <a:moveTo>
                <a:pt x="0" y="0"/>
              </a:moveTo>
              <a:lnTo>
                <a:pt x="1041385" y="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04970D-66C5-48C6-B6BB-ADB796B2D296}">
      <dsp:nvSpPr>
        <dsp:cNvPr id="0" name=""/>
        <dsp:cNvSpPr/>
      </dsp:nvSpPr>
      <dsp:spPr>
        <a:xfrm>
          <a:off x="958544" y="2334615"/>
          <a:ext cx="1338045" cy="818007"/>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GroupChat</a:t>
          </a:r>
          <a:endParaRPr lang="en-US" sz="1900" kern="1200" dirty="0"/>
        </a:p>
      </dsp:txBody>
      <dsp:txXfrm>
        <a:off x="998476" y="2374547"/>
        <a:ext cx="1258181" cy="738143"/>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5A045-4537-4CF1-B343-EC82AC310366}" type="datetimeFigureOut">
              <a:rPr lang="en-US" smtClean="0"/>
              <a:t>06/09/2025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14253-A567-46AA-A438-A4ADDB7E6EDA}" type="slidenum">
              <a:rPr lang="en-US" smtClean="0"/>
              <a:t>‹#›</a:t>
            </a:fld>
            <a:endParaRPr lang="en-US"/>
          </a:p>
        </p:txBody>
      </p:sp>
    </p:spTree>
    <p:extLst>
      <p:ext uri="{BB962C8B-B14F-4D97-AF65-F5344CB8AC3E}">
        <p14:creationId xmlns:p14="http://schemas.microsoft.com/office/powerpoint/2010/main" val="1767351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a:t>
            </a:fld>
            <a:endParaRPr lang="en-US"/>
          </a:p>
        </p:txBody>
      </p:sp>
    </p:spTree>
    <p:extLst>
      <p:ext uri="{BB962C8B-B14F-4D97-AF65-F5344CB8AC3E}">
        <p14:creationId xmlns:p14="http://schemas.microsoft.com/office/powerpoint/2010/main" val="1400945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2</a:t>
            </a:fld>
            <a:endParaRPr lang="en-US"/>
          </a:p>
        </p:txBody>
      </p:sp>
    </p:spTree>
    <p:extLst>
      <p:ext uri="{BB962C8B-B14F-4D97-AF65-F5344CB8AC3E}">
        <p14:creationId xmlns:p14="http://schemas.microsoft.com/office/powerpoint/2010/main" val="36081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3</a:t>
            </a:fld>
            <a:endParaRPr lang="en-US"/>
          </a:p>
        </p:txBody>
      </p:sp>
    </p:spTree>
    <p:extLst>
      <p:ext uri="{BB962C8B-B14F-4D97-AF65-F5344CB8AC3E}">
        <p14:creationId xmlns:p14="http://schemas.microsoft.com/office/powerpoint/2010/main" val="1914999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4</a:t>
            </a:fld>
            <a:endParaRPr lang="en-US"/>
          </a:p>
        </p:txBody>
      </p:sp>
    </p:spTree>
    <p:extLst>
      <p:ext uri="{BB962C8B-B14F-4D97-AF65-F5344CB8AC3E}">
        <p14:creationId xmlns:p14="http://schemas.microsoft.com/office/powerpoint/2010/main" val="2408683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5</a:t>
            </a:fld>
            <a:endParaRPr lang="en-US"/>
          </a:p>
        </p:txBody>
      </p:sp>
    </p:spTree>
    <p:extLst>
      <p:ext uri="{BB962C8B-B14F-4D97-AF65-F5344CB8AC3E}">
        <p14:creationId xmlns:p14="http://schemas.microsoft.com/office/powerpoint/2010/main" val="2184180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6</a:t>
            </a:fld>
            <a:endParaRPr lang="en-US"/>
          </a:p>
        </p:txBody>
      </p:sp>
    </p:spTree>
    <p:extLst>
      <p:ext uri="{BB962C8B-B14F-4D97-AF65-F5344CB8AC3E}">
        <p14:creationId xmlns:p14="http://schemas.microsoft.com/office/powerpoint/2010/main" val="3392323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7</a:t>
            </a:fld>
            <a:endParaRPr lang="en-US"/>
          </a:p>
        </p:txBody>
      </p:sp>
    </p:spTree>
    <p:extLst>
      <p:ext uri="{BB962C8B-B14F-4D97-AF65-F5344CB8AC3E}">
        <p14:creationId xmlns:p14="http://schemas.microsoft.com/office/powerpoint/2010/main" val="2141858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8</a:t>
            </a:fld>
            <a:endParaRPr lang="en-US"/>
          </a:p>
        </p:txBody>
      </p:sp>
    </p:spTree>
    <p:extLst>
      <p:ext uri="{BB962C8B-B14F-4D97-AF65-F5344CB8AC3E}">
        <p14:creationId xmlns:p14="http://schemas.microsoft.com/office/powerpoint/2010/main" val="1944736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9</a:t>
            </a:fld>
            <a:endParaRPr lang="en-US"/>
          </a:p>
        </p:txBody>
      </p:sp>
    </p:spTree>
    <p:extLst>
      <p:ext uri="{BB962C8B-B14F-4D97-AF65-F5344CB8AC3E}">
        <p14:creationId xmlns:p14="http://schemas.microsoft.com/office/powerpoint/2010/main" val="46502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10</a:t>
            </a:fld>
            <a:endParaRPr lang="en-US"/>
          </a:p>
        </p:txBody>
      </p:sp>
    </p:spTree>
    <p:extLst>
      <p:ext uri="{BB962C8B-B14F-4D97-AF65-F5344CB8AC3E}">
        <p14:creationId xmlns:p14="http://schemas.microsoft.com/office/powerpoint/2010/main" val="1629101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11</a:t>
            </a:fld>
            <a:endParaRPr lang="en-US"/>
          </a:p>
        </p:txBody>
      </p:sp>
    </p:spTree>
    <p:extLst>
      <p:ext uri="{BB962C8B-B14F-4D97-AF65-F5344CB8AC3E}">
        <p14:creationId xmlns:p14="http://schemas.microsoft.com/office/powerpoint/2010/main" val="3330132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12</a:t>
            </a:fld>
            <a:endParaRPr lang="en-US"/>
          </a:p>
        </p:txBody>
      </p:sp>
    </p:spTree>
    <p:extLst>
      <p:ext uri="{BB962C8B-B14F-4D97-AF65-F5344CB8AC3E}">
        <p14:creationId xmlns:p14="http://schemas.microsoft.com/office/powerpoint/2010/main" val="2456474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3C714253-A567-46AA-A438-A4ADDB7E6EDA}" type="slidenum">
              <a:rPr lang="en-US" smtClean="0"/>
              <a:t>13</a:t>
            </a:fld>
            <a:endParaRPr lang="en-US"/>
          </a:p>
        </p:txBody>
      </p:sp>
    </p:spTree>
    <p:extLst>
      <p:ext uri="{BB962C8B-B14F-4D97-AF65-F5344CB8AC3E}">
        <p14:creationId xmlns:p14="http://schemas.microsoft.com/office/powerpoint/2010/main" val="2735995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14</a:t>
            </a:fld>
            <a:endParaRPr lang="en-US"/>
          </a:p>
        </p:txBody>
      </p:sp>
    </p:spTree>
    <p:extLst>
      <p:ext uri="{BB962C8B-B14F-4D97-AF65-F5344CB8AC3E}">
        <p14:creationId xmlns:p14="http://schemas.microsoft.com/office/powerpoint/2010/main" val="613878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15</a:t>
            </a:fld>
            <a:endParaRPr lang="en-US"/>
          </a:p>
        </p:txBody>
      </p:sp>
    </p:spTree>
    <p:extLst>
      <p:ext uri="{BB962C8B-B14F-4D97-AF65-F5344CB8AC3E}">
        <p14:creationId xmlns:p14="http://schemas.microsoft.com/office/powerpoint/2010/main" val="4177630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16</a:t>
            </a:fld>
            <a:endParaRPr lang="en-US"/>
          </a:p>
        </p:txBody>
      </p:sp>
    </p:spTree>
    <p:extLst>
      <p:ext uri="{BB962C8B-B14F-4D97-AF65-F5344CB8AC3E}">
        <p14:creationId xmlns:p14="http://schemas.microsoft.com/office/powerpoint/2010/main" val="3605308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17</a:t>
            </a:fld>
            <a:endParaRPr lang="en-US"/>
          </a:p>
        </p:txBody>
      </p:sp>
    </p:spTree>
    <p:extLst>
      <p:ext uri="{BB962C8B-B14F-4D97-AF65-F5344CB8AC3E}">
        <p14:creationId xmlns:p14="http://schemas.microsoft.com/office/powerpoint/2010/main" val="2850114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14253-A567-46AA-A438-A4ADDB7E6EDA}" type="slidenum">
              <a:rPr lang="en-US" smtClean="0"/>
              <a:t>18</a:t>
            </a:fld>
            <a:endParaRPr lang="en-US"/>
          </a:p>
        </p:txBody>
      </p:sp>
    </p:spTree>
    <p:extLst>
      <p:ext uri="{BB962C8B-B14F-4D97-AF65-F5344CB8AC3E}">
        <p14:creationId xmlns:p14="http://schemas.microsoft.com/office/powerpoint/2010/main" val="708359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06/09/2025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06/09/2025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4.png"/><Relationship Id="rId12"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6.png"/><Relationship Id="rId5" Type="http://schemas.openxmlformats.org/officeDocument/2006/relationships/image" Target="../media/image2.png"/><Relationship Id="rId10" Type="http://schemas.microsoft.com/office/2007/relationships/hdphoto" Target="../media/hdphoto1.wdp"/><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21.sv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1.png"/><Relationship Id="rId5" Type="http://schemas.openxmlformats.org/officeDocument/2006/relationships/image" Target="../media/image13.svg"/><Relationship Id="rId10" Type="http://schemas.openxmlformats.org/officeDocument/2006/relationships/image" Target="../media/image2.png"/><Relationship Id="rId9" Type="http://schemas.openxmlformats.org/officeDocument/2006/relationships/image" Target="../media/image2.sv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8" Type="http://schemas.microsoft.com/office/2007/relationships/hdphoto" Target="../media/hdphoto4.wdp"/><Relationship Id="rId3" Type="http://schemas.openxmlformats.org/officeDocument/2006/relationships/image" Target="../media/image1.png"/><Relationship Id="rId21" Type="http://schemas.openxmlformats.org/officeDocument/2006/relationships/image" Target="../media/image18.png"/><Relationship Id="rId7"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notesSlide" Target="../notesSlides/notesSlide3.xml"/><Relationship Id="rId16" Type="http://schemas.microsoft.com/office/2007/relationships/hdphoto" Target="../media/hdphoto3.wdp"/><Relationship Id="rId20" Type="http://schemas.microsoft.com/office/2007/relationships/hdphoto" Target="../media/hdphoto5.wdp"/><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4.png"/><Relationship Id="rId15" Type="http://schemas.openxmlformats.org/officeDocument/2006/relationships/image" Target="../media/image15.png"/><Relationship Id="rId19" Type="http://schemas.openxmlformats.org/officeDocument/2006/relationships/image" Target="../media/image17.png"/><Relationship Id="rId4" Type="http://schemas.openxmlformats.org/officeDocument/2006/relationships/image" Target="../media/image2.svg"/><Relationship Id="rId14" Type="http://schemas.openxmlformats.org/officeDocument/2006/relationships/image" Target="../media/image23.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13.svg"/><Relationship Id="rId12" Type="http://schemas.microsoft.com/office/2007/relationships/hdphoto" Target="../media/hdphoto6.wdp"/><Relationship Id="rId2" Type="http://schemas.openxmlformats.org/officeDocument/2006/relationships/notesSlide" Target="../notesSlides/notesSlide4.xml"/><Relationship Id="rId16" Type="http://schemas.microsoft.com/office/2007/relationships/hdphoto" Target="../media/hdphoto8.wdp"/><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1.png"/><Relationship Id="rId5" Type="http://schemas.openxmlformats.org/officeDocument/2006/relationships/image" Target="../media/image2.svg"/><Relationship Id="rId15" Type="http://schemas.openxmlformats.org/officeDocument/2006/relationships/image" Target="../media/image23.png"/><Relationship Id="rId10" Type="http://schemas.openxmlformats.org/officeDocument/2006/relationships/image" Target="../media/image20.png"/><Relationship Id="rId4" Type="http://schemas.openxmlformats.org/officeDocument/2006/relationships/image" Target="../media/image1.png"/><Relationship Id="rId9" Type="http://schemas.openxmlformats.org/officeDocument/2006/relationships/image" Target="../media/image17.svg"/><Relationship Id="rId14" Type="http://schemas.microsoft.com/office/2007/relationships/hdphoto" Target="../media/hdphoto7.wdp"/></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png"/><Relationship Id="rId5" Type="http://schemas.openxmlformats.org/officeDocument/2006/relationships/image" Target="../media/image13.svg"/><Relationship Id="rId10" Type="http://schemas.openxmlformats.org/officeDocument/2006/relationships/image" Target="../media/image12.png"/><Relationship Id="rId9" Type="http://schemas.openxmlformats.org/officeDocument/2006/relationships/image" Target="../media/image11.png"/><Relationship Id="rId14" Type="http://schemas.openxmlformats.org/officeDocument/2006/relationships/image" Target="../media/image23.sv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3.png"/><Relationship Id="rId5" Type="http://schemas.openxmlformats.org/officeDocument/2006/relationships/image" Target="../media/image2.svg"/><Relationship Id="rId10"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32.jpeg"/><Relationship Id="rId5" Type="http://schemas.openxmlformats.org/officeDocument/2006/relationships/image" Target="../media/image14.png"/><Relationship Id="rId10" Type="http://schemas.openxmlformats.org/officeDocument/2006/relationships/image" Target="../media/image31.png"/><Relationship Id="rId4" Type="http://schemas.openxmlformats.org/officeDocument/2006/relationships/image" Target="../media/image13.sv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png"/><Relationship Id="rId5" Type="http://schemas.openxmlformats.org/officeDocument/2006/relationships/image" Target="../media/image13.svg"/><Relationship Id="rId10" Type="http://schemas.openxmlformats.org/officeDocument/2006/relationships/image" Target="../media/image12.png"/><Relationship Id="rId9" Type="http://schemas.openxmlformats.org/officeDocument/2006/relationships/image" Target="../media/image11.png"/><Relationship Id="rId14" Type="http://schemas.openxmlformats.org/officeDocument/2006/relationships/image" Target="../media/image23.sv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11.png"/><Relationship Id="rId7" Type="http://schemas.openxmlformats.org/officeDocument/2006/relationships/image" Target="../media/image29.png"/><Relationship Id="rId12"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diagramColors" Target="../diagrams/colors1.xml"/><Relationship Id="rId5" Type="http://schemas.openxmlformats.org/officeDocument/2006/relationships/image" Target="../media/image2.svg"/><Relationship Id="rId10" Type="http://schemas.openxmlformats.org/officeDocument/2006/relationships/diagramQuickStyle" Target="../diagrams/quickStyle1.xml"/><Relationship Id="rId4" Type="http://schemas.openxmlformats.org/officeDocument/2006/relationships/image" Target="../media/image1.png"/><Relationship Id="rId9"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image" Target="../media/image11.png"/><Relationship Id="rId7" Type="http://schemas.openxmlformats.org/officeDocument/2006/relationships/image" Target="../media/image29.png"/><Relationship Id="rId12"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diagramColors" Target="../diagrams/colors2.xml"/><Relationship Id="rId5" Type="http://schemas.openxmlformats.org/officeDocument/2006/relationships/image" Target="../media/image2.svg"/><Relationship Id="rId10" Type="http://schemas.openxmlformats.org/officeDocument/2006/relationships/diagramQuickStyle" Target="../diagrams/quickStyle2.xml"/><Relationship Id="rId4" Type="http://schemas.openxmlformats.org/officeDocument/2006/relationships/image" Target="../media/image1.png"/><Relationship Id="rId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image" Target="../media/image11.png"/><Relationship Id="rId7" Type="http://schemas.openxmlformats.org/officeDocument/2006/relationships/image" Target="../media/image29.png"/><Relationship Id="rId12"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diagramColors" Target="../diagrams/colors3.xml"/><Relationship Id="rId5" Type="http://schemas.openxmlformats.org/officeDocument/2006/relationships/image" Target="../media/image2.svg"/><Relationship Id="rId10" Type="http://schemas.openxmlformats.org/officeDocument/2006/relationships/diagramQuickStyle" Target="../diagrams/quickStyle3.xml"/><Relationship Id="rId4" Type="http://schemas.openxmlformats.org/officeDocument/2006/relationships/image" Target="../media/image1.png"/><Relationship Id="rId9"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11.png"/><Relationship Id="rId7" Type="http://schemas.openxmlformats.org/officeDocument/2006/relationships/image" Target="../media/image29.png"/><Relationship Id="rId12"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diagramColors" Target="../diagrams/colors4.xml"/><Relationship Id="rId5" Type="http://schemas.openxmlformats.org/officeDocument/2006/relationships/image" Target="../media/image2.svg"/><Relationship Id="rId10" Type="http://schemas.openxmlformats.org/officeDocument/2006/relationships/diagramQuickStyle" Target="../diagrams/quickStyle4.xml"/><Relationship Id="rId4" Type="http://schemas.openxmlformats.org/officeDocument/2006/relationships/image" Target="../media/image1.png"/><Relationship Id="rId9"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png"/><Relationship Id="rId5" Type="http://schemas.openxmlformats.org/officeDocument/2006/relationships/image" Target="../media/image13.svg"/><Relationship Id="rId10" Type="http://schemas.openxmlformats.org/officeDocument/2006/relationships/image" Target="../media/image12.png"/><Relationship Id="rId9" Type="http://schemas.openxmlformats.org/officeDocument/2006/relationships/image" Target="../media/image11.png"/><Relationship Id="rId1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21.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png"/><Relationship Id="rId5" Type="http://schemas.openxmlformats.org/officeDocument/2006/relationships/image" Target="../media/image13.svg"/><Relationship Id="rId10" Type="http://schemas.openxmlformats.org/officeDocument/2006/relationships/image" Target="../media/image12.png"/><Relationship Id="rId9" Type="http://schemas.openxmlformats.org/officeDocument/2006/relationships/image" Target="../media/image11.png"/><Relationship Id="rId14" Type="http://schemas.openxmlformats.org/officeDocument/2006/relationships/image" Target="../media/image23.svg"/></Relationships>
</file>

<file path=ppt/slides/_rels/slide17.xml.rels><?xml version="1.0" encoding="UTF-8" standalone="yes"?>
<Relationships xmlns="http://schemas.openxmlformats.org/package/2006/relationships"><Relationship Id="rId8" Type="http://schemas.openxmlformats.org/officeDocument/2006/relationships/image" Target="../media/image30.svg"/><Relationship Id="rId13" Type="http://schemas.microsoft.com/office/2007/relationships/hdphoto" Target="../media/hdphoto9.wdp"/><Relationship Id="rId3" Type="http://schemas.openxmlformats.org/officeDocument/2006/relationships/image" Target="../media/image1.png"/><Relationship Id="rId7" Type="http://schemas.openxmlformats.org/officeDocument/2006/relationships/image" Target="../media/image35.png"/><Relationship Id="rId12"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38.png"/><Relationship Id="rId5" Type="http://schemas.openxmlformats.org/officeDocument/2006/relationships/image" Target="../media/image34.png"/><Relationship Id="rId10" Type="http://schemas.openxmlformats.org/officeDocument/2006/relationships/image" Target="../media/image37.png"/><Relationship Id="rId4" Type="http://schemas.openxmlformats.org/officeDocument/2006/relationships/image" Target="../media/image2.sv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6"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4.png"/><Relationship Id="rId15" Type="http://schemas.openxmlformats.org/officeDocument/2006/relationships/image" Target="../media/image43.png"/><Relationship Id="rId19" Type="http://schemas.openxmlformats.org/officeDocument/2006/relationships/image" Target="../media/image23.svg"/><Relationship Id="rId4" Type="http://schemas.openxmlformats.org/officeDocument/2006/relationships/image" Target="../media/image2.svg"/><Relationship Id="rId1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2" name="Freeform 2"/>
          <p:cNvSpPr/>
          <p:nvPr/>
        </p:nvSpPr>
        <p:spPr>
          <a:xfrm>
            <a:off x="4945064" y="6300297"/>
            <a:ext cx="8397872" cy="8397872"/>
          </a:xfrm>
          <a:custGeom>
            <a:avLst/>
            <a:gdLst/>
            <a:ahLst/>
            <a:cxnLst/>
            <a:rect l="l" t="t" r="r" b="b"/>
            <a:pathLst>
              <a:path w="8397872" h="8397872">
                <a:moveTo>
                  <a:pt x="0" y="0"/>
                </a:moveTo>
                <a:lnTo>
                  <a:pt x="8397872" y="0"/>
                </a:lnTo>
                <a:lnTo>
                  <a:pt x="8397872" y="8397872"/>
                </a:lnTo>
                <a:lnTo>
                  <a:pt x="0" y="8397872"/>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5"/>
            <a:stretch>
              <a:fillRect/>
            </a:stretch>
          </a:blipFill>
        </p:spPr>
      </p:sp>
      <p:sp>
        <p:nvSpPr>
          <p:cNvPr id="4" name="Freeform 4"/>
          <p:cNvSpPr/>
          <p:nvPr/>
        </p:nvSpPr>
        <p:spPr>
          <a:xfrm flipH="1">
            <a:off x="-7689692" y="-184648"/>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5" name="Freeform 5"/>
          <p:cNvSpPr/>
          <p:nvPr/>
        </p:nvSpPr>
        <p:spPr>
          <a:xfrm>
            <a:off x="13714507" y="-184648"/>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7" name="Freeform 7"/>
          <p:cNvSpPr/>
          <p:nvPr/>
        </p:nvSpPr>
        <p:spPr>
          <a:xfrm>
            <a:off x="3095080" y="637196"/>
            <a:ext cx="12104142" cy="6717799"/>
          </a:xfrm>
          <a:custGeom>
            <a:avLst/>
            <a:gdLst/>
            <a:ahLst/>
            <a:cxnLst/>
            <a:rect l="l" t="t" r="r" b="b"/>
            <a:pathLst>
              <a:path w="12104142" h="6717799">
                <a:moveTo>
                  <a:pt x="0" y="0"/>
                </a:moveTo>
                <a:lnTo>
                  <a:pt x="12104141" y="0"/>
                </a:lnTo>
                <a:lnTo>
                  <a:pt x="12104141" y="6717798"/>
                </a:lnTo>
                <a:lnTo>
                  <a:pt x="0" y="6717798"/>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8" name="Freeform 8"/>
          <p:cNvSpPr/>
          <p:nvPr/>
        </p:nvSpPr>
        <p:spPr>
          <a:xfrm>
            <a:off x="-377284"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9">
              <a:extLst>
                <a:ext uri="{BEBA8EAE-BF5A-486C-A8C5-ECC9F3942E4B}">
                  <a14:imgProps xmlns:a14="http://schemas.microsoft.com/office/drawing/2010/main">
                    <a14:imgLayer r:embed="rId10">
                      <a14:imgEffect>
                        <a14:colorTemperature colorTemp="4700"/>
                      </a14:imgEffect>
                    </a14:imgLayer>
                  </a14:imgProps>
                </a:ext>
              </a:extLst>
            </a:blip>
            <a:stretch>
              <a:fillRect/>
            </a:stretch>
          </a:blipFill>
        </p:spPr>
      </p:sp>
      <p:sp>
        <p:nvSpPr>
          <p:cNvPr id="9" name="Freeform 9"/>
          <p:cNvSpPr/>
          <p:nvPr/>
        </p:nvSpPr>
        <p:spPr>
          <a:xfrm flipH="1">
            <a:off x="11997067"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1">
              <a:extLst>
                <a:ext uri="{BEBA8EAE-BF5A-486C-A8C5-ECC9F3942E4B}">
                  <a14:imgProps xmlns:a14="http://schemas.microsoft.com/office/drawing/2010/main">
                    <a14:imgLayer r:embed="rId12">
                      <a14:imgEffect>
                        <a14:colorTemperature colorTemp="4700"/>
                      </a14:imgEffect>
                      <a14:imgEffect>
                        <a14:saturation sat="66000"/>
                      </a14:imgEffect>
                    </a14:imgLayer>
                  </a14:imgProps>
                </a:ext>
              </a:extLst>
            </a:blip>
            <a:stretch>
              <a:fillRect/>
            </a:stretch>
          </a:blipFill>
        </p:spPr>
      </p:sp>
      <p:sp>
        <p:nvSpPr>
          <p:cNvPr id="11" name="TextBox 11"/>
          <p:cNvSpPr txBox="1"/>
          <p:nvPr/>
        </p:nvSpPr>
        <p:spPr>
          <a:xfrm>
            <a:off x="4605641" y="2809881"/>
            <a:ext cx="9076718" cy="1094017"/>
          </a:xfrm>
          <a:prstGeom prst="rect">
            <a:avLst/>
          </a:prstGeom>
        </p:spPr>
        <p:txBody>
          <a:bodyPr lIns="0" tIns="0" rIns="0" bIns="0" rtlCol="0" anchor="t">
            <a:spAutoFit/>
          </a:bodyPr>
          <a:lstStyle/>
          <a:p>
            <a:pPr algn="ctr">
              <a:lnSpc>
                <a:spcPts val="8796"/>
              </a:lnSpc>
            </a:pPr>
            <a:r>
              <a:rPr lang="en-US" sz="7151" dirty="0" smtClean="0">
                <a:solidFill>
                  <a:srgbClr val="EED3FF"/>
                </a:solidFill>
                <a:latin typeface="Zen Dots"/>
                <a:ea typeface="Zen Dots"/>
                <a:cs typeface="Zen Dots"/>
                <a:sym typeface="Zen Dots"/>
              </a:rPr>
              <a:t>AI Agents</a:t>
            </a:r>
            <a:endParaRPr lang="en-US" sz="7151" dirty="0">
              <a:solidFill>
                <a:srgbClr val="EED3FF"/>
              </a:solidFill>
              <a:latin typeface="Zen Dots"/>
              <a:ea typeface="Zen Dots"/>
              <a:cs typeface="Zen Dots"/>
              <a:sym typeface="Zen Dots"/>
            </a:endParaRPr>
          </a:p>
        </p:txBody>
      </p:sp>
      <p:sp>
        <p:nvSpPr>
          <p:cNvPr id="13" name="TextBox 12"/>
          <p:cNvSpPr txBox="1"/>
          <p:nvPr/>
        </p:nvSpPr>
        <p:spPr>
          <a:xfrm>
            <a:off x="6553199" y="4332642"/>
            <a:ext cx="5181600" cy="1600438"/>
          </a:xfrm>
          <a:prstGeom prst="rect">
            <a:avLst/>
          </a:prstGeom>
          <a:noFill/>
        </p:spPr>
        <p:txBody>
          <a:bodyPr wrap="square" rtlCol="0">
            <a:spAutoFit/>
          </a:bodyPr>
          <a:lstStyle/>
          <a:p>
            <a:pPr algn="ctr">
              <a:lnSpc>
                <a:spcPts val="4759"/>
              </a:lnSpc>
            </a:pPr>
            <a:r>
              <a:rPr lang="en-US" dirty="0">
                <a:solidFill>
                  <a:srgbClr val="FFFFFF"/>
                </a:solidFill>
                <a:latin typeface="Open Sauce" panose="020B0604020202020204" charset="0"/>
                <a:ea typeface="Hobo"/>
                <a:cs typeface="Hobo"/>
                <a:sym typeface="Hobo"/>
              </a:rPr>
              <a:t>Presented by: Sourour Hammoud</a:t>
            </a:r>
          </a:p>
          <a:p>
            <a:pPr algn="ctr">
              <a:lnSpc>
                <a:spcPts val="4759"/>
              </a:lnSpc>
            </a:pPr>
            <a:r>
              <a:rPr lang="en-US" dirty="0" smtClean="0">
                <a:solidFill>
                  <a:srgbClr val="FFFFFF"/>
                </a:solidFill>
                <a:latin typeface="Open Sauce" panose="020B0604020202020204" charset="0"/>
                <a:ea typeface="Hobo"/>
                <a:cs typeface="Hobo"/>
                <a:sym typeface="Hobo"/>
              </a:rPr>
              <a:t>September 6,2025</a:t>
            </a:r>
            <a:endParaRPr lang="en-US" dirty="0">
              <a:solidFill>
                <a:srgbClr val="FFFFFF"/>
              </a:solidFill>
              <a:latin typeface="Open Sauce" panose="020B0604020202020204" charset="0"/>
              <a:ea typeface="Hobo"/>
              <a:cs typeface="Hobo"/>
              <a:sym typeface="Hobo"/>
            </a:endParaRPr>
          </a:p>
          <a:p>
            <a:endParaRPr lang="en-US" dirty="0">
              <a:latin typeface="Open Sauce" panose="020B0604020202020204" charset="0"/>
            </a:endParaRPr>
          </a:p>
        </p:txBody>
      </p: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2057400" cy="2057400"/>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230600" y="0"/>
            <a:ext cx="2057400" cy="20574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3" name="Freeform 3"/>
          <p:cNvSpPr/>
          <p:nvPr/>
        </p:nvSpPr>
        <p:spPr>
          <a:xfrm flipH="1">
            <a:off x="-3221807" y="995858"/>
            <a:ext cx="8727458" cy="7489037"/>
          </a:xfrm>
          <a:custGeom>
            <a:avLst/>
            <a:gdLst/>
            <a:ahLst/>
            <a:cxnLst/>
            <a:rect l="l" t="t" r="r" b="b"/>
            <a:pathLst>
              <a:path w="8727458" h="7489037">
                <a:moveTo>
                  <a:pt x="8727458" y="0"/>
                </a:moveTo>
                <a:lnTo>
                  <a:pt x="0" y="0"/>
                </a:lnTo>
                <a:lnTo>
                  <a:pt x="0" y="7489036"/>
                </a:lnTo>
                <a:lnTo>
                  <a:pt x="8727458" y="7489036"/>
                </a:lnTo>
                <a:lnTo>
                  <a:pt x="8727458"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5505651" y="-5518975"/>
            <a:ext cx="7575046" cy="7575046"/>
          </a:xfrm>
          <a:custGeom>
            <a:avLst/>
            <a:gdLst/>
            <a:ahLst/>
            <a:cxnLst/>
            <a:rect l="l" t="t" r="r" b="b"/>
            <a:pathLst>
              <a:path w="7575046" h="7575046">
                <a:moveTo>
                  <a:pt x="0" y="0"/>
                </a:moveTo>
                <a:lnTo>
                  <a:pt x="7575047" y="0"/>
                </a:lnTo>
                <a:lnTo>
                  <a:pt x="7575047" y="7575046"/>
                </a:lnTo>
                <a:lnTo>
                  <a:pt x="0" y="7575046"/>
                </a:lnTo>
                <a:lnTo>
                  <a:pt x="0" y="0"/>
                </a:lnTo>
                <a:close/>
              </a:path>
            </a:pathLst>
          </a:custGeom>
          <a:blipFill>
            <a:blip r:embed="rId6">
              <a:alphaModFix amt="23000"/>
              <a:extLst>
                <a:ext uri="{96DAC541-7B7A-43D3-8B79-37D633B846F1}">
                  <asvg:svgBlip xmlns="" xmlns:asvg="http://schemas.microsoft.com/office/drawing/2016/SVG/main" r:embed="rId7"/>
                </a:ext>
              </a:extLst>
            </a:blip>
            <a:stretch>
              <a:fillRect/>
            </a:stretch>
          </a:blipFill>
        </p:spPr>
      </p:sp>
      <p:sp>
        <p:nvSpPr>
          <p:cNvPr id="7" name="Freeform 7"/>
          <p:cNvSpPr/>
          <p:nvPr/>
        </p:nvSpPr>
        <p:spPr>
          <a:xfrm rot="251071">
            <a:off x="12254109" y="1056367"/>
            <a:ext cx="8727458" cy="7489037"/>
          </a:xfrm>
          <a:custGeom>
            <a:avLst/>
            <a:gdLst/>
            <a:ahLst/>
            <a:cxnLst/>
            <a:rect l="l" t="t" r="r" b="b"/>
            <a:pathLst>
              <a:path w="8727458" h="7489037">
                <a:moveTo>
                  <a:pt x="0" y="0"/>
                </a:moveTo>
                <a:lnTo>
                  <a:pt x="8727458" y="0"/>
                </a:lnTo>
                <a:lnTo>
                  <a:pt x="8727458" y="7489037"/>
                </a:lnTo>
                <a:lnTo>
                  <a:pt x="0" y="7489037"/>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273391" y="3778104"/>
            <a:ext cx="9162588" cy="2282676"/>
          </a:xfrm>
          <a:prstGeom prst="rect">
            <a:avLst/>
          </a:prstGeom>
        </p:spPr>
        <p:txBody>
          <a:bodyPr lIns="0" tIns="0" rIns="0" bIns="0" rtlCol="0" anchor="t">
            <a:spAutoFit/>
          </a:bodyPr>
          <a:lstStyle/>
          <a:p>
            <a:pPr algn="ctr">
              <a:lnSpc>
                <a:spcPts val="8939"/>
              </a:lnSpc>
            </a:pPr>
            <a:r>
              <a:rPr lang="en-US" sz="7841" dirty="0" smtClean="0">
                <a:solidFill>
                  <a:srgbClr val="EED3FF"/>
                </a:solidFill>
                <a:latin typeface="Zen Dots"/>
                <a:ea typeface="Zen Dots"/>
                <a:cs typeface="Zen Dots"/>
                <a:sym typeface="Zen Dots"/>
              </a:rPr>
              <a:t>What is AI Agents</a:t>
            </a:r>
            <a:endParaRPr lang="en-US" sz="7841" dirty="0">
              <a:solidFill>
                <a:srgbClr val="EED3FF"/>
              </a:solidFill>
              <a:latin typeface="Zen Dots"/>
              <a:ea typeface="Zen Dots"/>
              <a:cs typeface="Zen Dots"/>
              <a:sym typeface="Zen Dots"/>
            </a:endParaRPr>
          </a:p>
        </p:txBody>
      </p:sp>
      <p:sp>
        <p:nvSpPr>
          <p:cNvPr id="9" name="Freeform 9"/>
          <p:cNvSpPr/>
          <p:nvPr/>
        </p:nvSpPr>
        <p:spPr>
          <a:xfrm>
            <a:off x="4945064" y="6155739"/>
            <a:ext cx="8397872" cy="8397872"/>
          </a:xfrm>
          <a:custGeom>
            <a:avLst/>
            <a:gdLst/>
            <a:ahLst/>
            <a:cxnLst/>
            <a:rect l="l" t="t" r="r" b="b"/>
            <a:pathLst>
              <a:path w="8397872" h="8397872">
                <a:moveTo>
                  <a:pt x="0" y="0"/>
                </a:moveTo>
                <a:lnTo>
                  <a:pt x="8397872" y="0"/>
                </a:lnTo>
                <a:lnTo>
                  <a:pt x="8397872" y="8397871"/>
                </a:lnTo>
                <a:lnTo>
                  <a:pt x="0" y="8397871"/>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10"/>
            <a:stretch>
              <a:fillRect/>
            </a:stretch>
          </a:blipFill>
        </p:spPr>
      </p:sp>
      <p:sp>
        <p:nvSpPr>
          <p:cNvPr id="11" name="Freeform 11"/>
          <p:cNvSpPr/>
          <p:nvPr/>
        </p:nvSpPr>
        <p:spPr>
          <a:xfrm>
            <a:off x="0"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11"/>
            <a:stretch>
              <a:fillRect/>
            </a:stretch>
          </a:blipFill>
        </p:spPr>
      </p:sp>
      <p:sp>
        <p:nvSpPr>
          <p:cNvPr id="12" name="Freeform 12"/>
          <p:cNvSpPr/>
          <p:nvPr/>
        </p:nvSpPr>
        <p:spPr>
          <a:xfrm flipH="1">
            <a:off x="11548656"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2"/>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17" name="TextBox 17"/>
          <p:cNvSpPr txBox="1"/>
          <p:nvPr/>
        </p:nvSpPr>
        <p:spPr>
          <a:xfrm>
            <a:off x="8854685" y="6484261"/>
            <a:ext cx="578629" cy="603666"/>
          </a:xfrm>
          <a:prstGeom prst="rect">
            <a:avLst/>
          </a:prstGeom>
        </p:spPr>
        <p:txBody>
          <a:bodyPr lIns="50800" tIns="50800" rIns="50800" bIns="50800" rtlCol="0" anchor="ctr"/>
          <a:lstStyle/>
          <a:p>
            <a:pPr algn="ctr">
              <a:lnSpc>
                <a:spcPts val="2150"/>
              </a:lnSpc>
            </a:pPr>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2" name="Freeform 2"/>
          <p:cNvSpPr/>
          <p:nvPr/>
        </p:nvSpPr>
        <p:spPr>
          <a:xfrm>
            <a:off x="-1600541" y="1240611"/>
            <a:ext cx="9637596" cy="9637596"/>
          </a:xfrm>
          <a:custGeom>
            <a:avLst/>
            <a:gdLst/>
            <a:ahLst/>
            <a:cxnLst/>
            <a:rect l="l" t="t" r="r" b="b"/>
            <a:pathLst>
              <a:path w="9637596" h="9637596">
                <a:moveTo>
                  <a:pt x="0" y="0"/>
                </a:moveTo>
                <a:lnTo>
                  <a:pt x="9637596" y="0"/>
                </a:lnTo>
                <a:lnTo>
                  <a:pt x="9637596" y="9637597"/>
                </a:lnTo>
                <a:lnTo>
                  <a:pt x="0" y="9637597"/>
                </a:lnTo>
                <a:lnTo>
                  <a:pt x="0" y="0"/>
                </a:lnTo>
                <a:close/>
              </a:path>
            </a:pathLst>
          </a:custGeom>
          <a:blipFill>
            <a:blip r:embed="rId3">
              <a:alphaModFix amt="41000"/>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514723" y="7821256"/>
            <a:ext cx="19567836" cy="7386858"/>
          </a:xfrm>
          <a:custGeom>
            <a:avLst/>
            <a:gdLst/>
            <a:ahLst/>
            <a:cxnLst/>
            <a:rect l="l" t="t" r="r" b="b"/>
            <a:pathLst>
              <a:path w="19567836" h="7386858">
                <a:moveTo>
                  <a:pt x="0" y="0"/>
                </a:moveTo>
                <a:lnTo>
                  <a:pt x="19567836" y="0"/>
                </a:lnTo>
                <a:lnTo>
                  <a:pt x="19567836" y="7386858"/>
                </a:lnTo>
                <a:lnTo>
                  <a:pt x="0" y="7386858"/>
                </a:lnTo>
                <a:lnTo>
                  <a:pt x="0" y="0"/>
                </a:lnTo>
                <a:close/>
              </a:path>
            </a:pathLst>
          </a:custGeom>
          <a:blipFill>
            <a:blip r:embed="rId5"/>
            <a:stretch>
              <a:fillRect/>
            </a:stretch>
          </a:blipFill>
        </p:spPr>
      </p:sp>
      <p:sp>
        <p:nvSpPr>
          <p:cNvPr id="4" name="Freeform 4"/>
          <p:cNvSpPr/>
          <p:nvPr/>
        </p:nvSpPr>
        <p:spPr>
          <a:xfrm>
            <a:off x="10996017" y="-5443441"/>
            <a:ext cx="9637596" cy="9637596"/>
          </a:xfrm>
          <a:custGeom>
            <a:avLst/>
            <a:gdLst/>
            <a:ahLst/>
            <a:cxnLst/>
            <a:rect l="l" t="t" r="r" b="b"/>
            <a:pathLst>
              <a:path w="9637596" h="9637596">
                <a:moveTo>
                  <a:pt x="0" y="0"/>
                </a:moveTo>
                <a:lnTo>
                  <a:pt x="9637596" y="0"/>
                </a:lnTo>
                <a:lnTo>
                  <a:pt x="9637596" y="9637596"/>
                </a:lnTo>
                <a:lnTo>
                  <a:pt x="0" y="9637596"/>
                </a:lnTo>
                <a:lnTo>
                  <a:pt x="0" y="0"/>
                </a:lnTo>
                <a:close/>
              </a:path>
            </a:pathLst>
          </a:custGeom>
          <a:blipFill>
            <a:blip r:embed="rId3">
              <a:alphaModFix amt="41000"/>
              <a:extLst>
                <a:ext uri="{96DAC541-7B7A-43D3-8B79-37D633B846F1}">
                  <asvg:svgBlip xmlns="" xmlns:asvg="http://schemas.microsoft.com/office/drawing/2016/SVG/main" r:embed="rId4"/>
                </a:ext>
              </a:extLst>
            </a:blip>
            <a:stretch>
              <a:fillRect/>
            </a:stretch>
          </a:blipFill>
        </p:spPr>
      </p:sp>
      <p:sp>
        <p:nvSpPr>
          <p:cNvPr id="5" name="Freeform 5"/>
          <p:cNvSpPr/>
          <p:nvPr/>
        </p:nvSpPr>
        <p:spPr>
          <a:xfrm rot="620188">
            <a:off x="15303250" y="4766154"/>
            <a:ext cx="6912272" cy="5931424"/>
          </a:xfrm>
          <a:custGeom>
            <a:avLst/>
            <a:gdLst/>
            <a:ahLst/>
            <a:cxnLst/>
            <a:rect l="l" t="t" r="r" b="b"/>
            <a:pathLst>
              <a:path w="6912272" h="5931424">
                <a:moveTo>
                  <a:pt x="0" y="0"/>
                </a:moveTo>
                <a:lnTo>
                  <a:pt x="6912272" y="0"/>
                </a:lnTo>
                <a:lnTo>
                  <a:pt x="6912272" y="5931424"/>
                </a:lnTo>
                <a:lnTo>
                  <a:pt x="0" y="5931424"/>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7" name="TextBox 7"/>
          <p:cNvSpPr txBox="1"/>
          <p:nvPr/>
        </p:nvSpPr>
        <p:spPr>
          <a:xfrm>
            <a:off x="8128544" y="5671411"/>
            <a:ext cx="1969276" cy="948978"/>
          </a:xfrm>
          <a:prstGeom prst="rect">
            <a:avLst/>
          </a:prstGeom>
        </p:spPr>
        <p:txBody>
          <a:bodyPr wrap="square" lIns="0" tIns="0" rIns="0" bIns="0" rtlCol="0" anchor="t">
            <a:spAutoFit/>
          </a:bodyPr>
          <a:lstStyle/>
          <a:p>
            <a:pPr algn="l">
              <a:lnSpc>
                <a:spcPts val="7372"/>
              </a:lnSpc>
              <a:spcBef>
                <a:spcPct val="0"/>
              </a:spcBef>
            </a:pPr>
            <a:r>
              <a:rPr lang="en-US" sz="5265" dirty="0" smtClean="0">
                <a:solidFill>
                  <a:srgbClr val="EED3FF"/>
                </a:solidFill>
                <a:latin typeface="Zen Dots"/>
                <a:ea typeface="Zen Dots"/>
                <a:cs typeface="Zen Dots"/>
                <a:sym typeface="Zen Dots"/>
              </a:rPr>
              <a:t>LLM</a:t>
            </a:r>
            <a:endParaRPr lang="en-US" sz="5265" dirty="0">
              <a:solidFill>
                <a:srgbClr val="EED3FF"/>
              </a:solidFill>
              <a:latin typeface="Zen Dots"/>
              <a:ea typeface="Zen Dots"/>
              <a:cs typeface="Zen Dots"/>
              <a:sym typeface="Zen Dots"/>
            </a:endParaRPr>
          </a:p>
        </p:txBody>
      </p:sp>
      <p:sp>
        <p:nvSpPr>
          <p:cNvPr id="8" name="Freeform 8"/>
          <p:cNvSpPr/>
          <p:nvPr/>
        </p:nvSpPr>
        <p:spPr>
          <a:xfrm rot="920133" flipV="1">
            <a:off x="-851223" y="-594811"/>
            <a:ext cx="6393249" cy="5486050"/>
          </a:xfrm>
          <a:custGeom>
            <a:avLst/>
            <a:gdLst/>
            <a:ahLst/>
            <a:cxnLst/>
            <a:rect l="l" t="t" r="r" b="b"/>
            <a:pathLst>
              <a:path w="6393249" h="5486050">
                <a:moveTo>
                  <a:pt x="0" y="5486050"/>
                </a:moveTo>
                <a:lnTo>
                  <a:pt x="6393249" y="5486050"/>
                </a:lnTo>
                <a:lnTo>
                  <a:pt x="6393249" y="0"/>
                </a:lnTo>
                <a:lnTo>
                  <a:pt x="0" y="0"/>
                </a:lnTo>
                <a:lnTo>
                  <a:pt x="0" y="548605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Freeform 9"/>
          <p:cNvSpPr/>
          <p:nvPr/>
        </p:nvSpPr>
        <p:spPr>
          <a:xfrm rot="920133" flipV="1">
            <a:off x="6473111" y="-3984788"/>
            <a:ext cx="7824235" cy="6713981"/>
          </a:xfrm>
          <a:custGeom>
            <a:avLst/>
            <a:gdLst/>
            <a:ahLst/>
            <a:cxnLst/>
            <a:rect l="l" t="t" r="r" b="b"/>
            <a:pathLst>
              <a:path w="7824235" h="6713981">
                <a:moveTo>
                  <a:pt x="0" y="6713980"/>
                </a:moveTo>
                <a:lnTo>
                  <a:pt x="7824235" y="6713980"/>
                </a:lnTo>
                <a:lnTo>
                  <a:pt x="7824235" y="0"/>
                </a:lnTo>
                <a:lnTo>
                  <a:pt x="0" y="0"/>
                </a:lnTo>
                <a:lnTo>
                  <a:pt x="0" y="671398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8">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8">
              <a:extLst>
                <a:ext uri="{96DAC541-7B7A-43D3-8B79-37D633B846F1}">
                  <asvg:svgBlip xmlns="" xmlns:asvg="http://schemas.microsoft.com/office/drawing/2016/SVG/main" r:embed="rId14"/>
                </a:ext>
              </a:extLst>
            </a:blip>
            <a:stretch>
              <a:fillRect/>
            </a:stretch>
          </a:blipFill>
        </p:spPr>
      </p:sp>
      <p:sp>
        <p:nvSpPr>
          <p:cNvPr id="16" name="TextBox 7"/>
          <p:cNvSpPr txBox="1"/>
          <p:nvPr/>
        </p:nvSpPr>
        <p:spPr>
          <a:xfrm>
            <a:off x="7793878" y="5596859"/>
            <a:ext cx="2602981" cy="948978"/>
          </a:xfrm>
          <a:prstGeom prst="rect">
            <a:avLst/>
          </a:prstGeom>
        </p:spPr>
        <p:txBody>
          <a:bodyPr wrap="square" lIns="0" tIns="0" rIns="0" bIns="0" rtlCol="0" anchor="t">
            <a:spAutoFit/>
          </a:bodyPr>
          <a:lstStyle/>
          <a:p>
            <a:pPr algn="l">
              <a:lnSpc>
                <a:spcPts val="7372"/>
              </a:lnSpc>
              <a:spcBef>
                <a:spcPct val="0"/>
              </a:spcBef>
            </a:pPr>
            <a:r>
              <a:rPr lang="en-US" sz="5265" dirty="0" smtClean="0">
                <a:solidFill>
                  <a:srgbClr val="EED3FF"/>
                </a:solidFill>
                <a:latin typeface="Zen Dots"/>
                <a:ea typeface="Zen Dots"/>
                <a:cs typeface="Zen Dots"/>
                <a:sym typeface="Zen Dots"/>
              </a:rPr>
              <a:t>Tools</a:t>
            </a:r>
            <a:endParaRPr lang="en-US" sz="5265" dirty="0">
              <a:solidFill>
                <a:srgbClr val="EED3FF"/>
              </a:solidFill>
              <a:latin typeface="Zen Dots"/>
              <a:ea typeface="Zen Dots"/>
              <a:cs typeface="Zen Dots"/>
              <a:sym typeface="Zen Dots"/>
            </a:endParaRPr>
          </a:p>
        </p:txBody>
      </p:sp>
      <p:pic>
        <p:nvPicPr>
          <p:cNvPr id="1028" name="Picture 4" descr="Memory - Free education icons"/>
          <p:cNvPicPr>
            <a:picLocks noChangeAspect="1" noChangeArrowheads="1"/>
          </p:cNvPicPr>
          <p:nvPr/>
        </p:nvPicPr>
        <p:blipFill>
          <a:blip r:embed="rId15">
            <a:extLst>
              <a:ext uri="{BEBA8EAE-BF5A-486C-A8C5-ECC9F3942E4B}">
                <a14:imgProps xmlns:a14="http://schemas.microsoft.com/office/drawing/2010/main">
                  <a14:imgLayer r:embed="rId16">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12610205" y="2694735"/>
            <a:ext cx="3160859" cy="31608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LM Artificial Intelligence Icon - Free Download Network &amp; Communication  Icons | IconScout"/>
          <p:cNvPicPr>
            <a:picLocks noChangeAspect="1" noChangeArrowheads="1"/>
          </p:cNvPicPr>
          <p:nvPr/>
        </p:nvPicPr>
        <p:blipFill>
          <a:blip r:embed="rId17">
            <a:extLst>
              <a:ext uri="{BEBA8EAE-BF5A-486C-A8C5-ECC9F3942E4B}">
                <a14:imgProps xmlns:a14="http://schemas.microsoft.com/office/drawing/2010/main">
                  <a14:imgLayer r:embed="rId18">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7034070" y="2444247"/>
            <a:ext cx="3661836" cy="3661836"/>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7"/>
          <p:cNvSpPr txBox="1"/>
          <p:nvPr/>
        </p:nvSpPr>
        <p:spPr>
          <a:xfrm>
            <a:off x="12623084" y="5545602"/>
            <a:ext cx="3384134" cy="948978"/>
          </a:xfrm>
          <a:prstGeom prst="rect">
            <a:avLst/>
          </a:prstGeom>
        </p:spPr>
        <p:txBody>
          <a:bodyPr wrap="square" lIns="0" tIns="0" rIns="0" bIns="0" rtlCol="0" anchor="t">
            <a:spAutoFit/>
          </a:bodyPr>
          <a:lstStyle/>
          <a:p>
            <a:pPr algn="l">
              <a:lnSpc>
                <a:spcPts val="7372"/>
              </a:lnSpc>
              <a:spcBef>
                <a:spcPct val="0"/>
              </a:spcBef>
            </a:pPr>
            <a:r>
              <a:rPr lang="en-US" sz="5265" dirty="0" smtClean="0">
                <a:solidFill>
                  <a:srgbClr val="EED3FF"/>
                </a:solidFill>
                <a:latin typeface="Zen Dots"/>
                <a:ea typeface="Zen Dots"/>
                <a:cs typeface="Zen Dots"/>
                <a:sym typeface="Zen Dots"/>
              </a:rPr>
              <a:t>Memory</a:t>
            </a:r>
            <a:endParaRPr lang="en-US" sz="5265" dirty="0">
              <a:solidFill>
                <a:srgbClr val="EED3FF"/>
              </a:solidFill>
              <a:latin typeface="Zen Dots"/>
              <a:ea typeface="Zen Dots"/>
              <a:cs typeface="Zen Dots"/>
              <a:sym typeface="Zen Dots"/>
            </a:endParaRPr>
          </a:p>
        </p:txBody>
      </p:sp>
      <p:pic>
        <p:nvPicPr>
          <p:cNvPr id="1034" name="Picture 10" descr="Tools - Free marketing icons"/>
          <p:cNvPicPr>
            <a:picLocks noChangeAspect="1" noChangeArrowheads="1"/>
          </p:cNvPicPr>
          <p:nvPr/>
        </p:nvPicPr>
        <p:blipFill>
          <a:blip r:embed="rId19">
            <a:extLst>
              <a:ext uri="{BEBA8EAE-BF5A-486C-A8C5-ECC9F3942E4B}">
                <a14:imgProps xmlns:a14="http://schemas.microsoft.com/office/drawing/2010/main">
                  <a14:imgLayer r:embed="rId20">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7420851" y="2815296"/>
            <a:ext cx="2938595" cy="2938596"/>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Download Free Ai agent Icons in PNG &amp; SVG"/>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31822" y="343615"/>
            <a:ext cx="2438400" cy="24384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2819400" y="2815296"/>
            <a:ext cx="13187818" cy="4004604"/>
          </a:xfrm>
          <a:prstGeom prst="rect">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0" name="TextBox 7"/>
          <p:cNvSpPr txBox="1"/>
          <p:nvPr/>
        </p:nvSpPr>
        <p:spPr>
          <a:xfrm>
            <a:off x="7316293" y="6994503"/>
            <a:ext cx="4057445" cy="894027"/>
          </a:xfrm>
          <a:prstGeom prst="rect">
            <a:avLst/>
          </a:prstGeom>
        </p:spPr>
        <p:txBody>
          <a:bodyPr wrap="square" lIns="0" tIns="0" rIns="0" bIns="0" rtlCol="0" anchor="t">
            <a:spAutoFit/>
          </a:bodyPr>
          <a:lstStyle/>
          <a:p>
            <a:pPr algn="l">
              <a:lnSpc>
                <a:spcPts val="7372"/>
              </a:lnSpc>
              <a:spcBef>
                <a:spcPct val="0"/>
              </a:spcBef>
            </a:pPr>
            <a:r>
              <a:rPr lang="en-US" sz="5265" dirty="0" smtClean="0">
                <a:solidFill>
                  <a:srgbClr val="7030A0"/>
                </a:solidFill>
                <a:latin typeface="Zen Dots"/>
                <a:ea typeface="Zen Dots"/>
                <a:cs typeface="Zen Dots"/>
                <a:sym typeface="Zen Dots"/>
              </a:rPr>
              <a:t>AI Agent</a:t>
            </a:r>
            <a:endParaRPr lang="en-US" sz="5265" dirty="0">
              <a:solidFill>
                <a:srgbClr val="7030A0"/>
              </a:solidFill>
              <a:latin typeface="Zen Dots"/>
              <a:ea typeface="Zen Dots"/>
              <a:cs typeface="Zen Dots"/>
              <a:sym typeface="Zen Dots"/>
            </a:endParaRPr>
          </a:p>
        </p:txBody>
      </p:sp>
    </p:spTree>
  </p:cSld>
  <p:clrMapOvr>
    <a:masterClrMapping/>
  </p:clrMapOvr>
  <mc:AlternateContent xmlns:mc="http://schemas.openxmlformats.org/markup-compatibility/2006" xmlns:p14="http://schemas.microsoft.com/office/powerpoint/2010/main">
    <mc:Choice Requires="p14">
      <p:transition spd="slow">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22222E-6 3.58025E-6 L -0.25 3.58025E-6 " pathEditMode="relative" rAng="0" ptsTypes="AA">
                                      <p:cBhvr>
                                        <p:cTn id="6" dur="2000" fill="hold"/>
                                        <p:tgtEl>
                                          <p:spTgt spid="1032"/>
                                        </p:tgtEl>
                                        <p:attrNameLst>
                                          <p:attrName>ppt_x</p:attrName>
                                          <p:attrName>ppt_y</p:attrName>
                                        </p:attrNameLst>
                                      </p:cBhvr>
                                      <p:rCtr x="-12500" y="0"/>
                                    </p:animMotion>
                                  </p:childTnLst>
                                </p:cTn>
                              </p:par>
                              <p:par>
                                <p:cTn id="7" presetID="35" presetClass="path" presetSubtype="0" accel="50000" decel="50000" fill="hold" grpId="0" nodeType="withEffect">
                                  <p:stCondLst>
                                    <p:cond delay="0"/>
                                  </p:stCondLst>
                                  <p:childTnLst>
                                    <p:animMotion origin="layout" path="M -3.88889E-6 3.45679E-6 L -0.25 3.45679E-6 " pathEditMode="relative" rAng="0" ptsTypes="AA">
                                      <p:cBhvr>
                                        <p:cTn id="8" dur="2000" fill="hold"/>
                                        <p:tgtEl>
                                          <p:spTgt spid="7"/>
                                        </p:tgtEl>
                                        <p:attrNameLst>
                                          <p:attrName>ppt_x</p:attrName>
                                          <p:attrName>ppt_y</p:attrName>
                                        </p:attrNameLst>
                                      </p:cBhvr>
                                      <p:rCtr x="-12500" y="0"/>
                                    </p:animMotion>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par>
                                <p:cTn id="16" presetID="53" presetClass="entr" presetSubtype="16" fill="hold" nodeType="withEffect">
                                  <p:stCondLst>
                                    <p:cond delay="0"/>
                                  </p:stCondLst>
                                  <p:childTnLst>
                                    <p:set>
                                      <p:cBhvr>
                                        <p:cTn id="17" dur="1" fill="hold">
                                          <p:stCondLst>
                                            <p:cond delay="0"/>
                                          </p:stCondLst>
                                        </p:cTn>
                                        <p:tgtEl>
                                          <p:spTgt spid="1034"/>
                                        </p:tgtEl>
                                        <p:attrNameLst>
                                          <p:attrName>style.visibility</p:attrName>
                                        </p:attrNameLst>
                                      </p:cBhvr>
                                      <p:to>
                                        <p:strVal val="visible"/>
                                      </p:to>
                                    </p:set>
                                    <p:anim calcmode="lin" valueType="num">
                                      <p:cBhvr>
                                        <p:cTn id="18" dur="500" fill="hold"/>
                                        <p:tgtEl>
                                          <p:spTgt spid="1034"/>
                                        </p:tgtEl>
                                        <p:attrNameLst>
                                          <p:attrName>ppt_w</p:attrName>
                                        </p:attrNameLst>
                                      </p:cBhvr>
                                      <p:tavLst>
                                        <p:tav tm="0">
                                          <p:val>
                                            <p:fltVal val="0"/>
                                          </p:val>
                                        </p:tav>
                                        <p:tav tm="100000">
                                          <p:val>
                                            <p:strVal val="#ppt_w"/>
                                          </p:val>
                                        </p:tav>
                                      </p:tavLst>
                                    </p:anim>
                                    <p:anim calcmode="lin" valueType="num">
                                      <p:cBhvr>
                                        <p:cTn id="19" dur="500" fill="hold"/>
                                        <p:tgtEl>
                                          <p:spTgt spid="1034"/>
                                        </p:tgtEl>
                                        <p:attrNameLst>
                                          <p:attrName>ppt_h</p:attrName>
                                        </p:attrNameLst>
                                      </p:cBhvr>
                                      <p:tavLst>
                                        <p:tav tm="0">
                                          <p:val>
                                            <p:fltVal val="0"/>
                                          </p:val>
                                        </p:tav>
                                        <p:tav tm="100000">
                                          <p:val>
                                            <p:strVal val="#ppt_h"/>
                                          </p:val>
                                        </p:tav>
                                      </p:tavLst>
                                    </p:anim>
                                    <p:animEffect transition="in" filter="fade">
                                      <p:cBhvr>
                                        <p:cTn id="20" dur="500"/>
                                        <p:tgtEl>
                                          <p:spTgt spid="1034"/>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028"/>
                                        </p:tgtEl>
                                        <p:attrNameLst>
                                          <p:attrName>style.visibility</p:attrName>
                                        </p:attrNameLst>
                                      </p:cBhvr>
                                      <p:to>
                                        <p:strVal val="visible"/>
                                      </p:to>
                                    </p:set>
                                    <p:anim calcmode="lin" valueType="num">
                                      <p:cBhvr>
                                        <p:cTn id="25" dur="500" fill="hold"/>
                                        <p:tgtEl>
                                          <p:spTgt spid="1028"/>
                                        </p:tgtEl>
                                        <p:attrNameLst>
                                          <p:attrName>ppt_w</p:attrName>
                                        </p:attrNameLst>
                                      </p:cBhvr>
                                      <p:tavLst>
                                        <p:tav tm="0">
                                          <p:val>
                                            <p:fltVal val="0"/>
                                          </p:val>
                                        </p:tav>
                                        <p:tav tm="100000">
                                          <p:val>
                                            <p:strVal val="#ppt_w"/>
                                          </p:val>
                                        </p:tav>
                                      </p:tavLst>
                                    </p:anim>
                                    <p:anim calcmode="lin" valueType="num">
                                      <p:cBhvr>
                                        <p:cTn id="26" dur="500" fill="hold"/>
                                        <p:tgtEl>
                                          <p:spTgt spid="1028"/>
                                        </p:tgtEl>
                                        <p:attrNameLst>
                                          <p:attrName>ppt_h</p:attrName>
                                        </p:attrNameLst>
                                      </p:cBhvr>
                                      <p:tavLst>
                                        <p:tav tm="0">
                                          <p:val>
                                            <p:fltVal val="0"/>
                                          </p:val>
                                        </p:tav>
                                        <p:tav tm="100000">
                                          <p:val>
                                            <p:strVal val="#ppt_h"/>
                                          </p:val>
                                        </p:tav>
                                      </p:tavLst>
                                    </p:anim>
                                    <p:animEffect transition="in" filter="fade">
                                      <p:cBhvr>
                                        <p:cTn id="27" dur="500"/>
                                        <p:tgtEl>
                                          <p:spTgt spid="102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fltVal val="0"/>
                                          </p:val>
                                        </p:tav>
                                        <p:tav tm="100000">
                                          <p:val>
                                            <p:strVal val="#ppt_w"/>
                                          </p:val>
                                        </p:tav>
                                      </p:tavLst>
                                    </p:anim>
                                    <p:anim calcmode="lin" valueType="num">
                                      <p:cBhvr>
                                        <p:cTn id="31" dur="500" fill="hold"/>
                                        <p:tgtEl>
                                          <p:spTgt spid="20"/>
                                        </p:tgtEl>
                                        <p:attrNameLst>
                                          <p:attrName>ppt_h</p:attrName>
                                        </p:attrNameLst>
                                      </p:cBhvr>
                                      <p:tavLst>
                                        <p:tav tm="0">
                                          <p:val>
                                            <p:fltVal val="0"/>
                                          </p:val>
                                        </p:tav>
                                        <p:tav tm="100000">
                                          <p:val>
                                            <p:strVal val="#ppt_h"/>
                                          </p:val>
                                        </p:tav>
                                      </p:tavLst>
                                    </p:anim>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p:cTn id="37" dur="500" fill="hold"/>
                                        <p:tgtEl>
                                          <p:spTgt spid="19"/>
                                        </p:tgtEl>
                                        <p:attrNameLst>
                                          <p:attrName>ppt_w</p:attrName>
                                        </p:attrNameLst>
                                      </p:cBhvr>
                                      <p:tavLst>
                                        <p:tav tm="0">
                                          <p:val>
                                            <p:fltVal val="0"/>
                                          </p:val>
                                        </p:tav>
                                        <p:tav tm="100000">
                                          <p:val>
                                            <p:strVal val="#ppt_w"/>
                                          </p:val>
                                        </p:tav>
                                      </p:tavLst>
                                    </p:anim>
                                    <p:anim calcmode="lin" valueType="num">
                                      <p:cBhvr>
                                        <p:cTn id="38" dur="500" fill="hold"/>
                                        <p:tgtEl>
                                          <p:spTgt spid="19"/>
                                        </p:tgtEl>
                                        <p:attrNameLst>
                                          <p:attrName>ppt_h</p:attrName>
                                        </p:attrNameLst>
                                      </p:cBhvr>
                                      <p:tavLst>
                                        <p:tav tm="0">
                                          <p:val>
                                            <p:fltVal val="0"/>
                                          </p:val>
                                        </p:tav>
                                        <p:tav tm="100000">
                                          <p:val>
                                            <p:strVal val="#ppt_h"/>
                                          </p:val>
                                        </p:tav>
                                      </p:tavLst>
                                    </p:anim>
                                    <p:animEffect transition="in" filter="fade">
                                      <p:cBhvr>
                                        <p:cTn id="39" dur="500"/>
                                        <p:tgtEl>
                                          <p:spTgt spid="19"/>
                                        </p:tgtEl>
                                      </p:cBhvr>
                                    </p:animEffect>
                                  </p:childTnLst>
                                </p:cTn>
                              </p:par>
                              <p:par>
                                <p:cTn id="40" presetID="53" presetClass="entr" presetSubtype="16" fill="hold" nodeType="withEffect">
                                  <p:stCondLst>
                                    <p:cond delay="0"/>
                                  </p:stCondLst>
                                  <p:childTnLst>
                                    <p:set>
                                      <p:cBhvr>
                                        <p:cTn id="41" dur="1" fill="hold">
                                          <p:stCondLst>
                                            <p:cond delay="0"/>
                                          </p:stCondLst>
                                        </p:cTn>
                                        <p:tgtEl>
                                          <p:spTgt spid="1046"/>
                                        </p:tgtEl>
                                        <p:attrNameLst>
                                          <p:attrName>style.visibility</p:attrName>
                                        </p:attrNameLst>
                                      </p:cBhvr>
                                      <p:to>
                                        <p:strVal val="visible"/>
                                      </p:to>
                                    </p:set>
                                    <p:anim calcmode="lin" valueType="num">
                                      <p:cBhvr>
                                        <p:cTn id="42" dur="500" fill="hold"/>
                                        <p:tgtEl>
                                          <p:spTgt spid="1046"/>
                                        </p:tgtEl>
                                        <p:attrNameLst>
                                          <p:attrName>ppt_w</p:attrName>
                                        </p:attrNameLst>
                                      </p:cBhvr>
                                      <p:tavLst>
                                        <p:tav tm="0">
                                          <p:val>
                                            <p:fltVal val="0"/>
                                          </p:val>
                                        </p:tav>
                                        <p:tav tm="100000">
                                          <p:val>
                                            <p:strVal val="#ppt_w"/>
                                          </p:val>
                                        </p:tav>
                                      </p:tavLst>
                                    </p:anim>
                                    <p:anim calcmode="lin" valueType="num">
                                      <p:cBhvr>
                                        <p:cTn id="43" dur="500" fill="hold"/>
                                        <p:tgtEl>
                                          <p:spTgt spid="1046"/>
                                        </p:tgtEl>
                                        <p:attrNameLst>
                                          <p:attrName>ppt_h</p:attrName>
                                        </p:attrNameLst>
                                      </p:cBhvr>
                                      <p:tavLst>
                                        <p:tav tm="0">
                                          <p:val>
                                            <p:fltVal val="0"/>
                                          </p:val>
                                        </p:tav>
                                        <p:tav tm="100000">
                                          <p:val>
                                            <p:strVal val="#ppt_h"/>
                                          </p:val>
                                        </p:tav>
                                      </p:tavLst>
                                    </p:anim>
                                    <p:animEffect transition="in" filter="fade">
                                      <p:cBhvr>
                                        <p:cTn id="44" dur="500"/>
                                        <p:tgtEl>
                                          <p:spTgt spid="104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
                                          </p:val>
                                        </p:tav>
                                        <p:tav tm="100000">
                                          <p:val>
                                            <p:strVal val="#ppt_w"/>
                                          </p:val>
                                        </p:tav>
                                      </p:tavLst>
                                    </p:anim>
                                    <p:anim calcmode="lin" valueType="num">
                                      <p:cBhvr>
                                        <p:cTn id="48" dur="500" fill="hold"/>
                                        <p:tgtEl>
                                          <p:spTgt spid="30"/>
                                        </p:tgtEl>
                                        <p:attrNameLst>
                                          <p:attrName>ppt_h</p:attrName>
                                        </p:attrNameLst>
                                      </p:cBhvr>
                                      <p:tavLst>
                                        <p:tav tm="0">
                                          <p:val>
                                            <p:fltVal val="0"/>
                                          </p:val>
                                        </p:tav>
                                        <p:tav tm="100000">
                                          <p:val>
                                            <p:strVal val="#ppt_h"/>
                                          </p:val>
                                        </p:tav>
                                      </p:tavLst>
                                    </p:anim>
                                    <p:animEffect transition="in" filter="fade">
                                      <p:cBhvr>
                                        <p:cTn id="4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20" grpId="0"/>
      <p:bldP spid="19" grpId="0" animBg="1"/>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2" name="Freeform 2"/>
          <p:cNvSpPr/>
          <p:nvPr/>
        </p:nvSpPr>
        <p:spPr>
          <a:xfrm>
            <a:off x="-639918" y="8382460"/>
            <a:ext cx="19567836" cy="7386858"/>
          </a:xfrm>
          <a:custGeom>
            <a:avLst/>
            <a:gdLst/>
            <a:ahLst/>
            <a:cxnLst/>
            <a:rect l="l" t="t" r="r" b="b"/>
            <a:pathLst>
              <a:path w="19567836" h="7386858">
                <a:moveTo>
                  <a:pt x="0" y="0"/>
                </a:moveTo>
                <a:lnTo>
                  <a:pt x="19567836" y="0"/>
                </a:lnTo>
                <a:lnTo>
                  <a:pt x="19567836" y="7386858"/>
                </a:lnTo>
                <a:lnTo>
                  <a:pt x="0" y="7386858"/>
                </a:lnTo>
                <a:lnTo>
                  <a:pt x="0" y="0"/>
                </a:lnTo>
                <a:close/>
              </a:path>
            </a:pathLst>
          </a:custGeom>
          <a:blipFill>
            <a:blip r:embed="rId3"/>
            <a:stretch>
              <a:fillRect/>
            </a:stretch>
          </a:blipFill>
        </p:spPr>
      </p:sp>
      <p:sp>
        <p:nvSpPr>
          <p:cNvPr id="3" name="Freeform 3"/>
          <p:cNvSpPr/>
          <p:nvPr/>
        </p:nvSpPr>
        <p:spPr>
          <a:xfrm>
            <a:off x="8407614" y="0"/>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41000"/>
              <a:extLst>
                <a:ext uri="{96DAC541-7B7A-43D3-8B79-37D633B846F1}">
                  <asvg:svgBlip xmlns="" xmlns:asvg="http://schemas.microsoft.com/office/drawing/2016/SVG/main" r:embed="rId5"/>
                </a:ext>
              </a:extLst>
            </a:blip>
            <a:stretch>
              <a:fillRect/>
            </a:stretch>
          </a:blipFill>
        </p:spPr>
      </p:sp>
      <p:sp>
        <p:nvSpPr>
          <p:cNvPr id="4" name="Freeform 4"/>
          <p:cNvSpPr/>
          <p:nvPr/>
        </p:nvSpPr>
        <p:spPr>
          <a:xfrm rot="920133" flipV="1">
            <a:off x="-895837" y="-1878865"/>
            <a:ext cx="6393249" cy="5486050"/>
          </a:xfrm>
          <a:custGeom>
            <a:avLst/>
            <a:gdLst/>
            <a:ahLst/>
            <a:cxnLst/>
            <a:rect l="l" t="t" r="r" b="b"/>
            <a:pathLst>
              <a:path w="6393249" h="5486050">
                <a:moveTo>
                  <a:pt x="0" y="5486050"/>
                </a:moveTo>
                <a:lnTo>
                  <a:pt x="6393249" y="5486050"/>
                </a:lnTo>
                <a:lnTo>
                  <a:pt x="6393249" y="0"/>
                </a:lnTo>
                <a:lnTo>
                  <a:pt x="0" y="0"/>
                </a:lnTo>
                <a:lnTo>
                  <a:pt x="0" y="548605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5" name="Freeform 5"/>
          <p:cNvSpPr/>
          <p:nvPr/>
        </p:nvSpPr>
        <p:spPr>
          <a:xfrm>
            <a:off x="4217773" y="5909484"/>
            <a:ext cx="830848" cy="830848"/>
          </a:xfrm>
          <a:custGeom>
            <a:avLst/>
            <a:gdLst/>
            <a:ahLst/>
            <a:cxnLst/>
            <a:rect l="l" t="t" r="r" b="b"/>
            <a:pathLst>
              <a:path w="830848" h="830848">
                <a:moveTo>
                  <a:pt x="0" y="0"/>
                </a:moveTo>
                <a:lnTo>
                  <a:pt x="830849" y="0"/>
                </a:lnTo>
                <a:lnTo>
                  <a:pt x="830849" y="830848"/>
                </a:lnTo>
                <a:lnTo>
                  <a:pt x="0" y="830848"/>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txBody>
          <a:bodyPr/>
          <a:lstStyle/>
          <a:p>
            <a:endParaRPr lang="en-US" dirty="0"/>
          </a:p>
        </p:txBody>
      </p:sp>
      <p:sp>
        <p:nvSpPr>
          <p:cNvPr id="6" name="TextBox 6"/>
          <p:cNvSpPr txBox="1"/>
          <p:nvPr/>
        </p:nvSpPr>
        <p:spPr>
          <a:xfrm>
            <a:off x="2575018" y="742781"/>
            <a:ext cx="12535686" cy="1063048"/>
          </a:xfrm>
          <a:prstGeom prst="rect">
            <a:avLst/>
          </a:prstGeom>
        </p:spPr>
        <p:txBody>
          <a:bodyPr wrap="square" lIns="0" tIns="0" rIns="0" bIns="0" rtlCol="0" anchor="t">
            <a:spAutoFit/>
          </a:bodyPr>
          <a:lstStyle/>
          <a:p>
            <a:pPr algn="ctr">
              <a:lnSpc>
                <a:spcPts val="8760"/>
              </a:lnSpc>
              <a:spcBef>
                <a:spcPct val="0"/>
              </a:spcBef>
            </a:pPr>
            <a:r>
              <a:rPr lang="en-US" sz="6257" dirty="0" smtClean="0">
                <a:solidFill>
                  <a:srgbClr val="EED3FF"/>
                </a:solidFill>
                <a:latin typeface="Zen Dots"/>
                <a:ea typeface="Zen Dots"/>
                <a:cs typeface="Zen Dots"/>
                <a:sym typeface="Zen Dots"/>
              </a:rPr>
              <a:t>Components of AI Agent</a:t>
            </a:r>
            <a:endParaRPr lang="en-US" sz="6257" dirty="0">
              <a:solidFill>
                <a:srgbClr val="EED3FF"/>
              </a:solidFill>
              <a:latin typeface="Zen Dots"/>
              <a:ea typeface="Zen Dots"/>
              <a:cs typeface="Zen Dots"/>
              <a:sym typeface="Zen Dots"/>
            </a:endParaRPr>
          </a:p>
        </p:txBody>
      </p:sp>
      <p:sp>
        <p:nvSpPr>
          <p:cNvPr id="7" name="TextBox 7"/>
          <p:cNvSpPr txBox="1"/>
          <p:nvPr/>
        </p:nvSpPr>
        <p:spPr>
          <a:xfrm>
            <a:off x="4531130" y="5997060"/>
            <a:ext cx="177002" cy="525615"/>
          </a:xfrm>
          <a:prstGeom prst="rect">
            <a:avLst/>
          </a:prstGeom>
        </p:spPr>
        <p:txBody>
          <a:bodyPr lIns="0" tIns="0" rIns="0" bIns="0" rtlCol="0" anchor="t">
            <a:spAutoFit/>
          </a:bodyPr>
          <a:lstStyle/>
          <a:p>
            <a:pPr algn="ctr">
              <a:lnSpc>
                <a:spcPts val="4363"/>
              </a:lnSpc>
              <a:spcBef>
                <a:spcPct val="0"/>
              </a:spcBef>
            </a:pPr>
            <a:r>
              <a:rPr lang="en-US" sz="3116" dirty="0">
                <a:solidFill>
                  <a:srgbClr val="EED3FF"/>
                </a:solidFill>
                <a:latin typeface="Zen Dots"/>
                <a:ea typeface="Zen Dots"/>
                <a:cs typeface="Zen Dots"/>
                <a:sym typeface="Zen Dots"/>
              </a:rPr>
              <a:t>1</a:t>
            </a:r>
          </a:p>
        </p:txBody>
      </p:sp>
      <p:sp>
        <p:nvSpPr>
          <p:cNvPr id="9" name="Freeform 9"/>
          <p:cNvSpPr/>
          <p:nvPr/>
        </p:nvSpPr>
        <p:spPr>
          <a:xfrm>
            <a:off x="8427438" y="5844443"/>
            <a:ext cx="830848" cy="830848"/>
          </a:xfrm>
          <a:custGeom>
            <a:avLst/>
            <a:gdLst/>
            <a:ahLst/>
            <a:cxnLst/>
            <a:rect l="l" t="t" r="r" b="b"/>
            <a:pathLst>
              <a:path w="830848" h="830848">
                <a:moveTo>
                  <a:pt x="0" y="0"/>
                </a:moveTo>
                <a:lnTo>
                  <a:pt x="830849" y="0"/>
                </a:lnTo>
                <a:lnTo>
                  <a:pt x="830849" y="830848"/>
                </a:lnTo>
                <a:lnTo>
                  <a:pt x="0" y="830848"/>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2" name="Freeform 12"/>
          <p:cNvSpPr/>
          <p:nvPr/>
        </p:nvSpPr>
        <p:spPr>
          <a:xfrm>
            <a:off x="-5954877" y="2704761"/>
            <a:ext cx="9017536" cy="9017536"/>
          </a:xfrm>
          <a:custGeom>
            <a:avLst/>
            <a:gdLst/>
            <a:ahLst/>
            <a:cxnLst/>
            <a:rect l="l" t="t" r="r" b="b"/>
            <a:pathLst>
              <a:path w="9017536" h="9017536">
                <a:moveTo>
                  <a:pt x="0" y="0"/>
                </a:moveTo>
                <a:lnTo>
                  <a:pt x="9017536" y="0"/>
                </a:lnTo>
                <a:lnTo>
                  <a:pt x="9017536" y="9017536"/>
                </a:lnTo>
                <a:lnTo>
                  <a:pt x="0" y="9017536"/>
                </a:lnTo>
                <a:lnTo>
                  <a:pt x="0" y="0"/>
                </a:lnTo>
                <a:close/>
              </a:path>
            </a:pathLst>
          </a:custGeom>
          <a:blipFill>
            <a:blip r:embed="rId4">
              <a:alphaModFix amt="41000"/>
              <a:extLst>
                <a:ext uri="{96DAC541-7B7A-43D3-8B79-37D633B846F1}">
                  <asvg:svgBlip xmlns="" xmlns:asvg="http://schemas.microsoft.com/office/drawing/2016/SVG/main" r:embed="rId5"/>
                </a:ext>
              </a:extLst>
            </a:blip>
            <a:stretch>
              <a:fillRect/>
            </a:stretch>
          </a:blipFill>
        </p:spPr>
      </p:sp>
      <p:sp>
        <p:nvSpPr>
          <p:cNvPr id="13" name="Freeform 13"/>
          <p:cNvSpPr/>
          <p:nvPr/>
        </p:nvSpPr>
        <p:spPr>
          <a:xfrm rot="620188">
            <a:off x="15065856" y="270704"/>
            <a:ext cx="6912272" cy="5931424"/>
          </a:xfrm>
          <a:custGeom>
            <a:avLst/>
            <a:gdLst/>
            <a:ahLst/>
            <a:cxnLst/>
            <a:rect l="l" t="t" r="r" b="b"/>
            <a:pathLst>
              <a:path w="6912272" h="5931424">
                <a:moveTo>
                  <a:pt x="0" y="0"/>
                </a:moveTo>
                <a:lnTo>
                  <a:pt x="6912272" y="0"/>
                </a:lnTo>
                <a:lnTo>
                  <a:pt x="6912272" y="5931425"/>
                </a:lnTo>
                <a:lnTo>
                  <a:pt x="0" y="5931425"/>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7" name="Freeform 17"/>
          <p:cNvSpPr/>
          <p:nvPr/>
        </p:nvSpPr>
        <p:spPr>
          <a:xfrm rot="-2168164">
            <a:off x="-1928686" y="6208215"/>
            <a:ext cx="5524793" cy="2412937"/>
          </a:xfrm>
          <a:custGeom>
            <a:avLst/>
            <a:gdLst/>
            <a:ahLst/>
            <a:cxnLst/>
            <a:rect l="l" t="t" r="r" b="b"/>
            <a:pathLst>
              <a:path w="5524793" h="2412937">
                <a:moveTo>
                  <a:pt x="0" y="0"/>
                </a:moveTo>
                <a:lnTo>
                  <a:pt x="5524793" y="0"/>
                </a:lnTo>
                <a:lnTo>
                  <a:pt x="5524793" y="2412937"/>
                </a:lnTo>
                <a:lnTo>
                  <a:pt x="0" y="2412937"/>
                </a:lnTo>
                <a:lnTo>
                  <a:pt x="0" y="0"/>
                </a:lnTo>
                <a:close/>
              </a:path>
            </a:pathLst>
          </a:custGeom>
          <a:blipFill>
            <a:blip r:embed="rId10"/>
            <a:stretch>
              <a:fillRect/>
            </a:stretch>
          </a:blipFill>
        </p:spPr>
      </p:sp>
      <p:sp>
        <p:nvSpPr>
          <p:cNvPr id="18" name="TextBox 18"/>
          <p:cNvSpPr txBox="1"/>
          <p:nvPr/>
        </p:nvSpPr>
        <p:spPr>
          <a:xfrm>
            <a:off x="8673035" y="5997059"/>
            <a:ext cx="339653" cy="525615"/>
          </a:xfrm>
          <a:prstGeom prst="rect">
            <a:avLst/>
          </a:prstGeom>
        </p:spPr>
        <p:txBody>
          <a:bodyPr lIns="0" tIns="0" rIns="0" bIns="0" rtlCol="0" anchor="t">
            <a:spAutoFit/>
          </a:bodyPr>
          <a:lstStyle/>
          <a:p>
            <a:pPr algn="ctr">
              <a:lnSpc>
                <a:spcPts val="4363"/>
              </a:lnSpc>
              <a:spcBef>
                <a:spcPct val="0"/>
              </a:spcBef>
            </a:pPr>
            <a:r>
              <a:rPr lang="en-US" sz="3116" dirty="0" smtClean="0">
                <a:solidFill>
                  <a:srgbClr val="EED3FF"/>
                </a:solidFill>
                <a:latin typeface="Zen Dots"/>
                <a:ea typeface="Zen Dots"/>
                <a:cs typeface="Zen Dots"/>
                <a:sym typeface="Zen Dots"/>
              </a:rPr>
              <a:t>2</a:t>
            </a:r>
            <a:endParaRPr lang="en-US" sz="3116" dirty="0">
              <a:solidFill>
                <a:srgbClr val="EED3FF"/>
              </a:solidFill>
              <a:latin typeface="Zen Dots"/>
              <a:ea typeface="Zen Dots"/>
              <a:cs typeface="Zen Dots"/>
              <a:sym typeface="Zen Dots"/>
            </a:endParaRPr>
          </a:p>
        </p:txBody>
      </p:sp>
      <p:pic>
        <p:nvPicPr>
          <p:cNvPr id="2050" name="Picture 2" descr="Sensors Generic color lineal-color icon | Freepik"/>
          <p:cNvPicPr>
            <a:picLocks noChangeAspect="1" noChangeArrowheads="1"/>
          </p:cNvPicPr>
          <p:nvPr/>
        </p:nvPicPr>
        <p:blipFill>
          <a:blip r:embed="rId11">
            <a:extLst>
              <a:ext uri="{BEBA8EAE-BF5A-486C-A8C5-ECC9F3942E4B}">
                <a14:imgProps xmlns:a14="http://schemas.microsoft.com/office/drawing/2010/main">
                  <a14:imgLayer r:embed="rId12">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7754122" y="3146382"/>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Multi Agent Icon - Free Download Science &amp; Technology Icons | IconScout"/>
          <p:cNvPicPr>
            <a:picLocks noChangeAspect="1" noChangeArrowheads="1"/>
          </p:cNvPicPr>
          <p:nvPr/>
        </p:nvPicPr>
        <p:blipFill>
          <a:blip r:embed="rId13">
            <a:lum bright="70000" contrast="-70000"/>
            <a:extLst>
              <a:ext uri="{BEBA8EAE-BF5A-486C-A8C5-ECC9F3942E4B}">
                <a14:imgProps xmlns:a14="http://schemas.microsoft.com/office/drawing/2010/main">
                  <a14:imgLayer r:embed="rId1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11837600" y="3135732"/>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Environmental - Free nature icons"/>
          <p:cNvPicPr>
            <a:picLocks noChangeAspect="1" noChangeArrowheads="1"/>
          </p:cNvPicPr>
          <p:nvPr/>
        </p:nvPicPr>
        <p:blipFill rotWithShape="1">
          <a:blip r:embed="rId15">
            <a:extLst>
              <a:ext uri="{BEBA8EAE-BF5A-486C-A8C5-ECC9F3942E4B}">
                <a14:imgProps xmlns:a14="http://schemas.microsoft.com/office/drawing/2010/main">
                  <a14:imgLayer r:embed="rId16">
                    <a14:imgEffect>
                      <a14:colorTemperature colorTemp="4700"/>
                    </a14:imgEffect>
                  </a14:imgLayer>
                </a14:imgProps>
              </a:ext>
              <a:ext uri="{28A0092B-C50C-407E-A947-70E740481C1C}">
                <a14:useLocalDpi xmlns:a14="http://schemas.microsoft.com/office/drawing/2010/main" val="0"/>
              </a:ext>
            </a:extLst>
          </a:blip>
          <a:srcRect l="27152" b="33928"/>
          <a:stretch/>
        </p:blipFill>
        <p:spPr bwMode="auto">
          <a:xfrm>
            <a:off x="3418397" y="3232399"/>
            <a:ext cx="2559955" cy="2352383"/>
          </a:xfrm>
          <a:prstGeom prst="rect">
            <a:avLst/>
          </a:prstGeom>
          <a:noFill/>
          <a:extLst>
            <a:ext uri="{909E8E84-426E-40DD-AFC4-6F175D3DCCD1}">
              <a14:hiddenFill xmlns:a14="http://schemas.microsoft.com/office/drawing/2010/main">
                <a:solidFill>
                  <a:srgbClr val="FFFFFF"/>
                </a:solidFill>
              </a14:hiddenFill>
            </a:ext>
          </a:extLst>
        </p:spPr>
      </p:pic>
      <p:sp>
        <p:nvSpPr>
          <p:cNvPr id="37" name="Freeform 9"/>
          <p:cNvSpPr/>
          <p:nvPr/>
        </p:nvSpPr>
        <p:spPr>
          <a:xfrm>
            <a:off x="12609679" y="5875427"/>
            <a:ext cx="830848" cy="830848"/>
          </a:xfrm>
          <a:custGeom>
            <a:avLst/>
            <a:gdLst/>
            <a:ahLst/>
            <a:cxnLst/>
            <a:rect l="l" t="t" r="r" b="b"/>
            <a:pathLst>
              <a:path w="830848" h="830848">
                <a:moveTo>
                  <a:pt x="0" y="0"/>
                </a:moveTo>
                <a:lnTo>
                  <a:pt x="830849" y="0"/>
                </a:lnTo>
                <a:lnTo>
                  <a:pt x="830849" y="830848"/>
                </a:lnTo>
                <a:lnTo>
                  <a:pt x="0" y="830848"/>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38" name="TextBox 18"/>
          <p:cNvSpPr txBox="1"/>
          <p:nvPr/>
        </p:nvSpPr>
        <p:spPr>
          <a:xfrm>
            <a:off x="12838618" y="5997060"/>
            <a:ext cx="339653" cy="531107"/>
          </a:xfrm>
          <a:prstGeom prst="rect">
            <a:avLst/>
          </a:prstGeom>
        </p:spPr>
        <p:txBody>
          <a:bodyPr lIns="0" tIns="0" rIns="0" bIns="0" rtlCol="0" anchor="t">
            <a:spAutoFit/>
          </a:bodyPr>
          <a:lstStyle/>
          <a:p>
            <a:pPr algn="ctr">
              <a:lnSpc>
                <a:spcPts val="4363"/>
              </a:lnSpc>
              <a:spcBef>
                <a:spcPct val="0"/>
              </a:spcBef>
            </a:pPr>
            <a:r>
              <a:rPr lang="en-US" sz="3116" dirty="0">
                <a:solidFill>
                  <a:srgbClr val="EED3FF"/>
                </a:solidFill>
                <a:latin typeface="Zen Dots"/>
                <a:ea typeface="Zen Dots"/>
                <a:cs typeface="Zen Dots"/>
                <a:sym typeface="Zen Dots"/>
              </a:rPr>
              <a:t>3</a:t>
            </a:r>
          </a:p>
        </p:txBody>
      </p:sp>
      <p:sp>
        <p:nvSpPr>
          <p:cNvPr id="39" name="TextBox 7"/>
          <p:cNvSpPr txBox="1"/>
          <p:nvPr/>
        </p:nvSpPr>
        <p:spPr>
          <a:xfrm>
            <a:off x="8154279" y="6886228"/>
            <a:ext cx="2665907" cy="816827"/>
          </a:xfrm>
          <a:prstGeom prst="rect">
            <a:avLst/>
          </a:prstGeom>
        </p:spPr>
        <p:txBody>
          <a:bodyPr wrap="square" lIns="0" tIns="0" rIns="0" bIns="0" rtlCol="0" anchor="t">
            <a:spAutoFit/>
          </a:bodyPr>
          <a:lstStyle/>
          <a:p>
            <a:pPr algn="l">
              <a:lnSpc>
                <a:spcPts val="7372"/>
              </a:lnSpc>
              <a:spcBef>
                <a:spcPct val="0"/>
              </a:spcBef>
            </a:pPr>
            <a:r>
              <a:rPr lang="en-US" sz="3600" dirty="0" smtClean="0">
                <a:solidFill>
                  <a:srgbClr val="7030A0"/>
                </a:solidFill>
                <a:latin typeface="Hobo" panose="020B0604020202020204" charset="0"/>
                <a:ea typeface="Zen Dots"/>
                <a:cs typeface="Hobo" panose="020B0604020202020204" charset="0"/>
                <a:sym typeface="Zen Dots"/>
              </a:rPr>
              <a:t>Sensor</a:t>
            </a:r>
            <a:endParaRPr lang="en-US" sz="3600" dirty="0">
              <a:solidFill>
                <a:srgbClr val="7030A0"/>
              </a:solidFill>
              <a:latin typeface="Hobo" panose="020B0604020202020204" charset="0"/>
              <a:ea typeface="Zen Dots"/>
              <a:cs typeface="Hobo" panose="020B0604020202020204" charset="0"/>
              <a:sym typeface="Zen Dots"/>
            </a:endParaRPr>
          </a:p>
        </p:txBody>
      </p:sp>
      <p:sp>
        <p:nvSpPr>
          <p:cNvPr id="40" name="TextBox 7"/>
          <p:cNvSpPr txBox="1"/>
          <p:nvPr/>
        </p:nvSpPr>
        <p:spPr>
          <a:xfrm>
            <a:off x="3695462" y="6886228"/>
            <a:ext cx="2665907" cy="816827"/>
          </a:xfrm>
          <a:prstGeom prst="rect">
            <a:avLst/>
          </a:prstGeom>
        </p:spPr>
        <p:txBody>
          <a:bodyPr wrap="square" lIns="0" tIns="0" rIns="0" bIns="0" rtlCol="0" anchor="t">
            <a:spAutoFit/>
          </a:bodyPr>
          <a:lstStyle/>
          <a:p>
            <a:pPr algn="l">
              <a:lnSpc>
                <a:spcPts val="7372"/>
              </a:lnSpc>
              <a:spcBef>
                <a:spcPct val="0"/>
              </a:spcBef>
            </a:pPr>
            <a:r>
              <a:rPr lang="en-US" sz="3600" dirty="0">
                <a:solidFill>
                  <a:srgbClr val="7030A0"/>
                </a:solidFill>
                <a:latin typeface="Hobo" panose="020B0604020202020204" charset="0"/>
                <a:ea typeface="Zen Dots"/>
                <a:cs typeface="Hobo" panose="020B0604020202020204" charset="0"/>
                <a:sym typeface="Zen Dots"/>
              </a:rPr>
              <a:t>E</a:t>
            </a:r>
            <a:r>
              <a:rPr lang="en-US" sz="3600" dirty="0" smtClean="0">
                <a:solidFill>
                  <a:srgbClr val="7030A0"/>
                </a:solidFill>
                <a:latin typeface="Hobo" panose="020B0604020202020204" charset="0"/>
                <a:ea typeface="Zen Dots"/>
                <a:cs typeface="Hobo" panose="020B0604020202020204" charset="0"/>
                <a:sym typeface="Zen Dots"/>
              </a:rPr>
              <a:t>nvironment</a:t>
            </a:r>
            <a:endParaRPr lang="en-US" sz="3600" dirty="0">
              <a:solidFill>
                <a:srgbClr val="7030A0"/>
              </a:solidFill>
              <a:latin typeface="Hobo" panose="020B0604020202020204" charset="0"/>
              <a:ea typeface="Zen Dots"/>
              <a:cs typeface="Hobo" panose="020B0604020202020204" charset="0"/>
              <a:sym typeface="Zen Dots"/>
            </a:endParaRPr>
          </a:p>
        </p:txBody>
      </p:sp>
      <p:sp>
        <p:nvSpPr>
          <p:cNvPr id="41" name="TextBox 7"/>
          <p:cNvSpPr txBox="1"/>
          <p:nvPr/>
        </p:nvSpPr>
        <p:spPr>
          <a:xfrm>
            <a:off x="12107573" y="6898181"/>
            <a:ext cx="2665907" cy="816827"/>
          </a:xfrm>
          <a:prstGeom prst="rect">
            <a:avLst/>
          </a:prstGeom>
        </p:spPr>
        <p:txBody>
          <a:bodyPr wrap="square" lIns="0" tIns="0" rIns="0" bIns="0" rtlCol="0" anchor="t">
            <a:spAutoFit/>
          </a:bodyPr>
          <a:lstStyle/>
          <a:p>
            <a:pPr algn="l">
              <a:lnSpc>
                <a:spcPts val="7372"/>
              </a:lnSpc>
              <a:spcBef>
                <a:spcPct val="0"/>
              </a:spcBef>
            </a:pPr>
            <a:r>
              <a:rPr lang="en-US" sz="3600" dirty="0" smtClean="0">
                <a:solidFill>
                  <a:srgbClr val="7030A0"/>
                </a:solidFill>
                <a:latin typeface="Hobo" panose="020B0604020202020204" charset="0"/>
                <a:ea typeface="Zen Dots"/>
                <a:cs typeface="Hobo" panose="020B0604020202020204" charset="0"/>
                <a:sym typeface="Zen Dots"/>
              </a:rPr>
              <a:t>Actuators</a:t>
            </a:r>
            <a:endParaRPr lang="en-US" sz="3600" dirty="0">
              <a:solidFill>
                <a:srgbClr val="7030A0"/>
              </a:solidFill>
              <a:latin typeface="Hobo" panose="020B0604020202020204" charset="0"/>
              <a:ea typeface="Zen Dots"/>
              <a:cs typeface="Hobo" panose="020B0604020202020204" charset="0"/>
              <a:sym typeface="Zen Dot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074"/>
                                        </p:tgtEl>
                                        <p:attrNameLst>
                                          <p:attrName>style.visibility</p:attrName>
                                        </p:attrNameLst>
                                      </p:cBhvr>
                                      <p:to>
                                        <p:strVal val="visible"/>
                                      </p:to>
                                    </p:set>
                                    <p:animScale>
                                      <p:cBhvr>
                                        <p:cTn id="7" dur="1000" decel="50000" fill="hold">
                                          <p:stCondLst>
                                            <p:cond delay="0"/>
                                          </p:stCondLst>
                                        </p:cTn>
                                        <p:tgtEl>
                                          <p:spTgt spid="207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074"/>
                                        </p:tgtEl>
                                        <p:attrNameLst>
                                          <p:attrName>ppt_x</p:attrName>
                                          <p:attrName>ppt_y</p:attrName>
                                        </p:attrNameLst>
                                      </p:cBhvr>
                                    </p:animMotion>
                                    <p:animEffect transition="in" filter="fade">
                                      <p:cBhvr>
                                        <p:cTn id="9" dur="1000"/>
                                        <p:tgtEl>
                                          <p:spTgt spid="2074"/>
                                        </p:tgtEl>
                                      </p:cBhvr>
                                    </p:animEffect>
                                  </p:childTnLst>
                                </p:cTn>
                              </p:par>
                              <p:par>
                                <p:cTn id="10" presetID="5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Scale>
                                      <p:cBhvr>
                                        <p:cTn id="12"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7"/>
                                        </p:tgtEl>
                                        <p:attrNameLst>
                                          <p:attrName>ppt_x</p:attrName>
                                          <p:attrName>ppt_y</p:attrName>
                                        </p:attrNameLst>
                                      </p:cBhvr>
                                    </p:animMotion>
                                    <p:animEffect transition="in" filter="fade">
                                      <p:cBhvr>
                                        <p:cTn id="14" dur="1000"/>
                                        <p:tgtEl>
                                          <p:spTgt spid="7"/>
                                        </p:tgtEl>
                                      </p:cBhvr>
                                    </p:animEffect>
                                  </p:childTnLst>
                                </p:cTn>
                              </p:par>
                              <p:par>
                                <p:cTn id="15" presetID="5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Scale>
                                      <p:cBhvr>
                                        <p:cTn id="1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5"/>
                                        </p:tgtEl>
                                        <p:attrNameLst>
                                          <p:attrName>ppt_x</p:attrName>
                                          <p:attrName>ppt_y</p:attrName>
                                        </p:attrNameLst>
                                      </p:cBhvr>
                                    </p:animMotion>
                                    <p:animEffect transition="in" filter="fade">
                                      <p:cBhvr>
                                        <p:cTn id="19" dur="1000"/>
                                        <p:tgtEl>
                                          <p:spTgt spid="5"/>
                                        </p:tgtEl>
                                      </p:cBhvr>
                                    </p:animEffect>
                                  </p:childTnLst>
                                </p:cTn>
                              </p:par>
                              <p:par>
                                <p:cTn id="20" presetID="5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Scale>
                                      <p:cBhvr>
                                        <p:cTn id="22" dur="1000" decel="50000" fill="hold">
                                          <p:stCondLst>
                                            <p:cond delay="0"/>
                                          </p:stCondLst>
                                        </p:cTn>
                                        <p:tgtEl>
                                          <p:spTgt spid="4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40"/>
                                        </p:tgtEl>
                                        <p:attrNameLst>
                                          <p:attrName>ppt_x</p:attrName>
                                          <p:attrName>ppt_y</p:attrName>
                                        </p:attrNameLst>
                                      </p:cBhvr>
                                    </p:animMotion>
                                    <p:animEffect transition="in" filter="fade">
                                      <p:cBhvr>
                                        <p:cTn id="24" dur="10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nodeType="clickEffect">
                                  <p:stCondLst>
                                    <p:cond delay="0"/>
                                  </p:stCondLst>
                                  <p:childTnLst>
                                    <p:set>
                                      <p:cBhvr>
                                        <p:cTn id="28" dur="1" fill="hold">
                                          <p:stCondLst>
                                            <p:cond delay="0"/>
                                          </p:stCondLst>
                                        </p:cTn>
                                        <p:tgtEl>
                                          <p:spTgt spid="2050"/>
                                        </p:tgtEl>
                                        <p:attrNameLst>
                                          <p:attrName>style.visibility</p:attrName>
                                        </p:attrNameLst>
                                      </p:cBhvr>
                                      <p:to>
                                        <p:strVal val="visible"/>
                                      </p:to>
                                    </p:set>
                                    <p:animEffect transition="in" filter="fade">
                                      <p:cBhvr>
                                        <p:cTn id="29" dur="1000"/>
                                        <p:tgtEl>
                                          <p:spTgt spid="2050"/>
                                        </p:tgtEl>
                                      </p:cBhvr>
                                    </p:animEffect>
                                    <p:anim calcmode="lin" valueType="num">
                                      <p:cBhvr>
                                        <p:cTn id="30" dur="1000" fill="hold"/>
                                        <p:tgtEl>
                                          <p:spTgt spid="2050"/>
                                        </p:tgtEl>
                                        <p:attrNameLst>
                                          <p:attrName>ppt_x</p:attrName>
                                        </p:attrNameLst>
                                      </p:cBhvr>
                                      <p:tavLst>
                                        <p:tav tm="0">
                                          <p:val>
                                            <p:strVal val="#ppt_x"/>
                                          </p:val>
                                        </p:tav>
                                        <p:tav tm="100000">
                                          <p:val>
                                            <p:strVal val="#ppt_x"/>
                                          </p:val>
                                        </p:tav>
                                      </p:tavLst>
                                    </p:anim>
                                    <p:anim calcmode="lin" valueType="num">
                                      <p:cBhvr>
                                        <p:cTn id="31" dur="900" decel="100000" fill="hold"/>
                                        <p:tgtEl>
                                          <p:spTgt spid="2050"/>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2050"/>
                                        </p:tgtEl>
                                        <p:attrNameLst>
                                          <p:attrName>ppt_y</p:attrName>
                                        </p:attrNameLst>
                                      </p:cBhvr>
                                      <p:tavLst>
                                        <p:tav tm="0">
                                          <p:val>
                                            <p:strVal val="#ppt_y-.03"/>
                                          </p:val>
                                        </p:tav>
                                        <p:tav tm="100000">
                                          <p:val>
                                            <p:strVal val="#ppt_y"/>
                                          </p:val>
                                        </p:tav>
                                      </p:tavLst>
                                    </p:anim>
                                  </p:childTnLst>
                                </p:cTn>
                              </p:par>
                              <p:par>
                                <p:cTn id="33" presetID="37"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900" decel="100000" fill="hold"/>
                                        <p:tgtEl>
                                          <p:spTgt spid="9"/>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900" decel="100000" fill="hold"/>
                                        <p:tgtEl>
                                          <p:spTgt spid="18"/>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45" presetID="37"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1000"/>
                                        <p:tgtEl>
                                          <p:spTgt spid="39"/>
                                        </p:tgtEl>
                                      </p:cBhvr>
                                    </p:animEffect>
                                    <p:anim calcmode="lin" valueType="num">
                                      <p:cBhvr>
                                        <p:cTn id="48" dur="1000" fill="hold"/>
                                        <p:tgtEl>
                                          <p:spTgt spid="39"/>
                                        </p:tgtEl>
                                        <p:attrNameLst>
                                          <p:attrName>ppt_x</p:attrName>
                                        </p:attrNameLst>
                                      </p:cBhvr>
                                      <p:tavLst>
                                        <p:tav tm="0">
                                          <p:val>
                                            <p:strVal val="#ppt_x"/>
                                          </p:val>
                                        </p:tav>
                                        <p:tav tm="100000">
                                          <p:val>
                                            <p:strVal val="#ppt_x"/>
                                          </p:val>
                                        </p:tav>
                                      </p:tavLst>
                                    </p:anim>
                                    <p:anim calcmode="lin" valueType="num">
                                      <p:cBhvr>
                                        <p:cTn id="49" dur="900" decel="100000" fill="hold"/>
                                        <p:tgtEl>
                                          <p:spTgt spid="39"/>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39"/>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2" presetClass="entr" presetSubtype="0" fill="hold" nodeType="clickEffect">
                                  <p:stCondLst>
                                    <p:cond delay="0"/>
                                  </p:stCondLst>
                                  <p:childTnLst>
                                    <p:set>
                                      <p:cBhvr>
                                        <p:cTn id="54" dur="1" fill="hold">
                                          <p:stCondLst>
                                            <p:cond delay="0"/>
                                          </p:stCondLst>
                                        </p:cTn>
                                        <p:tgtEl>
                                          <p:spTgt spid="2072"/>
                                        </p:tgtEl>
                                        <p:attrNameLst>
                                          <p:attrName>style.visibility</p:attrName>
                                        </p:attrNameLst>
                                      </p:cBhvr>
                                      <p:to>
                                        <p:strVal val="visible"/>
                                      </p:to>
                                    </p:set>
                                    <p:animScale>
                                      <p:cBhvr>
                                        <p:cTn id="55" dur="1000" decel="50000" fill="hold">
                                          <p:stCondLst>
                                            <p:cond delay="0"/>
                                          </p:stCondLst>
                                        </p:cTn>
                                        <p:tgtEl>
                                          <p:spTgt spid="207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6" dur="1000" decel="50000" fill="hold">
                                          <p:stCondLst>
                                            <p:cond delay="0"/>
                                          </p:stCondLst>
                                        </p:cTn>
                                        <p:tgtEl>
                                          <p:spTgt spid="2072"/>
                                        </p:tgtEl>
                                        <p:attrNameLst>
                                          <p:attrName>ppt_x</p:attrName>
                                          <p:attrName>ppt_y</p:attrName>
                                        </p:attrNameLst>
                                      </p:cBhvr>
                                    </p:animMotion>
                                    <p:animEffect transition="in" filter="fade">
                                      <p:cBhvr>
                                        <p:cTn id="57" dur="1000"/>
                                        <p:tgtEl>
                                          <p:spTgt spid="2072"/>
                                        </p:tgtEl>
                                      </p:cBhvr>
                                    </p:animEffect>
                                  </p:childTnLst>
                                </p:cTn>
                              </p:par>
                              <p:par>
                                <p:cTn id="58" presetID="52"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Scale>
                                      <p:cBhvr>
                                        <p:cTn id="60" dur="1000" decel="50000" fill="hold">
                                          <p:stCondLst>
                                            <p:cond delay="0"/>
                                          </p:stCondLst>
                                        </p:cTn>
                                        <p:tgtEl>
                                          <p:spTgt spid="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1" dur="1000" decel="50000" fill="hold">
                                          <p:stCondLst>
                                            <p:cond delay="0"/>
                                          </p:stCondLst>
                                        </p:cTn>
                                        <p:tgtEl>
                                          <p:spTgt spid="38"/>
                                        </p:tgtEl>
                                        <p:attrNameLst>
                                          <p:attrName>ppt_x</p:attrName>
                                          <p:attrName>ppt_y</p:attrName>
                                        </p:attrNameLst>
                                      </p:cBhvr>
                                    </p:animMotion>
                                    <p:animEffect transition="in" filter="fade">
                                      <p:cBhvr>
                                        <p:cTn id="62" dur="1000"/>
                                        <p:tgtEl>
                                          <p:spTgt spid="38"/>
                                        </p:tgtEl>
                                      </p:cBhvr>
                                    </p:animEffect>
                                  </p:childTnLst>
                                </p:cTn>
                              </p:par>
                              <p:par>
                                <p:cTn id="63" presetID="52" presetClass="entr" presetSubtype="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Scale>
                                      <p:cBhvr>
                                        <p:cTn id="65" dur="1000" decel="50000" fill="hold">
                                          <p:stCondLst>
                                            <p:cond delay="0"/>
                                          </p:stCondLst>
                                        </p:cTn>
                                        <p:tgtEl>
                                          <p:spTgt spid="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6" dur="1000" decel="50000" fill="hold">
                                          <p:stCondLst>
                                            <p:cond delay="0"/>
                                          </p:stCondLst>
                                        </p:cTn>
                                        <p:tgtEl>
                                          <p:spTgt spid="37"/>
                                        </p:tgtEl>
                                        <p:attrNameLst>
                                          <p:attrName>ppt_x</p:attrName>
                                          <p:attrName>ppt_y</p:attrName>
                                        </p:attrNameLst>
                                      </p:cBhvr>
                                    </p:animMotion>
                                    <p:animEffect transition="in" filter="fade">
                                      <p:cBhvr>
                                        <p:cTn id="67" dur="1000"/>
                                        <p:tgtEl>
                                          <p:spTgt spid="37"/>
                                        </p:tgtEl>
                                      </p:cBhvr>
                                    </p:animEffect>
                                  </p:childTnLst>
                                </p:cTn>
                              </p:par>
                              <p:par>
                                <p:cTn id="68" presetID="52"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Scale>
                                      <p:cBhvr>
                                        <p:cTn id="70" dur="1000" decel="50000" fill="hold">
                                          <p:stCondLst>
                                            <p:cond delay="0"/>
                                          </p:stCondLst>
                                        </p:cTn>
                                        <p:tgtEl>
                                          <p:spTgt spid="4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1" dur="1000" decel="50000" fill="hold">
                                          <p:stCondLst>
                                            <p:cond delay="0"/>
                                          </p:stCondLst>
                                        </p:cTn>
                                        <p:tgtEl>
                                          <p:spTgt spid="41"/>
                                        </p:tgtEl>
                                        <p:attrNameLst>
                                          <p:attrName>ppt_x</p:attrName>
                                          <p:attrName>ppt_y</p:attrName>
                                        </p:attrNameLst>
                                      </p:cBhvr>
                                    </p:animMotion>
                                    <p:animEffect transition="in" filter="fade">
                                      <p:cBhvr>
                                        <p:cTn id="7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18" grpId="0"/>
      <p:bldP spid="38" grpId="0"/>
      <p:bldP spid="39" grpId="0"/>
      <p:bldP spid="40"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3" name="Freeform 3"/>
          <p:cNvSpPr/>
          <p:nvPr/>
        </p:nvSpPr>
        <p:spPr>
          <a:xfrm flipH="1">
            <a:off x="-3221807" y="995858"/>
            <a:ext cx="8727458" cy="7489037"/>
          </a:xfrm>
          <a:custGeom>
            <a:avLst/>
            <a:gdLst/>
            <a:ahLst/>
            <a:cxnLst/>
            <a:rect l="l" t="t" r="r" b="b"/>
            <a:pathLst>
              <a:path w="8727458" h="7489037">
                <a:moveTo>
                  <a:pt x="8727458" y="0"/>
                </a:moveTo>
                <a:lnTo>
                  <a:pt x="0" y="0"/>
                </a:lnTo>
                <a:lnTo>
                  <a:pt x="0" y="7489036"/>
                </a:lnTo>
                <a:lnTo>
                  <a:pt x="8727458" y="7489036"/>
                </a:lnTo>
                <a:lnTo>
                  <a:pt x="8727458"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5505651" y="-5518975"/>
            <a:ext cx="7575046" cy="7575046"/>
          </a:xfrm>
          <a:custGeom>
            <a:avLst/>
            <a:gdLst/>
            <a:ahLst/>
            <a:cxnLst/>
            <a:rect l="l" t="t" r="r" b="b"/>
            <a:pathLst>
              <a:path w="7575046" h="7575046">
                <a:moveTo>
                  <a:pt x="0" y="0"/>
                </a:moveTo>
                <a:lnTo>
                  <a:pt x="7575047" y="0"/>
                </a:lnTo>
                <a:lnTo>
                  <a:pt x="7575047" y="7575046"/>
                </a:lnTo>
                <a:lnTo>
                  <a:pt x="0" y="7575046"/>
                </a:lnTo>
                <a:lnTo>
                  <a:pt x="0" y="0"/>
                </a:lnTo>
                <a:close/>
              </a:path>
            </a:pathLst>
          </a:custGeom>
          <a:blipFill>
            <a:blip r:embed="rId6">
              <a:alphaModFix amt="23000"/>
              <a:extLst>
                <a:ext uri="{96DAC541-7B7A-43D3-8B79-37D633B846F1}">
                  <asvg:svgBlip xmlns="" xmlns:asvg="http://schemas.microsoft.com/office/drawing/2016/SVG/main" r:embed="rId7"/>
                </a:ext>
              </a:extLst>
            </a:blip>
            <a:stretch>
              <a:fillRect/>
            </a:stretch>
          </a:blipFill>
        </p:spPr>
      </p:sp>
      <p:sp>
        <p:nvSpPr>
          <p:cNvPr id="7" name="Freeform 7"/>
          <p:cNvSpPr/>
          <p:nvPr/>
        </p:nvSpPr>
        <p:spPr>
          <a:xfrm rot="251071">
            <a:off x="12254109" y="1056367"/>
            <a:ext cx="8727458" cy="7489037"/>
          </a:xfrm>
          <a:custGeom>
            <a:avLst/>
            <a:gdLst/>
            <a:ahLst/>
            <a:cxnLst/>
            <a:rect l="l" t="t" r="r" b="b"/>
            <a:pathLst>
              <a:path w="8727458" h="7489037">
                <a:moveTo>
                  <a:pt x="0" y="0"/>
                </a:moveTo>
                <a:lnTo>
                  <a:pt x="8727458" y="0"/>
                </a:lnTo>
                <a:lnTo>
                  <a:pt x="8727458" y="7489037"/>
                </a:lnTo>
                <a:lnTo>
                  <a:pt x="0" y="7489037"/>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382141" y="3728538"/>
            <a:ext cx="9162588" cy="2282676"/>
          </a:xfrm>
          <a:prstGeom prst="rect">
            <a:avLst/>
          </a:prstGeom>
        </p:spPr>
        <p:txBody>
          <a:bodyPr lIns="0" tIns="0" rIns="0" bIns="0" rtlCol="0" anchor="t">
            <a:spAutoFit/>
          </a:bodyPr>
          <a:lstStyle/>
          <a:p>
            <a:pPr algn="ctr">
              <a:lnSpc>
                <a:spcPts val="8939"/>
              </a:lnSpc>
            </a:pPr>
            <a:r>
              <a:rPr lang="en-US" sz="7841" dirty="0" smtClean="0">
                <a:solidFill>
                  <a:srgbClr val="EED3FF"/>
                </a:solidFill>
                <a:latin typeface="Zen Dots"/>
                <a:ea typeface="Zen Dots"/>
                <a:cs typeface="Zen Dots"/>
                <a:sym typeface="Zen Dots"/>
              </a:rPr>
              <a:t>Design Pattern</a:t>
            </a:r>
            <a:endParaRPr lang="en-US" sz="7841" dirty="0">
              <a:solidFill>
                <a:srgbClr val="EED3FF"/>
              </a:solidFill>
              <a:latin typeface="Zen Dots"/>
              <a:ea typeface="Zen Dots"/>
              <a:cs typeface="Zen Dots"/>
              <a:sym typeface="Zen Dots"/>
            </a:endParaRPr>
          </a:p>
        </p:txBody>
      </p:sp>
      <p:sp>
        <p:nvSpPr>
          <p:cNvPr id="10" name="Freeform 10"/>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8"/>
            <a:stretch>
              <a:fillRect/>
            </a:stretch>
          </a:blipFill>
        </p:spPr>
      </p:sp>
      <p:sp>
        <p:nvSpPr>
          <p:cNvPr id="11" name="Freeform 11"/>
          <p:cNvSpPr/>
          <p:nvPr/>
        </p:nvSpPr>
        <p:spPr>
          <a:xfrm>
            <a:off x="0"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9"/>
            <a:stretch>
              <a:fillRect/>
            </a:stretch>
          </a:blipFill>
        </p:spPr>
      </p:sp>
      <p:sp>
        <p:nvSpPr>
          <p:cNvPr id="12" name="Freeform 12"/>
          <p:cNvSpPr/>
          <p:nvPr/>
        </p:nvSpPr>
        <p:spPr>
          <a:xfrm flipH="1">
            <a:off x="11548656"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0"/>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7" name="TextBox 17"/>
          <p:cNvSpPr txBox="1"/>
          <p:nvPr/>
        </p:nvSpPr>
        <p:spPr>
          <a:xfrm>
            <a:off x="8854685" y="6484261"/>
            <a:ext cx="578629" cy="603666"/>
          </a:xfrm>
          <a:prstGeom prst="rect">
            <a:avLst/>
          </a:prstGeom>
        </p:spPr>
        <p:txBody>
          <a:bodyPr lIns="50800" tIns="50800" rIns="50800" bIns="50800" rtlCol="0" anchor="ctr"/>
          <a:lstStyle/>
          <a:p>
            <a:pPr algn="ctr">
              <a:lnSpc>
                <a:spcPts val="2150"/>
              </a:lnSpc>
            </a:pPr>
            <a:endParaRPr/>
          </a:p>
        </p:txBody>
      </p:sp>
    </p:spTree>
    <p:extLst>
      <p:ext uri="{BB962C8B-B14F-4D97-AF65-F5344CB8AC3E}">
        <p14:creationId xmlns:p14="http://schemas.microsoft.com/office/powerpoint/2010/main" val="49221884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79" name="Freeform 18"/>
          <p:cNvSpPr/>
          <p:nvPr/>
        </p:nvSpPr>
        <p:spPr>
          <a:xfrm rot="-424943" flipH="1">
            <a:off x="11218551" y="986052"/>
            <a:ext cx="7303716" cy="8363034"/>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8" name="Freeform 8"/>
          <p:cNvSpPr/>
          <p:nvPr/>
        </p:nvSpPr>
        <p:spPr>
          <a:xfrm>
            <a:off x="4276320" y="-673224"/>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pic>
        <p:nvPicPr>
          <p:cNvPr id="48" name="Picture 4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36300" y="511026"/>
            <a:ext cx="9950255" cy="3565508"/>
          </a:xfrm>
          <a:prstGeom prst="rect">
            <a:avLst/>
          </a:prstGeom>
        </p:spPr>
      </p:pic>
      <p:pic>
        <p:nvPicPr>
          <p:cNvPr id="75" name="Picture 7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34935" y="1694624"/>
            <a:ext cx="9951620" cy="3566160"/>
          </a:xfrm>
          <a:prstGeom prst="rect">
            <a:avLst/>
          </a:prstGeom>
        </p:spPr>
      </p:pic>
      <p:pic>
        <p:nvPicPr>
          <p:cNvPr id="76" name="Picture 7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24260" y="3020432"/>
            <a:ext cx="9962295" cy="3331388"/>
          </a:xfrm>
          <a:prstGeom prst="rect">
            <a:avLst/>
          </a:prstGeom>
        </p:spPr>
      </p:pic>
      <p:pic>
        <p:nvPicPr>
          <p:cNvPr id="80" name="Picture 79"/>
          <p:cNvPicPr>
            <a:picLocks noChangeAspect="1"/>
          </p:cNvPicPr>
          <p:nvPr/>
        </p:nvPicPr>
        <p:blipFill>
          <a:blip r:embed="rId9"/>
          <a:stretch>
            <a:fillRect/>
          </a:stretch>
        </p:blipFill>
        <p:spPr>
          <a:xfrm>
            <a:off x="7424260" y="4470228"/>
            <a:ext cx="9921651" cy="3289984"/>
          </a:xfrm>
          <a:prstGeom prst="rect">
            <a:avLst/>
          </a:prstGeom>
        </p:spPr>
      </p:pic>
      <p:pic>
        <p:nvPicPr>
          <p:cNvPr id="78" name="Picture 7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17498" y="6455164"/>
            <a:ext cx="9952985" cy="3320847"/>
          </a:xfrm>
          <a:prstGeom prst="rect">
            <a:avLst/>
          </a:prstGeom>
        </p:spPr>
      </p:pic>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08745" y="-38266"/>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11"/>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12"/>
            <a:stretch>
              <a:fillRect/>
            </a:stretch>
          </a:blipFill>
        </p:spPr>
      </p:sp>
      <p:grpSp>
        <p:nvGrpSpPr>
          <p:cNvPr id="67" name="Group 24"/>
          <p:cNvGrpSpPr/>
          <p:nvPr/>
        </p:nvGrpSpPr>
        <p:grpSpPr>
          <a:xfrm>
            <a:off x="796852" y="8085187"/>
            <a:ext cx="1051560" cy="1097280"/>
            <a:chOff x="0" y="0"/>
            <a:chExt cx="812800" cy="812800"/>
          </a:xfrm>
        </p:grpSpPr>
        <p:sp>
          <p:nvSpPr>
            <p:cNvPr id="68"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69"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grpSp>
        <p:nvGrpSpPr>
          <p:cNvPr id="61" name="Group 24"/>
          <p:cNvGrpSpPr/>
          <p:nvPr/>
        </p:nvGrpSpPr>
        <p:grpSpPr>
          <a:xfrm>
            <a:off x="800245" y="4475940"/>
            <a:ext cx="1051560" cy="1097280"/>
            <a:chOff x="0" y="0"/>
            <a:chExt cx="812800" cy="812800"/>
          </a:xfrm>
        </p:grpSpPr>
        <p:sp>
          <p:nvSpPr>
            <p:cNvPr id="62"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63"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11"/>
            <a:stretch>
              <a:fillRect/>
            </a:stretch>
          </a:blipFill>
        </p:spPr>
      </p:sp>
      <p:grpSp>
        <p:nvGrpSpPr>
          <p:cNvPr id="18" name="Group 18"/>
          <p:cNvGrpSpPr/>
          <p:nvPr/>
        </p:nvGrpSpPr>
        <p:grpSpPr>
          <a:xfrm>
            <a:off x="2143901" y="1151898"/>
            <a:ext cx="3810000" cy="891718"/>
            <a:chOff x="0" y="0"/>
            <a:chExt cx="2397878" cy="486294"/>
          </a:xfrm>
        </p:grpSpPr>
        <p:sp>
          <p:nvSpPr>
            <p:cNvPr id="19"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20"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21" name="Group 21"/>
          <p:cNvGrpSpPr/>
          <p:nvPr/>
        </p:nvGrpSpPr>
        <p:grpSpPr>
          <a:xfrm>
            <a:off x="809185" y="1049550"/>
            <a:ext cx="1053147" cy="109641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grpSp>
        <p:nvGrpSpPr>
          <p:cNvPr id="24" name="Group 24"/>
          <p:cNvGrpSpPr/>
          <p:nvPr/>
        </p:nvGrpSpPr>
        <p:grpSpPr>
          <a:xfrm>
            <a:off x="810772" y="2726055"/>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8" name="TextBox 38"/>
          <p:cNvSpPr txBox="1"/>
          <p:nvPr/>
        </p:nvSpPr>
        <p:spPr>
          <a:xfrm>
            <a:off x="1015417" y="1284890"/>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1</a:t>
            </a:r>
          </a:p>
        </p:txBody>
      </p:sp>
      <p:sp>
        <p:nvSpPr>
          <p:cNvPr id="39" name="TextBox 39"/>
          <p:cNvSpPr txBox="1"/>
          <p:nvPr/>
        </p:nvSpPr>
        <p:spPr>
          <a:xfrm>
            <a:off x="2472884" y="1513047"/>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Reflection Agent</a:t>
            </a:r>
            <a:endParaRPr lang="en-US" sz="2400" spc="80" dirty="0">
              <a:solidFill>
                <a:srgbClr val="EED3FF"/>
              </a:solidFill>
              <a:latin typeface="Zen Dots" panose="020B0604020202020204" charset="0"/>
              <a:ea typeface="Open Sauce"/>
              <a:cs typeface="Open Sauce"/>
              <a:sym typeface="Open Sauce"/>
            </a:endParaRPr>
          </a:p>
        </p:txBody>
      </p:sp>
      <p:sp>
        <p:nvSpPr>
          <p:cNvPr id="41" name="TextBox 41"/>
          <p:cNvSpPr txBox="1"/>
          <p:nvPr/>
        </p:nvSpPr>
        <p:spPr>
          <a:xfrm>
            <a:off x="1015417" y="2960682"/>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2</a:t>
            </a:r>
          </a:p>
        </p:txBody>
      </p:sp>
      <p:sp>
        <p:nvSpPr>
          <p:cNvPr id="42" name="TextBox 42"/>
          <p:cNvSpPr txBox="1"/>
          <p:nvPr/>
        </p:nvSpPr>
        <p:spPr>
          <a:xfrm>
            <a:off x="1015417" y="4713110"/>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3</a:t>
            </a:r>
          </a:p>
        </p:txBody>
      </p:sp>
      <p:sp>
        <p:nvSpPr>
          <p:cNvPr id="43" name="TextBox 43"/>
          <p:cNvSpPr txBox="1"/>
          <p:nvPr/>
        </p:nvSpPr>
        <p:spPr>
          <a:xfrm>
            <a:off x="1014770" y="8247326"/>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5</a:t>
            </a: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12"/>
            <a:stretch>
              <a:fillRect/>
            </a:stretch>
          </a:blipFill>
        </p:spPr>
      </p:sp>
      <p:grpSp>
        <p:nvGrpSpPr>
          <p:cNvPr id="49" name="Group 18"/>
          <p:cNvGrpSpPr/>
          <p:nvPr/>
        </p:nvGrpSpPr>
        <p:grpSpPr>
          <a:xfrm>
            <a:off x="2142536" y="2790349"/>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52" name="Group 18"/>
          <p:cNvGrpSpPr/>
          <p:nvPr/>
        </p:nvGrpSpPr>
        <p:grpSpPr>
          <a:xfrm>
            <a:off x="2142536" y="4514764"/>
            <a:ext cx="3810000" cy="891718"/>
            <a:chOff x="0" y="0"/>
            <a:chExt cx="2397878" cy="486294"/>
          </a:xfrm>
        </p:grpSpPr>
        <p:sp>
          <p:nvSpPr>
            <p:cNvPr id="53"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4"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55" name="Group 18"/>
          <p:cNvGrpSpPr/>
          <p:nvPr/>
        </p:nvGrpSpPr>
        <p:grpSpPr>
          <a:xfrm>
            <a:off x="2095601" y="8114334"/>
            <a:ext cx="3810000" cy="891718"/>
            <a:chOff x="0" y="0"/>
            <a:chExt cx="2397878" cy="486294"/>
          </a:xfrm>
        </p:grpSpPr>
        <p:sp>
          <p:nvSpPr>
            <p:cNvPr id="56"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7"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58" name="Group 18"/>
          <p:cNvGrpSpPr/>
          <p:nvPr/>
        </p:nvGrpSpPr>
        <p:grpSpPr>
          <a:xfrm>
            <a:off x="2156184" y="6230332"/>
            <a:ext cx="3810000" cy="891718"/>
            <a:chOff x="0" y="0"/>
            <a:chExt cx="2397878" cy="486294"/>
          </a:xfrm>
        </p:grpSpPr>
        <p:sp>
          <p:nvSpPr>
            <p:cNvPr id="59"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60"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64" name="Group 24"/>
          <p:cNvGrpSpPr/>
          <p:nvPr/>
        </p:nvGrpSpPr>
        <p:grpSpPr>
          <a:xfrm>
            <a:off x="814531" y="6214702"/>
            <a:ext cx="1051560" cy="1097280"/>
            <a:chOff x="0" y="0"/>
            <a:chExt cx="812800" cy="812800"/>
          </a:xfrm>
        </p:grpSpPr>
        <p:sp>
          <p:nvSpPr>
            <p:cNvPr id="6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6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70" name="TextBox 43"/>
          <p:cNvSpPr txBox="1"/>
          <p:nvPr/>
        </p:nvSpPr>
        <p:spPr>
          <a:xfrm>
            <a:off x="1015417" y="6399622"/>
            <a:ext cx="640685" cy="758726"/>
          </a:xfrm>
          <a:prstGeom prst="rect">
            <a:avLst/>
          </a:prstGeom>
        </p:spPr>
        <p:txBody>
          <a:bodyPr lIns="0" tIns="0" rIns="0" bIns="0" rtlCol="0" anchor="t">
            <a:spAutoFit/>
          </a:bodyPr>
          <a:lstStyle/>
          <a:p>
            <a:pPr algn="ctr">
              <a:lnSpc>
                <a:spcPts val="5826"/>
              </a:lnSpc>
            </a:pPr>
            <a:r>
              <a:rPr lang="en-US" sz="5110" dirty="0" smtClean="0">
                <a:solidFill>
                  <a:srgbClr val="EED3FF"/>
                </a:solidFill>
                <a:latin typeface="Zen Dots"/>
                <a:ea typeface="Zen Dots"/>
                <a:cs typeface="Zen Dots"/>
                <a:sym typeface="Zen Dots"/>
              </a:rPr>
              <a:t>4</a:t>
            </a:r>
            <a:endParaRPr lang="en-US" sz="5110" dirty="0">
              <a:solidFill>
                <a:srgbClr val="EED3FF"/>
              </a:solidFill>
              <a:latin typeface="Zen Dots"/>
              <a:ea typeface="Zen Dots"/>
              <a:cs typeface="Zen Dots"/>
              <a:sym typeface="Zen Dots"/>
            </a:endParaRPr>
          </a:p>
        </p:txBody>
      </p:sp>
      <p:sp>
        <p:nvSpPr>
          <p:cNvPr id="71" name="TextBox 39"/>
          <p:cNvSpPr txBox="1"/>
          <p:nvPr/>
        </p:nvSpPr>
        <p:spPr>
          <a:xfrm>
            <a:off x="2764423" y="3136651"/>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ReAct Agent</a:t>
            </a:r>
            <a:endParaRPr lang="en-US" sz="2400" spc="80" dirty="0">
              <a:solidFill>
                <a:srgbClr val="EED3FF"/>
              </a:solidFill>
              <a:latin typeface="Zen Dots" panose="020B0604020202020204" charset="0"/>
              <a:ea typeface="Open Sauce"/>
              <a:cs typeface="Open Sauce"/>
              <a:sym typeface="Open Sauce"/>
            </a:endParaRPr>
          </a:p>
        </p:txBody>
      </p:sp>
      <p:sp>
        <p:nvSpPr>
          <p:cNvPr id="72" name="TextBox 39"/>
          <p:cNvSpPr txBox="1"/>
          <p:nvPr/>
        </p:nvSpPr>
        <p:spPr>
          <a:xfrm>
            <a:off x="2589324" y="4859747"/>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Tool use Agent</a:t>
            </a:r>
            <a:endParaRPr lang="en-US" sz="2400" spc="80" dirty="0">
              <a:solidFill>
                <a:srgbClr val="EED3FF"/>
              </a:solidFill>
              <a:latin typeface="Zen Dots" panose="020B0604020202020204" charset="0"/>
              <a:ea typeface="Open Sauce"/>
              <a:cs typeface="Open Sauce"/>
              <a:sym typeface="Open Sauce"/>
            </a:endParaRPr>
          </a:p>
        </p:txBody>
      </p:sp>
      <p:sp>
        <p:nvSpPr>
          <p:cNvPr id="73" name="TextBox 39"/>
          <p:cNvSpPr txBox="1"/>
          <p:nvPr/>
        </p:nvSpPr>
        <p:spPr>
          <a:xfrm>
            <a:off x="2589323" y="6554264"/>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Planner Agent</a:t>
            </a:r>
            <a:endParaRPr lang="en-US" sz="2400" spc="80" dirty="0">
              <a:solidFill>
                <a:srgbClr val="EED3FF"/>
              </a:solidFill>
              <a:latin typeface="Zen Dots" panose="020B0604020202020204" charset="0"/>
              <a:ea typeface="Open Sauce"/>
              <a:cs typeface="Open Sauce"/>
              <a:sym typeface="Open Sauce"/>
            </a:endParaRPr>
          </a:p>
        </p:txBody>
      </p:sp>
      <p:sp>
        <p:nvSpPr>
          <p:cNvPr id="74" name="TextBox 39"/>
          <p:cNvSpPr txBox="1"/>
          <p:nvPr/>
        </p:nvSpPr>
        <p:spPr>
          <a:xfrm>
            <a:off x="2904495" y="8483205"/>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Multi Agent</a:t>
            </a:r>
            <a:endParaRPr lang="en-US" sz="2400" spc="80" dirty="0">
              <a:solidFill>
                <a:srgbClr val="EED3FF"/>
              </a:solidFill>
              <a:latin typeface="Zen Dots" panose="020B0604020202020204" charset="0"/>
              <a:ea typeface="Open Sauce"/>
              <a:cs typeface="Open Sauce"/>
              <a:sym typeface="Open Sauce"/>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800" decel="100000"/>
                                        <p:tgtEl>
                                          <p:spTgt spid="38"/>
                                        </p:tgtEl>
                                      </p:cBhvr>
                                    </p:animEffect>
                                    <p:anim calcmode="lin" valueType="num">
                                      <p:cBhvr>
                                        <p:cTn id="8" dur="800" decel="100000" fill="hold"/>
                                        <p:tgtEl>
                                          <p:spTgt spid="38"/>
                                        </p:tgtEl>
                                        <p:attrNameLst>
                                          <p:attrName>style.rotation</p:attrName>
                                        </p:attrNameLst>
                                      </p:cBhvr>
                                      <p:tavLst>
                                        <p:tav tm="0">
                                          <p:val>
                                            <p:fltVal val="-90"/>
                                          </p:val>
                                        </p:tav>
                                        <p:tav tm="100000">
                                          <p:val>
                                            <p:fltVal val="0"/>
                                          </p:val>
                                        </p:tav>
                                      </p:tavLst>
                                    </p:anim>
                                    <p:anim calcmode="lin" valueType="num">
                                      <p:cBhvr>
                                        <p:cTn id="9" dur="800" decel="100000" fill="hold"/>
                                        <p:tgtEl>
                                          <p:spTgt spid="38"/>
                                        </p:tgtEl>
                                        <p:attrNameLst>
                                          <p:attrName>ppt_x</p:attrName>
                                        </p:attrNameLst>
                                      </p:cBhvr>
                                      <p:tavLst>
                                        <p:tav tm="0">
                                          <p:val>
                                            <p:strVal val="#ppt_x+0.4"/>
                                          </p:val>
                                        </p:tav>
                                        <p:tav tm="100000">
                                          <p:val>
                                            <p:strVal val="#ppt_x-0.05"/>
                                          </p:val>
                                        </p:tav>
                                      </p:tavLst>
                                    </p:anim>
                                    <p:anim calcmode="lin" valueType="num">
                                      <p:cBhvr>
                                        <p:cTn id="10" dur="800" decel="100000" fill="hold"/>
                                        <p:tgtEl>
                                          <p:spTgt spid="3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8"/>
                                        </p:tgtEl>
                                        <p:attrNameLst>
                                          <p:attrName>ppt_y</p:attrName>
                                        </p:attrNameLst>
                                      </p:cBhvr>
                                      <p:tavLst>
                                        <p:tav tm="0">
                                          <p:val>
                                            <p:strVal val="#ppt_y+0.1"/>
                                          </p:val>
                                        </p:tav>
                                        <p:tav tm="100000">
                                          <p:val>
                                            <p:strVal val="#ppt_y"/>
                                          </p:val>
                                        </p:tav>
                                      </p:tavLst>
                                    </p:anim>
                                  </p:childTnLst>
                                </p:cTn>
                              </p:par>
                              <p:par>
                                <p:cTn id="13" presetID="3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800" decel="100000"/>
                                        <p:tgtEl>
                                          <p:spTgt spid="21"/>
                                        </p:tgtEl>
                                      </p:cBhvr>
                                    </p:animEffect>
                                    <p:anim calcmode="lin" valueType="num">
                                      <p:cBhvr>
                                        <p:cTn id="16" dur="800" decel="100000" fill="hold"/>
                                        <p:tgtEl>
                                          <p:spTgt spid="21"/>
                                        </p:tgtEl>
                                        <p:attrNameLst>
                                          <p:attrName>style.rotation</p:attrName>
                                        </p:attrNameLst>
                                      </p:cBhvr>
                                      <p:tavLst>
                                        <p:tav tm="0">
                                          <p:val>
                                            <p:fltVal val="-90"/>
                                          </p:val>
                                        </p:tav>
                                        <p:tav tm="100000">
                                          <p:val>
                                            <p:fltVal val="0"/>
                                          </p:val>
                                        </p:tav>
                                      </p:tavLst>
                                    </p:anim>
                                    <p:anim calcmode="lin" valueType="num">
                                      <p:cBhvr>
                                        <p:cTn id="17" dur="800" decel="100000" fill="hold"/>
                                        <p:tgtEl>
                                          <p:spTgt spid="21"/>
                                        </p:tgtEl>
                                        <p:attrNameLst>
                                          <p:attrName>ppt_x</p:attrName>
                                        </p:attrNameLst>
                                      </p:cBhvr>
                                      <p:tavLst>
                                        <p:tav tm="0">
                                          <p:val>
                                            <p:strVal val="#ppt_x+0.4"/>
                                          </p:val>
                                        </p:tav>
                                        <p:tav tm="100000">
                                          <p:val>
                                            <p:strVal val="#ppt_x-0.05"/>
                                          </p:val>
                                        </p:tav>
                                      </p:tavLst>
                                    </p:anim>
                                    <p:anim calcmode="lin" valueType="num">
                                      <p:cBhvr>
                                        <p:cTn id="18" dur="800" decel="100000" fill="hold"/>
                                        <p:tgtEl>
                                          <p:spTgt spid="21"/>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21"/>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21"/>
                                        </p:tgtEl>
                                        <p:attrNameLst>
                                          <p:attrName>ppt_y</p:attrName>
                                        </p:attrNameLst>
                                      </p:cBhvr>
                                      <p:tavLst>
                                        <p:tav tm="0">
                                          <p:val>
                                            <p:strVal val="#ppt_y+0.1"/>
                                          </p:val>
                                        </p:tav>
                                        <p:tav tm="100000">
                                          <p:val>
                                            <p:strVal val="#ppt_y"/>
                                          </p:val>
                                        </p:tav>
                                      </p:tavLst>
                                    </p:anim>
                                  </p:childTnLst>
                                </p:cTn>
                              </p:par>
                              <p:par>
                                <p:cTn id="21" presetID="3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800" decel="100000"/>
                                        <p:tgtEl>
                                          <p:spTgt spid="18"/>
                                        </p:tgtEl>
                                      </p:cBhvr>
                                    </p:animEffect>
                                    <p:anim calcmode="lin" valueType="num">
                                      <p:cBhvr>
                                        <p:cTn id="24" dur="800" decel="100000" fill="hold"/>
                                        <p:tgtEl>
                                          <p:spTgt spid="18"/>
                                        </p:tgtEl>
                                        <p:attrNameLst>
                                          <p:attrName>style.rotation</p:attrName>
                                        </p:attrNameLst>
                                      </p:cBhvr>
                                      <p:tavLst>
                                        <p:tav tm="0">
                                          <p:val>
                                            <p:fltVal val="-90"/>
                                          </p:val>
                                        </p:tav>
                                        <p:tav tm="100000">
                                          <p:val>
                                            <p:fltVal val="0"/>
                                          </p:val>
                                        </p:tav>
                                      </p:tavLst>
                                    </p:anim>
                                    <p:anim calcmode="lin" valueType="num">
                                      <p:cBhvr>
                                        <p:cTn id="25" dur="800" decel="100000" fill="hold"/>
                                        <p:tgtEl>
                                          <p:spTgt spid="18"/>
                                        </p:tgtEl>
                                        <p:attrNameLst>
                                          <p:attrName>ppt_x</p:attrName>
                                        </p:attrNameLst>
                                      </p:cBhvr>
                                      <p:tavLst>
                                        <p:tav tm="0">
                                          <p:val>
                                            <p:strVal val="#ppt_x+0.4"/>
                                          </p:val>
                                        </p:tav>
                                        <p:tav tm="100000">
                                          <p:val>
                                            <p:strVal val="#ppt_x-0.05"/>
                                          </p:val>
                                        </p:tav>
                                      </p:tavLst>
                                    </p:anim>
                                    <p:anim calcmode="lin" valueType="num">
                                      <p:cBhvr>
                                        <p:cTn id="26" dur="800" decel="100000" fill="hold"/>
                                        <p:tgtEl>
                                          <p:spTgt spid="18"/>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p:cTn id="33" dur="500" fill="hold"/>
                                        <p:tgtEl>
                                          <p:spTgt spid="48"/>
                                        </p:tgtEl>
                                        <p:attrNameLst>
                                          <p:attrName>ppt_w</p:attrName>
                                        </p:attrNameLst>
                                      </p:cBhvr>
                                      <p:tavLst>
                                        <p:tav tm="0">
                                          <p:val>
                                            <p:fltVal val="0"/>
                                          </p:val>
                                        </p:tav>
                                        <p:tav tm="100000">
                                          <p:val>
                                            <p:strVal val="#ppt_w"/>
                                          </p:val>
                                        </p:tav>
                                      </p:tavLst>
                                    </p:anim>
                                    <p:anim calcmode="lin" valueType="num">
                                      <p:cBhvr>
                                        <p:cTn id="34" dur="500" fill="hold"/>
                                        <p:tgtEl>
                                          <p:spTgt spid="48"/>
                                        </p:tgtEl>
                                        <p:attrNameLst>
                                          <p:attrName>ppt_h</p:attrName>
                                        </p:attrNameLst>
                                      </p:cBhvr>
                                      <p:tavLst>
                                        <p:tav tm="0">
                                          <p:val>
                                            <p:fltVal val="0"/>
                                          </p:val>
                                        </p:tav>
                                        <p:tav tm="100000">
                                          <p:val>
                                            <p:strVal val="#ppt_h"/>
                                          </p:val>
                                        </p:tav>
                                      </p:tavLst>
                                    </p:anim>
                                    <p:animEffect transition="in" filter="fade">
                                      <p:cBhvr>
                                        <p:cTn id="35" dur="500"/>
                                        <p:tgtEl>
                                          <p:spTgt spid="48"/>
                                        </p:tgtEl>
                                      </p:cBhvr>
                                    </p:animEffect>
                                  </p:childTnLst>
                                </p:cTn>
                              </p:par>
                              <p:par>
                                <p:cTn id="36" presetID="30" presetClass="entr" presetSubtype="0" fill="hold" grpId="0" nodeType="with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800" decel="100000"/>
                                        <p:tgtEl>
                                          <p:spTgt spid="39"/>
                                        </p:tgtEl>
                                      </p:cBhvr>
                                    </p:animEffect>
                                    <p:anim calcmode="lin" valueType="num">
                                      <p:cBhvr>
                                        <p:cTn id="39" dur="800" decel="100000" fill="hold"/>
                                        <p:tgtEl>
                                          <p:spTgt spid="39"/>
                                        </p:tgtEl>
                                        <p:attrNameLst>
                                          <p:attrName>style.rotation</p:attrName>
                                        </p:attrNameLst>
                                      </p:cBhvr>
                                      <p:tavLst>
                                        <p:tav tm="0">
                                          <p:val>
                                            <p:fltVal val="-90"/>
                                          </p:val>
                                        </p:tav>
                                        <p:tav tm="100000">
                                          <p:val>
                                            <p:fltVal val="0"/>
                                          </p:val>
                                        </p:tav>
                                      </p:tavLst>
                                    </p:anim>
                                    <p:anim calcmode="lin" valueType="num">
                                      <p:cBhvr>
                                        <p:cTn id="40" dur="800" decel="100000" fill="hold"/>
                                        <p:tgtEl>
                                          <p:spTgt spid="39"/>
                                        </p:tgtEl>
                                        <p:attrNameLst>
                                          <p:attrName>ppt_x</p:attrName>
                                        </p:attrNameLst>
                                      </p:cBhvr>
                                      <p:tavLst>
                                        <p:tav tm="0">
                                          <p:val>
                                            <p:strVal val="#ppt_x+0.4"/>
                                          </p:val>
                                        </p:tav>
                                        <p:tav tm="100000">
                                          <p:val>
                                            <p:strVal val="#ppt_x-0.05"/>
                                          </p:val>
                                        </p:tav>
                                      </p:tavLst>
                                    </p:anim>
                                    <p:anim calcmode="lin" valueType="num">
                                      <p:cBhvr>
                                        <p:cTn id="41" dur="800" decel="100000" fill="hold"/>
                                        <p:tgtEl>
                                          <p:spTgt spid="39"/>
                                        </p:tgtEl>
                                        <p:attrNameLst>
                                          <p:attrName>ppt_y</p:attrName>
                                        </p:attrNameLst>
                                      </p:cBhvr>
                                      <p:tavLst>
                                        <p:tav tm="0">
                                          <p:val>
                                            <p:strVal val="#ppt_y-0.4"/>
                                          </p:val>
                                        </p:tav>
                                        <p:tav tm="100000">
                                          <p:val>
                                            <p:strVal val="#ppt_y+0.1"/>
                                          </p:val>
                                        </p:tav>
                                      </p:tavLst>
                                    </p:anim>
                                    <p:anim calcmode="lin" valueType="num">
                                      <p:cBhvr>
                                        <p:cTn id="42" dur="200" accel="100000" fill="hold">
                                          <p:stCondLst>
                                            <p:cond delay="800"/>
                                          </p:stCondLst>
                                        </p:cTn>
                                        <p:tgtEl>
                                          <p:spTgt spid="39"/>
                                        </p:tgtEl>
                                        <p:attrNameLst>
                                          <p:attrName>ppt_x</p:attrName>
                                        </p:attrNameLst>
                                      </p:cBhvr>
                                      <p:tavLst>
                                        <p:tav tm="0">
                                          <p:val>
                                            <p:strVal val="#ppt_x-0.05"/>
                                          </p:val>
                                        </p:tav>
                                        <p:tav tm="100000">
                                          <p:val>
                                            <p:strVal val="#ppt_x"/>
                                          </p:val>
                                        </p:tav>
                                      </p:tavLst>
                                    </p:anim>
                                    <p:anim calcmode="lin" valueType="num">
                                      <p:cBhvr>
                                        <p:cTn id="43" dur="200" accel="100000" fill="hold">
                                          <p:stCondLst>
                                            <p:cond delay="800"/>
                                          </p:stCondLst>
                                        </p:cTn>
                                        <p:tgtEl>
                                          <p:spTgt spid="39"/>
                                        </p:tgtEl>
                                        <p:attrNameLst>
                                          <p:attrName>ppt_y</p:attrName>
                                        </p:attrNameLst>
                                      </p:cBhvr>
                                      <p:tavLst>
                                        <p:tav tm="0">
                                          <p:val>
                                            <p:strVal val="#ppt_y+0.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7" presetClass="exit" presetSubtype="0" fill="hold" nodeType="clickEffect">
                                  <p:stCondLst>
                                    <p:cond delay="0"/>
                                  </p:stCondLst>
                                  <p:childTnLst>
                                    <p:animEffect transition="out" filter="fade">
                                      <p:cBhvr>
                                        <p:cTn id="47" dur="1000"/>
                                        <p:tgtEl>
                                          <p:spTgt spid="48"/>
                                        </p:tgtEl>
                                      </p:cBhvr>
                                    </p:animEffect>
                                    <p:anim calcmode="lin" valueType="num">
                                      <p:cBhvr>
                                        <p:cTn id="48" dur="1000"/>
                                        <p:tgtEl>
                                          <p:spTgt spid="48"/>
                                        </p:tgtEl>
                                        <p:attrNameLst>
                                          <p:attrName>ppt_x</p:attrName>
                                        </p:attrNameLst>
                                      </p:cBhvr>
                                      <p:tavLst>
                                        <p:tav tm="0">
                                          <p:val>
                                            <p:strVal val="ppt_x"/>
                                          </p:val>
                                        </p:tav>
                                        <p:tav tm="100000">
                                          <p:val>
                                            <p:strVal val="ppt_x"/>
                                          </p:val>
                                        </p:tav>
                                      </p:tavLst>
                                    </p:anim>
                                    <p:anim calcmode="lin" valueType="num">
                                      <p:cBhvr>
                                        <p:cTn id="49" dur="100" decel="100000"/>
                                        <p:tgtEl>
                                          <p:spTgt spid="48"/>
                                        </p:tgtEl>
                                        <p:attrNameLst>
                                          <p:attrName>ppt_y</p:attrName>
                                        </p:attrNameLst>
                                      </p:cBhvr>
                                      <p:tavLst>
                                        <p:tav tm="0">
                                          <p:val>
                                            <p:strVal val="ppt_y"/>
                                          </p:val>
                                        </p:tav>
                                        <p:tav tm="100000">
                                          <p:val>
                                            <p:strVal val="ppt_y-.03"/>
                                          </p:val>
                                        </p:tav>
                                      </p:tavLst>
                                    </p:anim>
                                    <p:anim calcmode="lin" valueType="num">
                                      <p:cBhvr>
                                        <p:cTn id="50" dur="900" accel="100000">
                                          <p:stCondLst>
                                            <p:cond delay="100"/>
                                          </p:stCondLst>
                                        </p:cTn>
                                        <p:tgtEl>
                                          <p:spTgt spid="48"/>
                                        </p:tgtEl>
                                        <p:attrNameLst>
                                          <p:attrName>ppt_y</p:attrName>
                                        </p:attrNameLst>
                                      </p:cBhvr>
                                      <p:tavLst>
                                        <p:tav tm="0">
                                          <p:val>
                                            <p:strVal val="ppt_y"/>
                                          </p:val>
                                        </p:tav>
                                        <p:tav tm="100000">
                                          <p:val>
                                            <p:strVal val="ppt_y+1"/>
                                          </p:val>
                                        </p:tav>
                                      </p:tavLst>
                                    </p:anim>
                                    <p:set>
                                      <p:cBhvr>
                                        <p:cTn id="51" dur="1" fill="hold">
                                          <p:stCondLst>
                                            <p:cond delay="999"/>
                                          </p:stCondLst>
                                        </p:cTn>
                                        <p:tgtEl>
                                          <p:spTgt spid="48"/>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0" presetClass="entr" presetSubtype="0"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800" decel="100000"/>
                                        <p:tgtEl>
                                          <p:spTgt spid="24"/>
                                        </p:tgtEl>
                                      </p:cBhvr>
                                    </p:animEffect>
                                    <p:anim calcmode="lin" valueType="num">
                                      <p:cBhvr>
                                        <p:cTn id="57" dur="800" decel="100000" fill="hold"/>
                                        <p:tgtEl>
                                          <p:spTgt spid="24"/>
                                        </p:tgtEl>
                                        <p:attrNameLst>
                                          <p:attrName>style.rotation</p:attrName>
                                        </p:attrNameLst>
                                      </p:cBhvr>
                                      <p:tavLst>
                                        <p:tav tm="0">
                                          <p:val>
                                            <p:fltVal val="-90"/>
                                          </p:val>
                                        </p:tav>
                                        <p:tav tm="100000">
                                          <p:val>
                                            <p:fltVal val="0"/>
                                          </p:val>
                                        </p:tav>
                                      </p:tavLst>
                                    </p:anim>
                                    <p:anim calcmode="lin" valueType="num">
                                      <p:cBhvr>
                                        <p:cTn id="58" dur="800" decel="100000" fill="hold"/>
                                        <p:tgtEl>
                                          <p:spTgt spid="24"/>
                                        </p:tgtEl>
                                        <p:attrNameLst>
                                          <p:attrName>ppt_x</p:attrName>
                                        </p:attrNameLst>
                                      </p:cBhvr>
                                      <p:tavLst>
                                        <p:tav tm="0">
                                          <p:val>
                                            <p:strVal val="#ppt_x+0.4"/>
                                          </p:val>
                                        </p:tav>
                                        <p:tav tm="100000">
                                          <p:val>
                                            <p:strVal val="#ppt_x-0.05"/>
                                          </p:val>
                                        </p:tav>
                                      </p:tavLst>
                                    </p:anim>
                                    <p:anim calcmode="lin" valueType="num">
                                      <p:cBhvr>
                                        <p:cTn id="59" dur="800" decel="100000" fill="hold"/>
                                        <p:tgtEl>
                                          <p:spTgt spid="24"/>
                                        </p:tgtEl>
                                        <p:attrNameLst>
                                          <p:attrName>ppt_y</p:attrName>
                                        </p:attrNameLst>
                                      </p:cBhvr>
                                      <p:tavLst>
                                        <p:tav tm="0">
                                          <p:val>
                                            <p:strVal val="#ppt_y-0.4"/>
                                          </p:val>
                                        </p:tav>
                                        <p:tav tm="100000">
                                          <p:val>
                                            <p:strVal val="#ppt_y+0.1"/>
                                          </p:val>
                                        </p:tav>
                                      </p:tavLst>
                                    </p:anim>
                                    <p:anim calcmode="lin" valueType="num">
                                      <p:cBhvr>
                                        <p:cTn id="60" dur="200" accel="100000" fill="hold">
                                          <p:stCondLst>
                                            <p:cond delay="800"/>
                                          </p:stCondLst>
                                        </p:cTn>
                                        <p:tgtEl>
                                          <p:spTgt spid="24"/>
                                        </p:tgtEl>
                                        <p:attrNameLst>
                                          <p:attrName>ppt_x</p:attrName>
                                        </p:attrNameLst>
                                      </p:cBhvr>
                                      <p:tavLst>
                                        <p:tav tm="0">
                                          <p:val>
                                            <p:strVal val="#ppt_x-0.05"/>
                                          </p:val>
                                        </p:tav>
                                        <p:tav tm="100000">
                                          <p:val>
                                            <p:strVal val="#ppt_x"/>
                                          </p:val>
                                        </p:tav>
                                      </p:tavLst>
                                    </p:anim>
                                    <p:anim calcmode="lin" valueType="num">
                                      <p:cBhvr>
                                        <p:cTn id="61" dur="200" accel="100000" fill="hold">
                                          <p:stCondLst>
                                            <p:cond delay="800"/>
                                          </p:stCondLst>
                                        </p:cTn>
                                        <p:tgtEl>
                                          <p:spTgt spid="24"/>
                                        </p:tgtEl>
                                        <p:attrNameLst>
                                          <p:attrName>ppt_y</p:attrName>
                                        </p:attrNameLst>
                                      </p:cBhvr>
                                      <p:tavLst>
                                        <p:tav tm="0">
                                          <p:val>
                                            <p:strVal val="#ppt_y+0.1"/>
                                          </p:val>
                                        </p:tav>
                                        <p:tav tm="100000">
                                          <p:val>
                                            <p:strVal val="#ppt_y"/>
                                          </p:val>
                                        </p:tav>
                                      </p:tavLst>
                                    </p:anim>
                                  </p:childTnLst>
                                </p:cTn>
                              </p:par>
                              <p:par>
                                <p:cTn id="62" presetID="30" presetClass="entr" presetSubtype="0" fill="hold" grpId="0"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800" decel="100000"/>
                                        <p:tgtEl>
                                          <p:spTgt spid="41"/>
                                        </p:tgtEl>
                                      </p:cBhvr>
                                    </p:animEffect>
                                    <p:anim calcmode="lin" valueType="num">
                                      <p:cBhvr>
                                        <p:cTn id="65" dur="800" decel="100000" fill="hold"/>
                                        <p:tgtEl>
                                          <p:spTgt spid="41"/>
                                        </p:tgtEl>
                                        <p:attrNameLst>
                                          <p:attrName>style.rotation</p:attrName>
                                        </p:attrNameLst>
                                      </p:cBhvr>
                                      <p:tavLst>
                                        <p:tav tm="0">
                                          <p:val>
                                            <p:fltVal val="-90"/>
                                          </p:val>
                                        </p:tav>
                                        <p:tav tm="100000">
                                          <p:val>
                                            <p:fltVal val="0"/>
                                          </p:val>
                                        </p:tav>
                                      </p:tavLst>
                                    </p:anim>
                                    <p:anim calcmode="lin" valueType="num">
                                      <p:cBhvr>
                                        <p:cTn id="66" dur="800" decel="100000" fill="hold"/>
                                        <p:tgtEl>
                                          <p:spTgt spid="41"/>
                                        </p:tgtEl>
                                        <p:attrNameLst>
                                          <p:attrName>ppt_x</p:attrName>
                                        </p:attrNameLst>
                                      </p:cBhvr>
                                      <p:tavLst>
                                        <p:tav tm="0">
                                          <p:val>
                                            <p:strVal val="#ppt_x+0.4"/>
                                          </p:val>
                                        </p:tav>
                                        <p:tav tm="100000">
                                          <p:val>
                                            <p:strVal val="#ppt_x-0.05"/>
                                          </p:val>
                                        </p:tav>
                                      </p:tavLst>
                                    </p:anim>
                                    <p:anim calcmode="lin" valueType="num">
                                      <p:cBhvr>
                                        <p:cTn id="67" dur="800" decel="100000" fill="hold"/>
                                        <p:tgtEl>
                                          <p:spTgt spid="41"/>
                                        </p:tgtEl>
                                        <p:attrNameLst>
                                          <p:attrName>ppt_y</p:attrName>
                                        </p:attrNameLst>
                                      </p:cBhvr>
                                      <p:tavLst>
                                        <p:tav tm="0">
                                          <p:val>
                                            <p:strVal val="#ppt_y-0.4"/>
                                          </p:val>
                                        </p:tav>
                                        <p:tav tm="100000">
                                          <p:val>
                                            <p:strVal val="#ppt_y+0.1"/>
                                          </p:val>
                                        </p:tav>
                                      </p:tavLst>
                                    </p:anim>
                                    <p:anim calcmode="lin" valueType="num">
                                      <p:cBhvr>
                                        <p:cTn id="68" dur="200" accel="100000" fill="hold">
                                          <p:stCondLst>
                                            <p:cond delay="800"/>
                                          </p:stCondLst>
                                        </p:cTn>
                                        <p:tgtEl>
                                          <p:spTgt spid="41"/>
                                        </p:tgtEl>
                                        <p:attrNameLst>
                                          <p:attrName>ppt_x</p:attrName>
                                        </p:attrNameLst>
                                      </p:cBhvr>
                                      <p:tavLst>
                                        <p:tav tm="0">
                                          <p:val>
                                            <p:strVal val="#ppt_x-0.05"/>
                                          </p:val>
                                        </p:tav>
                                        <p:tav tm="100000">
                                          <p:val>
                                            <p:strVal val="#ppt_x"/>
                                          </p:val>
                                        </p:tav>
                                      </p:tavLst>
                                    </p:anim>
                                    <p:anim calcmode="lin" valueType="num">
                                      <p:cBhvr>
                                        <p:cTn id="69" dur="200" accel="100000" fill="hold">
                                          <p:stCondLst>
                                            <p:cond delay="800"/>
                                          </p:stCondLst>
                                        </p:cTn>
                                        <p:tgtEl>
                                          <p:spTgt spid="41"/>
                                        </p:tgtEl>
                                        <p:attrNameLst>
                                          <p:attrName>ppt_y</p:attrName>
                                        </p:attrNameLst>
                                      </p:cBhvr>
                                      <p:tavLst>
                                        <p:tav tm="0">
                                          <p:val>
                                            <p:strVal val="#ppt_y+0.1"/>
                                          </p:val>
                                        </p:tav>
                                        <p:tav tm="100000">
                                          <p:val>
                                            <p:strVal val="#ppt_y"/>
                                          </p:val>
                                        </p:tav>
                                      </p:tavLst>
                                    </p:anim>
                                  </p:childTnLst>
                                </p:cTn>
                              </p:par>
                              <p:par>
                                <p:cTn id="70" presetID="30" presetClass="entr" presetSubtype="0" fill="hold"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800" decel="100000"/>
                                        <p:tgtEl>
                                          <p:spTgt spid="49"/>
                                        </p:tgtEl>
                                      </p:cBhvr>
                                    </p:animEffect>
                                    <p:anim calcmode="lin" valueType="num">
                                      <p:cBhvr>
                                        <p:cTn id="73" dur="800" decel="100000" fill="hold"/>
                                        <p:tgtEl>
                                          <p:spTgt spid="49"/>
                                        </p:tgtEl>
                                        <p:attrNameLst>
                                          <p:attrName>style.rotation</p:attrName>
                                        </p:attrNameLst>
                                      </p:cBhvr>
                                      <p:tavLst>
                                        <p:tav tm="0">
                                          <p:val>
                                            <p:fltVal val="-90"/>
                                          </p:val>
                                        </p:tav>
                                        <p:tav tm="100000">
                                          <p:val>
                                            <p:fltVal val="0"/>
                                          </p:val>
                                        </p:tav>
                                      </p:tavLst>
                                    </p:anim>
                                    <p:anim calcmode="lin" valueType="num">
                                      <p:cBhvr>
                                        <p:cTn id="74" dur="800" decel="100000" fill="hold"/>
                                        <p:tgtEl>
                                          <p:spTgt spid="49"/>
                                        </p:tgtEl>
                                        <p:attrNameLst>
                                          <p:attrName>ppt_x</p:attrName>
                                        </p:attrNameLst>
                                      </p:cBhvr>
                                      <p:tavLst>
                                        <p:tav tm="0">
                                          <p:val>
                                            <p:strVal val="#ppt_x+0.4"/>
                                          </p:val>
                                        </p:tav>
                                        <p:tav tm="100000">
                                          <p:val>
                                            <p:strVal val="#ppt_x-0.05"/>
                                          </p:val>
                                        </p:tav>
                                      </p:tavLst>
                                    </p:anim>
                                    <p:anim calcmode="lin" valueType="num">
                                      <p:cBhvr>
                                        <p:cTn id="75" dur="800" decel="100000" fill="hold"/>
                                        <p:tgtEl>
                                          <p:spTgt spid="49"/>
                                        </p:tgtEl>
                                        <p:attrNameLst>
                                          <p:attrName>ppt_y</p:attrName>
                                        </p:attrNameLst>
                                      </p:cBhvr>
                                      <p:tavLst>
                                        <p:tav tm="0">
                                          <p:val>
                                            <p:strVal val="#ppt_y-0.4"/>
                                          </p:val>
                                        </p:tav>
                                        <p:tav tm="100000">
                                          <p:val>
                                            <p:strVal val="#ppt_y+0.1"/>
                                          </p:val>
                                        </p:tav>
                                      </p:tavLst>
                                    </p:anim>
                                    <p:anim calcmode="lin" valueType="num">
                                      <p:cBhvr>
                                        <p:cTn id="76" dur="200" accel="100000" fill="hold">
                                          <p:stCondLst>
                                            <p:cond delay="800"/>
                                          </p:stCondLst>
                                        </p:cTn>
                                        <p:tgtEl>
                                          <p:spTgt spid="49"/>
                                        </p:tgtEl>
                                        <p:attrNameLst>
                                          <p:attrName>ppt_x</p:attrName>
                                        </p:attrNameLst>
                                      </p:cBhvr>
                                      <p:tavLst>
                                        <p:tav tm="0">
                                          <p:val>
                                            <p:strVal val="#ppt_x-0.05"/>
                                          </p:val>
                                        </p:tav>
                                        <p:tav tm="100000">
                                          <p:val>
                                            <p:strVal val="#ppt_x"/>
                                          </p:val>
                                        </p:tav>
                                      </p:tavLst>
                                    </p:anim>
                                    <p:anim calcmode="lin" valueType="num">
                                      <p:cBhvr>
                                        <p:cTn id="77" dur="200" accel="100000" fill="hold">
                                          <p:stCondLst>
                                            <p:cond delay="800"/>
                                          </p:stCondLst>
                                        </p:cTn>
                                        <p:tgtEl>
                                          <p:spTgt spid="49"/>
                                        </p:tgtEl>
                                        <p:attrNameLst>
                                          <p:attrName>ppt_y</p:attrName>
                                        </p:attrNameLst>
                                      </p:cBhvr>
                                      <p:tavLst>
                                        <p:tav tm="0">
                                          <p:val>
                                            <p:strVal val="#ppt_y+0.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30" presetClass="entr" presetSubtype="0" fill="hold" nodeType="clickEffect">
                                  <p:stCondLst>
                                    <p:cond delay="0"/>
                                  </p:stCondLst>
                                  <p:childTnLst>
                                    <p:set>
                                      <p:cBhvr>
                                        <p:cTn id="81" dur="1" fill="hold">
                                          <p:stCondLst>
                                            <p:cond delay="0"/>
                                          </p:stCondLst>
                                        </p:cTn>
                                        <p:tgtEl>
                                          <p:spTgt spid="75"/>
                                        </p:tgtEl>
                                        <p:attrNameLst>
                                          <p:attrName>style.visibility</p:attrName>
                                        </p:attrNameLst>
                                      </p:cBhvr>
                                      <p:to>
                                        <p:strVal val="visible"/>
                                      </p:to>
                                    </p:set>
                                    <p:animEffect transition="in" filter="fade">
                                      <p:cBhvr>
                                        <p:cTn id="82" dur="800" decel="100000"/>
                                        <p:tgtEl>
                                          <p:spTgt spid="75"/>
                                        </p:tgtEl>
                                      </p:cBhvr>
                                    </p:animEffect>
                                    <p:anim calcmode="lin" valueType="num">
                                      <p:cBhvr>
                                        <p:cTn id="83" dur="800" decel="100000" fill="hold"/>
                                        <p:tgtEl>
                                          <p:spTgt spid="75"/>
                                        </p:tgtEl>
                                        <p:attrNameLst>
                                          <p:attrName>style.rotation</p:attrName>
                                        </p:attrNameLst>
                                      </p:cBhvr>
                                      <p:tavLst>
                                        <p:tav tm="0">
                                          <p:val>
                                            <p:fltVal val="-90"/>
                                          </p:val>
                                        </p:tav>
                                        <p:tav tm="100000">
                                          <p:val>
                                            <p:fltVal val="0"/>
                                          </p:val>
                                        </p:tav>
                                      </p:tavLst>
                                    </p:anim>
                                    <p:anim calcmode="lin" valueType="num">
                                      <p:cBhvr>
                                        <p:cTn id="84" dur="800" decel="100000" fill="hold"/>
                                        <p:tgtEl>
                                          <p:spTgt spid="75"/>
                                        </p:tgtEl>
                                        <p:attrNameLst>
                                          <p:attrName>ppt_x</p:attrName>
                                        </p:attrNameLst>
                                      </p:cBhvr>
                                      <p:tavLst>
                                        <p:tav tm="0">
                                          <p:val>
                                            <p:strVal val="#ppt_x+0.4"/>
                                          </p:val>
                                        </p:tav>
                                        <p:tav tm="100000">
                                          <p:val>
                                            <p:strVal val="#ppt_x-0.05"/>
                                          </p:val>
                                        </p:tav>
                                      </p:tavLst>
                                    </p:anim>
                                    <p:anim calcmode="lin" valueType="num">
                                      <p:cBhvr>
                                        <p:cTn id="85" dur="800" decel="100000" fill="hold"/>
                                        <p:tgtEl>
                                          <p:spTgt spid="75"/>
                                        </p:tgtEl>
                                        <p:attrNameLst>
                                          <p:attrName>ppt_y</p:attrName>
                                        </p:attrNameLst>
                                      </p:cBhvr>
                                      <p:tavLst>
                                        <p:tav tm="0">
                                          <p:val>
                                            <p:strVal val="#ppt_y-0.4"/>
                                          </p:val>
                                        </p:tav>
                                        <p:tav tm="100000">
                                          <p:val>
                                            <p:strVal val="#ppt_y+0.1"/>
                                          </p:val>
                                        </p:tav>
                                      </p:tavLst>
                                    </p:anim>
                                    <p:anim calcmode="lin" valueType="num">
                                      <p:cBhvr>
                                        <p:cTn id="86" dur="200" accel="100000" fill="hold">
                                          <p:stCondLst>
                                            <p:cond delay="800"/>
                                          </p:stCondLst>
                                        </p:cTn>
                                        <p:tgtEl>
                                          <p:spTgt spid="75"/>
                                        </p:tgtEl>
                                        <p:attrNameLst>
                                          <p:attrName>ppt_x</p:attrName>
                                        </p:attrNameLst>
                                      </p:cBhvr>
                                      <p:tavLst>
                                        <p:tav tm="0">
                                          <p:val>
                                            <p:strVal val="#ppt_x-0.05"/>
                                          </p:val>
                                        </p:tav>
                                        <p:tav tm="100000">
                                          <p:val>
                                            <p:strVal val="#ppt_x"/>
                                          </p:val>
                                        </p:tav>
                                      </p:tavLst>
                                    </p:anim>
                                    <p:anim calcmode="lin" valueType="num">
                                      <p:cBhvr>
                                        <p:cTn id="87" dur="200" accel="100000" fill="hold">
                                          <p:stCondLst>
                                            <p:cond delay="800"/>
                                          </p:stCondLst>
                                        </p:cTn>
                                        <p:tgtEl>
                                          <p:spTgt spid="75"/>
                                        </p:tgtEl>
                                        <p:attrNameLst>
                                          <p:attrName>ppt_y</p:attrName>
                                        </p:attrNameLst>
                                      </p:cBhvr>
                                      <p:tavLst>
                                        <p:tav tm="0">
                                          <p:val>
                                            <p:strVal val="#ppt_y+0.1"/>
                                          </p:val>
                                        </p:tav>
                                        <p:tav tm="100000">
                                          <p:val>
                                            <p:strVal val="#ppt_y"/>
                                          </p:val>
                                        </p:tav>
                                      </p:tavLst>
                                    </p:anim>
                                  </p:childTnLst>
                                </p:cTn>
                              </p:par>
                              <p:par>
                                <p:cTn id="88" presetID="30" presetClass="entr" presetSubtype="0" fill="hold" grpId="0" nodeType="withEffect">
                                  <p:stCondLst>
                                    <p:cond delay="0"/>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800" decel="100000"/>
                                        <p:tgtEl>
                                          <p:spTgt spid="71"/>
                                        </p:tgtEl>
                                      </p:cBhvr>
                                    </p:animEffect>
                                    <p:anim calcmode="lin" valueType="num">
                                      <p:cBhvr>
                                        <p:cTn id="91" dur="800" decel="100000" fill="hold"/>
                                        <p:tgtEl>
                                          <p:spTgt spid="71"/>
                                        </p:tgtEl>
                                        <p:attrNameLst>
                                          <p:attrName>style.rotation</p:attrName>
                                        </p:attrNameLst>
                                      </p:cBhvr>
                                      <p:tavLst>
                                        <p:tav tm="0">
                                          <p:val>
                                            <p:fltVal val="-90"/>
                                          </p:val>
                                        </p:tav>
                                        <p:tav tm="100000">
                                          <p:val>
                                            <p:fltVal val="0"/>
                                          </p:val>
                                        </p:tav>
                                      </p:tavLst>
                                    </p:anim>
                                    <p:anim calcmode="lin" valueType="num">
                                      <p:cBhvr>
                                        <p:cTn id="92" dur="800" decel="100000" fill="hold"/>
                                        <p:tgtEl>
                                          <p:spTgt spid="71"/>
                                        </p:tgtEl>
                                        <p:attrNameLst>
                                          <p:attrName>ppt_x</p:attrName>
                                        </p:attrNameLst>
                                      </p:cBhvr>
                                      <p:tavLst>
                                        <p:tav tm="0">
                                          <p:val>
                                            <p:strVal val="#ppt_x+0.4"/>
                                          </p:val>
                                        </p:tav>
                                        <p:tav tm="100000">
                                          <p:val>
                                            <p:strVal val="#ppt_x-0.05"/>
                                          </p:val>
                                        </p:tav>
                                      </p:tavLst>
                                    </p:anim>
                                    <p:anim calcmode="lin" valueType="num">
                                      <p:cBhvr>
                                        <p:cTn id="93" dur="800" decel="100000" fill="hold"/>
                                        <p:tgtEl>
                                          <p:spTgt spid="71"/>
                                        </p:tgtEl>
                                        <p:attrNameLst>
                                          <p:attrName>ppt_y</p:attrName>
                                        </p:attrNameLst>
                                      </p:cBhvr>
                                      <p:tavLst>
                                        <p:tav tm="0">
                                          <p:val>
                                            <p:strVal val="#ppt_y-0.4"/>
                                          </p:val>
                                        </p:tav>
                                        <p:tav tm="100000">
                                          <p:val>
                                            <p:strVal val="#ppt_y+0.1"/>
                                          </p:val>
                                        </p:tav>
                                      </p:tavLst>
                                    </p:anim>
                                    <p:anim calcmode="lin" valueType="num">
                                      <p:cBhvr>
                                        <p:cTn id="94" dur="200" accel="100000" fill="hold">
                                          <p:stCondLst>
                                            <p:cond delay="800"/>
                                          </p:stCondLst>
                                        </p:cTn>
                                        <p:tgtEl>
                                          <p:spTgt spid="71"/>
                                        </p:tgtEl>
                                        <p:attrNameLst>
                                          <p:attrName>ppt_x</p:attrName>
                                        </p:attrNameLst>
                                      </p:cBhvr>
                                      <p:tavLst>
                                        <p:tav tm="0">
                                          <p:val>
                                            <p:strVal val="#ppt_x-0.05"/>
                                          </p:val>
                                        </p:tav>
                                        <p:tav tm="100000">
                                          <p:val>
                                            <p:strVal val="#ppt_x"/>
                                          </p:val>
                                        </p:tav>
                                      </p:tavLst>
                                    </p:anim>
                                    <p:anim calcmode="lin" valueType="num">
                                      <p:cBhvr>
                                        <p:cTn id="95" dur="200" accel="100000" fill="hold">
                                          <p:stCondLst>
                                            <p:cond delay="800"/>
                                          </p:stCondLst>
                                        </p:cTn>
                                        <p:tgtEl>
                                          <p:spTgt spid="71"/>
                                        </p:tgtEl>
                                        <p:attrNameLst>
                                          <p:attrName>ppt_y</p:attrName>
                                        </p:attrNameLst>
                                      </p:cBhvr>
                                      <p:tavLst>
                                        <p:tav tm="0">
                                          <p:val>
                                            <p:strVal val="#ppt_y+0.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37" presetClass="exit" presetSubtype="0" fill="hold" nodeType="clickEffect">
                                  <p:stCondLst>
                                    <p:cond delay="0"/>
                                  </p:stCondLst>
                                  <p:childTnLst>
                                    <p:animEffect transition="out" filter="fade">
                                      <p:cBhvr>
                                        <p:cTn id="99" dur="1000"/>
                                        <p:tgtEl>
                                          <p:spTgt spid="75"/>
                                        </p:tgtEl>
                                      </p:cBhvr>
                                    </p:animEffect>
                                    <p:anim calcmode="lin" valueType="num">
                                      <p:cBhvr>
                                        <p:cTn id="100" dur="1000"/>
                                        <p:tgtEl>
                                          <p:spTgt spid="75"/>
                                        </p:tgtEl>
                                        <p:attrNameLst>
                                          <p:attrName>ppt_x</p:attrName>
                                        </p:attrNameLst>
                                      </p:cBhvr>
                                      <p:tavLst>
                                        <p:tav tm="0">
                                          <p:val>
                                            <p:strVal val="ppt_x"/>
                                          </p:val>
                                        </p:tav>
                                        <p:tav tm="100000">
                                          <p:val>
                                            <p:strVal val="ppt_x"/>
                                          </p:val>
                                        </p:tav>
                                      </p:tavLst>
                                    </p:anim>
                                    <p:anim calcmode="lin" valueType="num">
                                      <p:cBhvr>
                                        <p:cTn id="101" dur="100" decel="100000"/>
                                        <p:tgtEl>
                                          <p:spTgt spid="75"/>
                                        </p:tgtEl>
                                        <p:attrNameLst>
                                          <p:attrName>ppt_y</p:attrName>
                                        </p:attrNameLst>
                                      </p:cBhvr>
                                      <p:tavLst>
                                        <p:tav tm="0">
                                          <p:val>
                                            <p:strVal val="ppt_y"/>
                                          </p:val>
                                        </p:tav>
                                        <p:tav tm="100000">
                                          <p:val>
                                            <p:strVal val="ppt_y-.03"/>
                                          </p:val>
                                        </p:tav>
                                      </p:tavLst>
                                    </p:anim>
                                    <p:anim calcmode="lin" valueType="num">
                                      <p:cBhvr>
                                        <p:cTn id="102" dur="900" accel="100000">
                                          <p:stCondLst>
                                            <p:cond delay="100"/>
                                          </p:stCondLst>
                                        </p:cTn>
                                        <p:tgtEl>
                                          <p:spTgt spid="75"/>
                                        </p:tgtEl>
                                        <p:attrNameLst>
                                          <p:attrName>ppt_y</p:attrName>
                                        </p:attrNameLst>
                                      </p:cBhvr>
                                      <p:tavLst>
                                        <p:tav tm="0">
                                          <p:val>
                                            <p:strVal val="ppt_y"/>
                                          </p:val>
                                        </p:tav>
                                        <p:tav tm="100000">
                                          <p:val>
                                            <p:strVal val="ppt_y+1"/>
                                          </p:val>
                                        </p:tav>
                                      </p:tavLst>
                                    </p:anim>
                                    <p:set>
                                      <p:cBhvr>
                                        <p:cTn id="103" dur="1" fill="hold">
                                          <p:stCondLst>
                                            <p:cond delay="999"/>
                                          </p:stCondLst>
                                        </p:cTn>
                                        <p:tgtEl>
                                          <p:spTgt spid="75"/>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30" presetClass="entr" presetSubtype="0" fill="hold" nodeType="click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fade">
                                      <p:cBhvr>
                                        <p:cTn id="108" dur="800" decel="100000"/>
                                        <p:tgtEl>
                                          <p:spTgt spid="61"/>
                                        </p:tgtEl>
                                      </p:cBhvr>
                                    </p:animEffect>
                                    <p:anim calcmode="lin" valueType="num">
                                      <p:cBhvr>
                                        <p:cTn id="109" dur="800" decel="100000" fill="hold"/>
                                        <p:tgtEl>
                                          <p:spTgt spid="61"/>
                                        </p:tgtEl>
                                        <p:attrNameLst>
                                          <p:attrName>style.rotation</p:attrName>
                                        </p:attrNameLst>
                                      </p:cBhvr>
                                      <p:tavLst>
                                        <p:tav tm="0">
                                          <p:val>
                                            <p:fltVal val="-90"/>
                                          </p:val>
                                        </p:tav>
                                        <p:tav tm="100000">
                                          <p:val>
                                            <p:fltVal val="0"/>
                                          </p:val>
                                        </p:tav>
                                      </p:tavLst>
                                    </p:anim>
                                    <p:anim calcmode="lin" valueType="num">
                                      <p:cBhvr>
                                        <p:cTn id="110" dur="800" decel="100000" fill="hold"/>
                                        <p:tgtEl>
                                          <p:spTgt spid="61"/>
                                        </p:tgtEl>
                                        <p:attrNameLst>
                                          <p:attrName>ppt_x</p:attrName>
                                        </p:attrNameLst>
                                      </p:cBhvr>
                                      <p:tavLst>
                                        <p:tav tm="0">
                                          <p:val>
                                            <p:strVal val="#ppt_x+0.4"/>
                                          </p:val>
                                        </p:tav>
                                        <p:tav tm="100000">
                                          <p:val>
                                            <p:strVal val="#ppt_x-0.05"/>
                                          </p:val>
                                        </p:tav>
                                      </p:tavLst>
                                    </p:anim>
                                    <p:anim calcmode="lin" valueType="num">
                                      <p:cBhvr>
                                        <p:cTn id="111" dur="800" decel="100000" fill="hold"/>
                                        <p:tgtEl>
                                          <p:spTgt spid="61"/>
                                        </p:tgtEl>
                                        <p:attrNameLst>
                                          <p:attrName>ppt_y</p:attrName>
                                        </p:attrNameLst>
                                      </p:cBhvr>
                                      <p:tavLst>
                                        <p:tav tm="0">
                                          <p:val>
                                            <p:strVal val="#ppt_y-0.4"/>
                                          </p:val>
                                        </p:tav>
                                        <p:tav tm="100000">
                                          <p:val>
                                            <p:strVal val="#ppt_y+0.1"/>
                                          </p:val>
                                        </p:tav>
                                      </p:tavLst>
                                    </p:anim>
                                    <p:anim calcmode="lin" valueType="num">
                                      <p:cBhvr>
                                        <p:cTn id="112" dur="200" accel="100000" fill="hold">
                                          <p:stCondLst>
                                            <p:cond delay="800"/>
                                          </p:stCondLst>
                                        </p:cTn>
                                        <p:tgtEl>
                                          <p:spTgt spid="61"/>
                                        </p:tgtEl>
                                        <p:attrNameLst>
                                          <p:attrName>ppt_x</p:attrName>
                                        </p:attrNameLst>
                                      </p:cBhvr>
                                      <p:tavLst>
                                        <p:tav tm="0">
                                          <p:val>
                                            <p:strVal val="#ppt_x-0.05"/>
                                          </p:val>
                                        </p:tav>
                                        <p:tav tm="100000">
                                          <p:val>
                                            <p:strVal val="#ppt_x"/>
                                          </p:val>
                                        </p:tav>
                                      </p:tavLst>
                                    </p:anim>
                                    <p:anim calcmode="lin" valueType="num">
                                      <p:cBhvr>
                                        <p:cTn id="113" dur="200" accel="100000" fill="hold">
                                          <p:stCondLst>
                                            <p:cond delay="800"/>
                                          </p:stCondLst>
                                        </p:cTn>
                                        <p:tgtEl>
                                          <p:spTgt spid="61"/>
                                        </p:tgtEl>
                                        <p:attrNameLst>
                                          <p:attrName>ppt_y</p:attrName>
                                        </p:attrNameLst>
                                      </p:cBhvr>
                                      <p:tavLst>
                                        <p:tav tm="0">
                                          <p:val>
                                            <p:strVal val="#ppt_y+0.1"/>
                                          </p:val>
                                        </p:tav>
                                        <p:tav tm="100000">
                                          <p:val>
                                            <p:strVal val="#ppt_y"/>
                                          </p:val>
                                        </p:tav>
                                      </p:tavLst>
                                    </p:anim>
                                  </p:childTnLst>
                                </p:cTn>
                              </p:par>
                              <p:par>
                                <p:cTn id="114" presetID="3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800" decel="100000"/>
                                        <p:tgtEl>
                                          <p:spTgt spid="42"/>
                                        </p:tgtEl>
                                      </p:cBhvr>
                                    </p:animEffect>
                                    <p:anim calcmode="lin" valueType="num">
                                      <p:cBhvr>
                                        <p:cTn id="117" dur="800" decel="100000" fill="hold"/>
                                        <p:tgtEl>
                                          <p:spTgt spid="42"/>
                                        </p:tgtEl>
                                        <p:attrNameLst>
                                          <p:attrName>style.rotation</p:attrName>
                                        </p:attrNameLst>
                                      </p:cBhvr>
                                      <p:tavLst>
                                        <p:tav tm="0">
                                          <p:val>
                                            <p:fltVal val="-90"/>
                                          </p:val>
                                        </p:tav>
                                        <p:tav tm="100000">
                                          <p:val>
                                            <p:fltVal val="0"/>
                                          </p:val>
                                        </p:tav>
                                      </p:tavLst>
                                    </p:anim>
                                    <p:anim calcmode="lin" valueType="num">
                                      <p:cBhvr>
                                        <p:cTn id="118" dur="800" decel="100000" fill="hold"/>
                                        <p:tgtEl>
                                          <p:spTgt spid="42"/>
                                        </p:tgtEl>
                                        <p:attrNameLst>
                                          <p:attrName>ppt_x</p:attrName>
                                        </p:attrNameLst>
                                      </p:cBhvr>
                                      <p:tavLst>
                                        <p:tav tm="0">
                                          <p:val>
                                            <p:strVal val="#ppt_x+0.4"/>
                                          </p:val>
                                        </p:tav>
                                        <p:tav tm="100000">
                                          <p:val>
                                            <p:strVal val="#ppt_x-0.05"/>
                                          </p:val>
                                        </p:tav>
                                      </p:tavLst>
                                    </p:anim>
                                    <p:anim calcmode="lin" valueType="num">
                                      <p:cBhvr>
                                        <p:cTn id="119" dur="800" decel="100000" fill="hold"/>
                                        <p:tgtEl>
                                          <p:spTgt spid="42"/>
                                        </p:tgtEl>
                                        <p:attrNameLst>
                                          <p:attrName>ppt_y</p:attrName>
                                        </p:attrNameLst>
                                      </p:cBhvr>
                                      <p:tavLst>
                                        <p:tav tm="0">
                                          <p:val>
                                            <p:strVal val="#ppt_y-0.4"/>
                                          </p:val>
                                        </p:tav>
                                        <p:tav tm="100000">
                                          <p:val>
                                            <p:strVal val="#ppt_y+0.1"/>
                                          </p:val>
                                        </p:tav>
                                      </p:tavLst>
                                    </p:anim>
                                    <p:anim calcmode="lin" valueType="num">
                                      <p:cBhvr>
                                        <p:cTn id="120" dur="200" accel="100000" fill="hold">
                                          <p:stCondLst>
                                            <p:cond delay="800"/>
                                          </p:stCondLst>
                                        </p:cTn>
                                        <p:tgtEl>
                                          <p:spTgt spid="42"/>
                                        </p:tgtEl>
                                        <p:attrNameLst>
                                          <p:attrName>ppt_x</p:attrName>
                                        </p:attrNameLst>
                                      </p:cBhvr>
                                      <p:tavLst>
                                        <p:tav tm="0">
                                          <p:val>
                                            <p:strVal val="#ppt_x-0.05"/>
                                          </p:val>
                                        </p:tav>
                                        <p:tav tm="100000">
                                          <p:val>
                                            <p:strVal val="#ppt_x"/>
                                          </p:val>
                                        </p:tav>
                                      </p:tavLst>
                                    </p:anim>
                                    <p:anim calcmode="lin" valueType="num">
                                      <p:cBhvr>
                                        <p:cTn id="121" dur="200" accel="100000" fill="hold">
                                          <p:stCondLst>
                                            <p:cond delay="800"/>
                                          </p:stCondLst>
                                        </p:cTn>
                                        <p:tgtEl>
                                          <p:spTgt spid="42"/>
                                        </p:tgtEl>
                                        <p:attrNameLst>
                                          <p:attrName>ppt_y</p:attrName>
                                        </p:attrNameLst>
                                      </p:cBhvr>
                                      <p:tavLst>
                                        <p:tav tm="0">
                                          <p:val>
                                            <p:strVal val="#ppt_y+0.1"/>
                                          </p:val>
                                        </p:tav>
                                        <p:tav tm="100000">
                                          <p:val>
                                            <p:strVal val="#ppt_y"/>
                                          </p:val>
                                        </p:tav>
                                      </p:tavLst>
                                    </p:anim>
                                  </p:childTnLst>
                                </p:cTn>
                              </p:par>
                              <p:par>
                                <p:cTn id="122" presetID="30" presetClass="entr" presetSubtype="0" fill="hold" nodeType="with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800" decel="100000"/>
                                        <p:tgtEl>
                                          <p:spTgt spid="52"/>
                                        </p:tgtEl>
                                      </p:cBhvr>
                                    </p:animEffect>
                                    <p:anim calcmode="lin" valueType="num">
                                      <p:cBhvr>
                                        <p:cTn id="125" dur="800" decel="100000" fill="hold"/>
                                        <p:tgtEl>
                                          <p:spTgt spid="52"/>
                                        </p:tgtEl>
                                        <p:attrNameLst>
                                          <p:attrName>style.rotation</p:attrName>
                                        </p:attrNameLst>
                                      </p:cBhvr>
                                      <p:tavLst>
                                        <p:tav tm="0">
                                          <p:val>
                                            <p:fltVal val="-90"/>
                                          </p:val>
                                        </p:tav>
                                        <p:tav tm="100000">
                                          <p:val>
                                            <p:fltVal val="0"/>
                                          </p:val>
                                        </p:tav>
                                      </p:tavLst>
                                    </p:anim>
                                    <p:anim calcmode="lin" valueType="num">
                                      <p:cBhvr>
                                        <p:cTn id="126" dur="800" decel="100000" fill="hold"/>
                                        <p:tgtEl>
                                          <p:spTgt spid="52"/>
                                        </p:tgtEl>
                                        <p:attrNameLst>
                                          <p:attrName>ppt_x</p:attrName>
                                        </p:attrNameLst>
                                      </p:cBhvr>
                                      <p:tavLst>
                                        <p:tav tm="0">
                                          <p:val>
                                            <p:strVal val="#ppt_x+0.4"/>
                                          </p:val>
                                        </p:tav>
                                        <p:tav tm="100000">
                                          <p:val>
                                            <p:strVal val="#ppt_x-0.05"/>
                                          </p:val>
                                        </p:tav>
                                      </p:tavLst>
                                    </p:anim>
                                    <p:anim calcmode="lin" valueType="num">
                                      <p:cBhvr>
                                        <p:cTn id="127" dur="800" decel="100000" fill="hold"/>
                                        <p:tgtEl>
                                          <p:spTgt spid="52"/>
                                        </p:tgtEl>
                                        <p:attrNameLst>
                                          <p:attrName>ppt_y</p:attrName>
                                        </p:attrNameLst>
                                      </p:cBhvr>
                                      <p:tavLst>
                                        <p:tav tm="0">
                                          <p:val>
                                            <p:strVal val="#ppt_y-0.4"/>
                                          </p:val>
                                        </p:tav>
                                        <p:tav tm="100000">
                                          <p:val>
                                            <p:strVal val="#ppt_y+0.1"/>
                                          </p:val>
                                        </p:tav>
                                      </p:tavLst>
                                    </p:anim>
                                    <p:anim calcmode="lin" valueType="num">
                                      <p:cBhvr>
                                        <p:cTn id="128" dur="200" accel="100000" fill="hold">
                                          <p:stCondLst>
                                            <p:cond delay="800"/>
                                          </p:stCondLst>
                                        </p:cTn>
                                        <p:tgtEl>
                                          <p:spTgt spid="52"/>
                                        </p:tgtEl>
                                        <p:attrNameLst>
                                          <p:attrName>ppt_x</p:attrName>
                                        </p:attrNameLst>
                                      </p:cBhvr>
                                      <p:tavLst>
                                        <p:tav tm="0">
                                          <p:val>
                                            <p:strVal val="#ppt_x-0.05"/>
                                          </p:val>
                                        </p:tav>
                                        <p:tav tm="100000">
                                          <p:val>
                                            <p:strVal val="#ppt_x"/>
                                          </p:val>
                                        </p:tav>
                                      </p:tavLst>
                                    </p:anim>
                                    <p:anim calcmode="lin" valueType="num">
                                      <p:cBhvr>
                                        <p:cTn id="129" dur="200" accel="100000" fill="hold">
                                          <p:stCondLst>
                                            <p:cond delay="800"/>
                                          </p:stCondLst>
                                        </p:cTn>
                                        <p:tgtEl>
                                          <p:spTgt spid="52"/>
                                        </p:tgtEl>
                                        <p:attrNameLst>
                                          <p:attrName>ppt_y</p:attrName>
                                        </p:attrNameLst>
                                      </p:cBhvr>
                                      <p:tavLst>
                                        <p:tav tm="0">
                                          <p:val>
                                            <p:strVal val="#ppt_y+0.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30" presetClass="entr" presetSubtype="0" fill="hold" grpId="0" nodeType="clickEffect">
                                  <p:stCondLst>
                                    <p:cond delay="0"/>
                                  </p:stCondLst>
                                  <p:childTnLst>
                                    <p:set>
                                      <p:cBhvr>
                                        <p:cTn id="133" dur="1" fill="hold">
                                          <p:stCondLst>
                                            <p:cond delay="0"/>
                                          </p:stCondLst>
                                        </p:cTn>
                                        <p:tgtEl>
                                          <p:spTgt spid="72"/>
                                        </p:tgtEl>
                                        <p:attrNameLst>
                                          <p:attrName>style.visibility</p:attrName>
                                        </p:attrNameLst>
                                      </p:cBhvr>
                                      <p:to>
                                        <p:strVal val="visible"/>
                                      </p:to>
                                    </p:set>
                                    <p:animEffect transition="in" filter="fade">
                                      <p:cBhvr>
                                        <p:cTn id="134" dur="800" decel="100000"/>
                                        <p:tgtEl>
                                          <p:spTgt spid="72"/>
                                        </p:tgtEl>
                                      </p:cBhvr>
                                    </p:animEffect>
                                    <p:anim calcmode="lin" valueType="num">
                                      <p:cBhvr>
                                        <p:cTn id="135" dur="800" decel="100000" fill="hold"/>
                                        <p:tgtEl>
                                          <p:spTgt spid="72"/>
                                        </p:tgtEl>
                                        <p:attrNameLst>
                                          <p:attrName>style.rotation</p:attrName>
                                        </p:attrNameLst>
                                      </p:cBhvr>
                                      <p:tavLst>
                                        <p:tav tm="0">
                                          <p:val>
                                            <p:fltVal val="-90"/>
                                          </p:val>
                                        </p:tav>
                                        <p:tav tm="100000">
                                          <p:val>
                                            <p:fltVal val="0"/>
                                          </p:val>
                                        </p:tav>
                                      </p:tavLst>
                                    </p:anim>
                                    <p:anim calcmode="lin" valueType="num">
                                      <p:cBhvr>
                                        <p:cTn id="136" dur="800" decel="100000" fill="hold"/>
                                        <p:tgtEl>
                                          <p:spTgt spid="72"/>
                                        </p:tgtEl>
                                        <p:attrNameLst>
                                          <p:attrName>ppt_x</p:attrName>
                                        </p:attrNameLst>
                                      </p:cBhvr>
                                      <p:tavLst>
                                        <p:tav tm="0">
                                          <p:val>
                                            <p:strVal val="#ppt_x+0.4"/>
                                          </p:val>
                                        </p:tav>
                                        <p:tav tm="100000">
                                          <p:val>
                                            <p:strVal val="#ppt_x-0.05"/>
                                          </p:val>
                                        </p:tav>
                                      </p:tavLst>
                                    </p:anim>
                                    <p:anim calcmode="lin" valueType="num">
                                      <p:cBhvr>
                                        <p:cTn id="137" dur="800" decel="100000" fill="hold"/>
                                        <p:tgtEl>
                                          <p:spTgt spid="72"/>
                                        </p:tgtEl>
                                        <p:attrNameLst>
                                          <p:attrName>ppt_y</p:attrName>
                                        </p:attrNameLst>
                                      </p:cBhvr>
                                      <p:tavLst>
                                        <p:tav tm="0">
                                          <p:val>
                                            <p:strVal val="#ppt_y-0.4"/>
                                          </p:val>
                                        </p:tav>
                                        <p:tav tm="100000">
                                          <p:val>
                                            <p:strVal val="#ppt_y+0.1"/>
                                          </p:val>
                                        </p:tav>
                                      </p:tavLst>
                                    </p:anim>
                                    <p:anim calcmode="lin" valueType="num">
                                      <p:cBhvr>
                                        <p:cTn id="138" dur="200" accel="100000" fill="hold">
                                          <p:stCondLst>
                                            <p:cond delay="800"/>
                                          </p:stCondLst>
                                        </p:cTn>
                                        <p:tgtEl>
                                          <p:spTgt spid="72"/>
                                        </p:tgtEl>
                                        <p:attrNameLst>
                                          <p:attrName>ppt_x</p:attrName>
                                        </p:attrNameLst>
                                      </p:cBhvr>
                                      <p:tavLst>
                                        <p:tav tm="0">
                                          <p:val>
                                            <p:strVal val="#ppt_x-0.05"/>
                                          </p:val>
                                        </p:tav>
                                        <p:tav tm="100000">
                                          <p:val>
                                            <p:strVal val="#ppt_x"/>
                                          </p:val>
                                        </p:tav>
                                      </p:tavLst>
                                    </p:anim>
                                    <p:anim calcmode="lin" valueType="num">
                                      <p:cBhvr>
                                        <p:cTn id="139" dur="200" accel="100000" fill="hold">
                                          <p:stCondLst>
                                            <p:cond delay="800"/>
                                          </p:stCondLst>
                                        </p:cTn>
                                        <p:tgtEl>
                                          <p:spTgt spid="72"/>
                                        </p:tgtEl>
                                        <p:attrNameLst>
                                          <p:attrName>ppt_y</p:attrName>
                                        </p:attrNameLst>
                                      </p:cBhvr>
                                      <p:tavLst>
                                        <p:tav tm="0">
                                          <p:val>
                                            <p:strVal val="#ppt_y+0.1"/>
                                          </p:val>
                                        </p:tav>
                                        <p:tav tm="100000">
                                          <p:val>
                                            <p:strVal val="#ppt_y"/>
                                          </p:val>
                                        </p:tav>
                                      </p:tavLst>
                                    </p:anim>
                                  </p:childTnLst>
                                </p:cTn>
                              </p:par>
                              <p:par>
                                <p:cTn id="140" presetID="30" presetClass="entr" presetSubtype="0" fill="hold" nodeType="withEffect">
                                  <p:stCondLst>
                                    <p:cond delay="0"/>
                                  </p:stCondLst>
                                  <p:childTnLst>
                                    <p:set>
                                      <p:cBhvr>
                                        <p:cTn id="141" dur="1" fill="hold">
                                          <p:stCondLst>
                                            <p:cond delay="0"/>
                                          </p:stCondLst>
                                        </p:cTn>
                                        <p:tgtEl>
                                          <p:spTgt spid="76"/>
                                        </p:tgtEl>
                                        <p:attrNameLst>
                                          <p:attrName>style.visibility</p:attrName>
                                        </p:attrNameLst>
                                      </p:cBhvr>
                                      <p:to>
                                        <p:strVal val="visible"/>
                                      </p:to>
                                    </p:set>
                                    <p:animEffect transition="in" filter="fade">
                                      <p:cBhvr>
                                        <p:cTn id="142" dur="800" decel="100000"/>
                                        <p:tgtEl>
                                          <p:spTgt spid="76"/>
                                        </p:tgtEl>
                                      </p:cBhvr>
                                    </p:animEffect>
                                    <p:anim calcmode="lin" valueType="num">
                                      <p:cBhvr>
                                        <p:cTn id="143" dur="800" decel="100000" fill="hold"/>
                                        <p:tgtEl>
                                          <p:spTgt spid="76"/>
                                        </p:tgtEl>
                                        <p:attrNameLst>
                                          <p:attrName>style.rotation</p:attrName>
                                        </p:attrNameLst>
                                      </p:cBhvr>
                                      <p:tavLst>
                                        <p:tav tm="0">
                                          <p:val>
                                            <p:fltVal val="-90"/>
                                          </p:val>
                                        </p:tav>
                                        <p:tav tm="100000">
                                          <p:val>
                                            <p:fltVal val="0"/>
                                          </p:val>
                                        </p:tav>
                                      </p:tavLst>
                                    </p:anim>
                                    <p:anim calcmode="lin" valueType="num">
                                      <p:cBhvr>
                                        <p:cTn id="144" dur="800" decel="100000" fill="hold"/>
                                        <p:tgtEl>
                                          <p:spTgt spid="76"/>
                                        </p:tgtEl>
                                        <p:attrNameLst>
                                          <p:attrName>ppt_x</p:attrName>
                                        </p:attrNameLst>
                                      </p:cBhvr>
                                      <p:tavLst>
                                        <p:tav tm="0">
                                          <p:val>
                                            <p:strVal val="#ppt_x+0.4"/>
                                          </p:val>
                                        </p:tav>
                                        <p:tav tm="100000">
                                          <p:val>
                                            <p:strVal val="#ppt_x-0.05"/>
                                          </p:val>
                                        </p:tav>
                                      </p:tavLst>
                                    </p:anim>
                                    <p:anim calcmode="lin" valueType="num">
                                      <p:cBhvr>
                                        <p:cTn id="145" dur="800" decel="100000" fill="hold"/>
                                        <p:tgtEl>
                                          <p:spTgt spid="76"/>
                                        </p:tgtEl>
                                        <p:attrNameLst>
                                          <p:attrName>ppt_y</p:attrName>
                                        </p:attrNameLst>
                                      </p:cBhvr>
                                      <p:tavLst>
                                        <p:tav tm="0">
                                          <p:val>
                                            <p:strVal val="#ppt_y-0.4"/>
                                          </p:val>
                                        </p:tav>
                                        <p:tav tm="100000">
                                          <p:val>
                                            <p:strVal val="#ppt_y+0.1"/>
                                          </p:val>
                                        </p:tav>
                                      </p:tavLst>
                                    </p:anim>
                                    <p:anim calcmode="lin" valueType="num">
                                      <p:cBhvr>
                                        <p:cTn id="146" dur="200" accel="100000" fill="hold">
                                          <p:stCondLst>
                                            <p:cond delay="800"/>
                                          </p:stCondLst>
                                        </p:cTn>
                                        <p:tgtEl>
                                          <p:spTgt spid="76"/>
                                        </p:tgtEl>
                                        <p:attrNameLst>
                                          <p:attrName>ppt_x</p:attrName>
                                        </p:attrNameLst>
                                      </p:cBhvr>
                                      <p:tavLst>
                                        <p:tav tm="0">
                                          <p:val>
                                            <p:strVal val="#ppt_x-0.05"/>
                                          </p:val>
                                        </p:tav>
                                        <p:tav tm="100000">
                                          <p:val>
                                            <p:strVal val="#ppt_x"/>
                                          </p:val>
                                        </p:tav>
                                      </p:tavLst>
                                    </p:anim>
                                    <p:anim calcmode="lin" valueType="num">
                                      <p:cBhvr>
                                        <p:cTn id="147" dur="200" accel="100000" fill="hold">
                                          <p:stCondLst>
                                            <p:cond delay="800"/>
                                          </p:stCondLst>
                                        </p:cTn>
                                        <p:tgtEl>
                                          <p:spTgt spid="76"/>
                                        </p:tgtEl>
                                        <p:attrNameLst>
                                          <p:attrName>ppt_y</p:attrName>
                                        </p:attrNameLst>
                                      </p:cBhvr>
                                      <p:tavLst>
                                        <p:tav tm="0">
                                          <p:val>
                                            <p:strVal val="#ppt_y+0.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37" presetClass="exit" presetSubtype="0" fill="hold" nodeType="clickEffect">
                                  <p:stCondLst>
                                    <p:cond delay="0"/>
                                  </p:stCondLst>
                                  <p:childTnLst>
                                    <p:animEffect transition="out" filter="fade">
                                      <p:cBhvr>
                                        <p:cTn id="151" dur="1000"/>
                                        <p:tgtEl>
                                          <p:spTgt spid="76"/>
                                        </p:tgtEl>
                                      </p:cBhvr>
                                    </p:animEffect>
                                    <p:anim calcmode="lin" valueType="num">
                                      <p:cBhvr>
                                        <p:cTn id="152" dur="1000"/>
                                        <p:tgtEl>
                                          <p:spTgt spid="76"/>
                                        </p:tgtEl>
                                        <p:attrNameLst>
                                          <p:attrName>ppt_x</p:attrName>
                                        </p:attrNameLst>
                                      </p:cBhvr>
                                      <p:tavLst>
                                        <p:tav tm="0">
                                          <p:val>
                                            <p:strVal val="ppt_x"/>
                                          </p:val>
                                        </p:tav>
                                        <p:tav tm="100000">
                                          <p:val>
                                            <p:strVal val="ppt_x"/>
                                          </p:val>
                                        </p:tav>
                                      </p:tavLst>
                                    </p:anim>
                                    <p:anim calcmode="lin" valueType="num">
                                      <p:cBhvr>
                                        <p:cTn id="153" dur="100" decel="100000"/>
                                        <p:tgtEl>
                                          <p:spTgt spid="76"/>
                                        </p:tgtEl>
                                        <p:attrNameLst>
                                          <p:attrName>ppt_y</p:attrName>
                                        </p:attrNameLst>
                                      </p:cBhvr>
                                      <p:tavLst>
                                        <p:tav tm="0">
                                          <p:val>
                                            <p:strVal val="ppt_y"/>
                                          </p:val>
                                        </p:tav>
                                        <p:tav tm="100000">
                                          <p:val>
                                            <p:strVal val="ppt_y-.03"/>
                                          </p:val>
                                        </p:tav>
                                      </p:tavLst>
                                    </p:anim>
                                    <p:anim calcmode="lin" valueType="num">
                                      <p:cBhvr>
                                        <p:cTn id="154" dur="900" accel="100000">
                                          <p:stCondLst>
                                            <p:cond delay="100"/>
                                          </p:stCondLst>
                                        </p:cTn>
                                        <p:tgtEl>
                                          <p:spTgt spid="76"/>
                                        </p:tgtEl>
                                        <p:attrNameLst>
                                          <p:attrName>ppt_y</p:attrName>
                                        </p:attrNameLst>
                                      </p:cBhvr>
                                      <p:tavLst>
                                        <p:tav tm="0">
                                          <p:val>
                                            <p:strVal val="ppt_y"/>
                                          </p:val>
                                        </p:tav>
                                        <p:tav tm="100000">
                                          <p:val>
                                            <p:strVal val="ppt_y+1"/>
                                          </p:val>
                                        </p:tav>
                                      </p:tavLst>
                                    </p:anim>
                                    <p:set>
                                      <p:cBhvr>
                                        <p:cTn id="155" dur="1" fill="hold">
                                          <p:stCondLst>
                                            <p:cond delay="999"/>
                                          </p:stCondLst>
                                        </p:cTn>
                                        <p:tgtEl>
                                          <p:spTgt spid="76"/>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30" presetClass="entr" presetSubtype="0" fill="hold" nodeType="clickEffect">
                                  <p:stCondLst>
                                    <p:cond delay="0"/>
                                  </p:stCondLst>
                                  <p:childTnLst>
                                    <p:set>
                                      <p:cBhvr>
                                        <p:cTn id="159" dur="1" fill="hold">
                                          <p:stCondLst>
                                            <p:cond delay="0"/>
                                          </p:stCondLst>
                                        </p:cTn>
                                        <p:tgtEl>
                                          <p:spTgt spid="58"/>
                                        </p:tgtEl>
                                        <p:attrNameLst>
                                          <p:attrName>style.visibility</p:attrName>
                                        </p:attrNameLst>
                                      </p:cBhvr>
                                      <p:to>
                                        <p:strVal val="visible"/>
                                      </p:to>
                                    </p:set>
                                    <p:animEffect transition="in" filter="fade">
                                      <p:cBhvr>
                                        <p:cTn id="160" dur="800" decel="100000"/>
                                        <p:tgtEl>
                                          <p:spTgt spid="58"/>
                                        </p:tgtEl>
                                      </p:cBhvr>
                                    </p:animEffect>
                                    <p:anim calcmode="lin" valueType="num">
                                      <p:cBhvr>
                                        <p:cTn id="161" dur="800" decel="100000" fill="hold"/>
                                        <p:tgtEl>
                                          <p:spTgt spid="58"/>
                                        </p:tgtEl>
                                        <p:attrNameLst>
                                          <p:attrName>style.rotation</p:attrName>
                                        </p:attrNameLst>
                                      </p:cBhvr>
                                      <p:tavLst>
                                        <p:tav tm="0">
                                          <p:val>
                                            <p:fltVal val="-90"/>
                                          </p:val>
                                        </p:tav>
                                        <p:tav tm="100000">
                                          <p:val>
                                            <p:fltVal val="0"/>
                                          </p:val>
                                        </p:tav>
                                      </p:tavLst>
                                    </p:anim>
                                    <p:anim calcmode="lin" valueType="num">
                                      <p:cBhvr>
                                        <p:cTn id="162" dur="800" decel="100000" fill="hold"/>
                                        <p:tgtEl>
                                          <p:spTgt spid="58"/>
                                        </p:tgtEl>
                                        <p:attrNameLst>
                                          <p:attrName>ppt_x</p:attrName>
                                        </p:attrNameLst>
                                      </p:cBhvr>
                                      <p:tavLst>
                                        <p:tav tm="0">
                                          <p:val>
                                            <p:strVal val="#ppt_x+0.4"/>
                                          </p:val>
                                        </p:tav>
                                        <p:tav tm="100000">
                                          <p:val>
                                            <p:strVal val="#ppt_x-0.05"/>
                                          </p:val>
                                        </p:tav>
                                      </p:tavLst>
                                    </p:anim>
                                    <p:anim calcmode="lin" valueType="num">
                                      <p:cBhvr>
                                        <p:cTn id="163" dur="800" decel="100000" fill="hold"/>
                                        <p:tgtEl>
                                          <p:spTgt spid="58"/>
                                        </p:tgtEl>
                                        <p:attrNameLst>
                                          <p:attrName>ppt_y</p:attrName>
                                        </p:attrNameLst>
                                      </p:cBhvr>
                                      <p:tavLst>
                                        <p:tav tm="0">
                                          <p:val>
                                            <p:strVal val="#ppt_y-0.4"/>
                                          </p:val>
                                        </p:tav>
                                        <p:tav tm="100000">
                                          <p:val>
                                            <p:strVal val="#ppt_y+0.1"/>
                                          </p:val>
                                        </p:tav>
                                      </p:tavLst>
                                    </p:anim>
                                    <p:anim calcmode="lin" valueType="num">
                                      <p:cBhvr>
                                        <p:cTn id="164" dur="200" accel="100000" fill="hold">
                                          <p:stCondLst>
                                            <p:cond delay="800"/>
                                          </p:stCondLst>
                                        </p:cTn>
                                        <p:tgtEl>
                                          <p:spTgt spid="58"/>
                                        </p:tgtEl>
                                        <p:attrNameLst>
                                          <p:attrName>ppt_x</p:attrName>
                                        </p:attrNameLst>
                                      </p:cBhvr>
                                      <p:tavLst>
                                        <p:tav tm="0">
                                          <p:val>
                                            <p:strVal val="#ppt_x-0.05"/>
                                          </p:val>
                                        </p:tav>
                                        <p:tav tm="100000">
                                          <p:val>
                                            <p:strVal val="#ppt_x"/>
                                          </p:val>
                                        </p:tav>
                                      </p:tavLst>
                                    </p:anim>
                                    <p:anim calcmode="lin" valueType="num">
                                      <p:cBhvr>
                                        <p:cTn id="165" dur="200" accel="100000" fill="hold">
                                          <p:stCondLst>
                                            <p:cond delay="800"/>
                                          </p:stCondLst>
                                        </p:cTn>
                                        <p:tgtEl>
                                          <p:spTgt spid="58"/>
                                        </p:tgtEl>
                                        <p:attrNameLst>
                                          <p:attrName>ppt_y</p:attrName>
                                        </p:attrNameLst>
                                      </p:cBhvr>
                                      <p:tavLst>
                                        <p:tav tm="0">
                                          <p:val>
                                            <p:strVal val="#ppt_y+0.1"/>
                                          </p:val>
                                        </p:tav>
                                        <p:tav tm="100000">
                                          <p:val>
                                            <p:strVal val="#ppt_y"/>
                                          </p:val>
                                        </p:tav>
                                      </p:tavLst>
                                    </p:anim>
                                  </p:childTnLst>
                                </p:cTn>
                              </p:par>
                              <p:par>
                                <p:cTn id="166" presetID="30" presetClass="entr" presetSubtype="0" fill="hold" grpId="0" nodeType="withEffect">
                                  <p:stCondLst>
                                    <p:cond delay="0"/>
                                  </p:stCondLst>
                                  <p:childTnLst>
                                    <p:set>
                                      <p:cBhvr>
                                        <p:cTn id="167" dur="1" fill="hold">
                                          <p:stCondLst>
                                            <p:cond delay="0"/>
                                          </p:stCondLst>
                                        </p:cTn>
                                        <p:tgtEl>
                                          <p:spTgt spid="70"/>
                                        </p:tgtEl>
                                        <p:attrNameLst>
                                          <p:attrName>style.visibility</p:attrName>
                                        </p:attrNameLst>
                                      </p:cBhvr>
                                      <p:to>
                                        <p:strVal val="visible"/>
                                      </p:to>
                                    </p:set>
                                    <p:animEffect transition="in" filter="fade">
                                      <p:cBhvr>
                                        <p:cTn id="168" dur="800" decel="100000"/>
                                        <p:tgtEl>
                                          <p:spTgt spid="70"/>
                                        </p:tgtEl>
                                      </p:cBhvr>
                                    </p:animEffect>
                                    <p:anim calcmode="lin" valueType="num">
                                      <p:cBhvr>
                                        <p:cTn id="169" dur="800" decel="100000" fill="hold"/>
                                        <p:tgtEl>
                                          <p:spTgt spid="70"/>
                                        </p:tgtEl>
                                        <p:attrNameLst>
                                          <p:attrName>style.rotation</p:attrName>
                                        </p:attrNameLst>
                                      </p:cBhvr>
                                      <p:tavLst>
                                        <p:tav tm="0">
                                          <p:val>
                                            <p:fltVal val="-90"/>
                                          </p:val>
                                        </p:tav>
                                        <p:tav tm="100000">
                                          <p:val>
                                            <p:fltVal val="0"/>
                                          </p:val>
                                        </p:tav>
                                      </p:tavLst>
                                    </p:anim>
                                    <p:anim calcmode="lin" valueType="num">
                                      <p:cBhvr>
                                        <p:cTn id="170" dur="800" decel="100000" fill="hold"/>
                                        <p:tgtEl>
                                          <p:spTgt spid="70"/>
                                        </p:tgtEl>
                                        <p:attrNameLst>
                                          <p:attrName>ppt_x</p:attrName>
                                        </p:attrNameLst>
                                      </p:cBhvr>
                                      <p:tavLst>
                                        <p:tav tm="0">
                                          <p:val>
                                            <p:strVal val="#ppt_x+0.4"/>
                                          </p:val>
                                        </p:tav>
                                        <p:tav tm="100000">
                                          <p:val>
                                            <p:strVal val="#ppt_x-0.05"/>
                                          </p:val>
                                        </p:tav>
                                      </p:tavLst>
                                    </p:anim>
                                    <p:anim calcmode="lin" valueType="num">
                                      <p:cBhvr>
                                        <p:cTn id="171" dur="800" decel="100000" fill="hold"/>
                                        <p:tgtEl>
                                          <p:spTgt spid="70"/>
                                        </p:tgtEl>
                                        <p:attrNameLst>
                                          <p:attrName>ppt_y</p:attrName>
                                        </p:attrNameLst>
                                      </p:cBhvr>
                                      <p:tavLst>
                                        <p:tav tm="0">
                                          <p:val>
                                            <p:strVal val="#ppt_y-0.4"/>
                                          </p:val>
                                        </p:tav>
                                        <p:tav tm="100000">
                                          <p:val>
                                            <p:strVal val="#ppt_y+0.1"/>
                                          </p:val>
                                        </p:tav>
                                      </p:tavLst>
                                    </p:anim>
                                    <p:anim calcmode="lin" valueType="num">
                                      <p:cBhvr>
                                        <p:cTn id="172" dur="200" accel="100000" fill="hold">
                                          <p:stCondLst>
                                            <p:cond delay="800"/>
                                          </p:stCondLst>
                                        </p:cTn>
                                        <p:tgtEl>
                                          <p:spTgt spid="70"/>
                                        </p:tgtEl>
                                        <p:attrNameLst>
                                          <p:attrName>ppt_x</p:attrName>
                                        </p:attrNameLst>
                                      </p:cBhvr>
                                      <p:tavLst>
                                        <p:tav tm="0">
                                          <p:val>
                                            <p:strVal val="#ppt_x-0.05"/>
                                          </p:val>
                                        </p:tav>
                                        <p:tav tm="100000">
                                          <p:val>
                                            <p:strVal val="#ppt_x"/>
                                          </p:val>
                                        </p:tav>
                                      </p:tavLst>
                                    </p:anim>
                                    <p:anim calcmode="lin" valueType="num">
                                      <p:cBhvr>
                                        <p:cTn id="173" dur="200" accel="100000" fill="hold">
                                          <p:stCondLst>
                                            <p:cond delay="800"/>
                                          </p:stCondLst>
                                        </p:cTn>
                                        <p:tgtEl>
                                          <p:spTgt spid="70"/>
                                        </p:tgtEl>
                                        <p:attrNameLst>
                                          <p:attrName>ppt_y</p:attrName>
                                        </p:attrNameLst>
                                      </p:cBhvr>
                                      <p:tavLst>
                                        <p:tav tm="0">
                                          <p:val>
                                            <p:strVal val="#ppt_y+0.1"/>
                                          </p:val>
                                        </p:tav>
                                        <p:tav tm="100000">
                                          <p:val>
                                            <p:strVal val="#ppt_y"/>
                                          </p:val>
                                        </p:tav>
                                      </p:tavLst>
                                    </p:anim>
                                  </p:childTnLst>
                                </p:cTn>
                              </p:par>
                              <p:par>
                                <p:cTn id="174" presetID="30" presetClass="entr" presetSubtype="0" fill="hold" nodeType="withEffect">
                                  <p:stCondLst>
                                    <p:cond delay="0"/>
                                  </p:stCondLst>
                                  <p:childTnLst>
                                    <p:set>
                                      <p:cBhvr>
                                        <p:cTn id="175" dur="1" fill="hold">
                                          <p:stCondLst>
                                            <p:cond delay="0"/>
                                          </p:stCondLst>
                                        </p:cTn>
                                        <p:tgtEl>
                                          <p:spTgt spid="64"/>
                                        </p:tgtEl>
                                        <p:attrNameLst>
                                          <p:attrName>style.visibility</p:attrName>
                                        </p:attrNameLst>
                                      </p:cBhvr>
                                      <p:to>
                                        <p:strVal val="visible"/>
                                      </p:to>
                                    </p:set>
                                    <p:animEffect transition="in" filter="fade">
                                      <p:cBhvr>
                                        <p:cTn id="176" dur="800" decel="100000"/>
                                        <p:tgtEl>
                                          <p:spTgt spid="64"/>
                                        </p:tgtEl>
                                      </p:cBhvr>
                                    </p:animEffect>
                                    <p:anim calcmode="lin" valueType="num">
                                      <p:cBhvr>
                                        <p:cTn id="177" dur="800" decel="100000" fill="hold"/>
                                        <p:tgtEl>
                                          <p:spTgt spid="64"/>
                                        </p:tgtEl>
                                        <p:attrNameLst>
                                          <p:attrName>style.rotation</p:attrName>
                                        </p:attrNameLst>
                                      </p:cBhvr>
                                      <p:tavLst>
                                        <p:tav tm="0">
                                          <p:val>
                                            <p:fltVal val="-90"/>
                                          </p:val>
                                        </p:tav>
                                        <p:tav tm="100000">
                                          <p:val>
                                            <p:fltVal val="0"/>
                                          </p:val>
                                        </p:tav>
                                      </p:tavLst>
                                    </p:anim>
                                    <p:anim calcmode="lin" valueType="num">
                                      <p:cBhvr>
                                        <p:cTn id="178" dur="800" decel="100000" fill="hold"/>
                                        <p:tgtEl>
                                          <p:spTgt spid="64"/>
                                        </p:tgtEl>
                                        <p:attrNameLst>
                                          <p:attrName>ppt_x</p:attrName>
                                        </p:attrNameLst>
                                      </p:cBhvr>
                                      <p:tavLst>
                                        <p:tav tm="0">
                                          <p:val>
                                            <p:strVal val="#ppt_x+0.4"/>
                                          </p:val>
                                        </p:tav>
                                        <p:tav tm="100000">
                                          <p:val>
                                            <p:strVal val="#ppt_x-0.05"/>
                                          </p:val>
                                        </p:tav>
                                      </p:tavLst>
                                    </p:anim>
                                    <p:anim calcmode="lin" valueType="num">
                                      <p:cBhvr>
                                        <p:cTn id="179" dur="800" decel="100000" fill="hold"/>
                                        <p:tgtEl>
                                          <p:spTgt spid="64"/>
                                        </p:tgtEl>
                                        <p:attrNameLst>
                                          <p:attrName>ppt_y</p:attrName>
                                        </p:attrNameLst>
                                      </p:cBhvr>
                                      <p:tavLst>
                                        <p:tav tm="0">
                                          <p:val>
                                            <p:strVal val="#ppt_y-0.4"/>
                                          </p:val>
                                        </p:tav>
                                        <p:tav tm="100000">
                                          <p:val>
                                            <p:strVal val="#ppt_y+0.1"/>
                                          </p:val>
                                        </p:tav>
                                      </p:tavLst>
                                    </p:anim>
                                    <p:anim calcmode="lin" valueType="num">
                                      <p:cBhvr>
                                        <p:cTn id="180" dur="200" accel="100000" fill="hold">
                                          <p:stCondLst>
                                            <p:cond delay="800"/>
                                          </p:stCondLst>
                                        </p:cTn>
                                        <p:tgtEl>
                                          <p:spTgt spid="64"/>
                                        </p:tgtEl>
                                        <p:attrNameLst>
                                          <p:attrName>ppt_x</p:attrName>
                                        </p:attrNameLst>
                                      </p:cBhvr>
                                      <p:tavLst>
                                        <p:tav tm="0">
                                          <p:val>
                                            <p:strVal val="#ppt_x-0.05"/>
                                          </p:val>
                                        </p:tav>
                                        <p:tav tm="100000">
                                          <p:val>
                                            <p:strVal val="#ppt_x"/>
                                          </p:val>
                                        </p:tav>
                                      </p:tavLst>
                                    </p:anim>
                                    <p:anim calcmode="lin" valueType="num">
                                      <p:cBhvr>
                                        <p:cTn id="181" dur="200" accel="100000" fill="hold">
                                          <p:stCondLst>
                                            <p:cond delay="800"/>
                                          </p:stCondLst>
                                        </p:cTn>
                                        <p:tgtEl>
                                          <p:spTgt spid="64"/>
                                        </p:tgtEl>
                                        <p:attrNameLst>
                                          <p:attrName>ppt_y</p:attrName>
                                        </p:attrNameLst>
                                      </p:cBhvr>
                                      <p:tavLst>
                                        <p:tav tm="0">
                                          <p:val>
                                            <p:strVal val="#ppt_y+0.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3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800" decel="100000"/>
                                        <p:tgtEl>
                                          <p:spTgt spid="73"/>
                                        </p:tgtEl>
                                      </p:cBhvr>
                                    </p:animEffect>
                                    <p:anim calcmode="lin" valueType="num">
                                      <p:cBhvr>
                                        <p:cTn id="187" dur="800" decel="100000" fill="hold"/>
                                        <p:tgtEl>
                                          <p:spTgt spid="73"/>
                                        </p:tgtEl>
                                        <p:attrNameLst>
                                          <p:attrName>style.rotation</p:attrName>
                                        </p:attrNameLst>
                                      </p:cBhvr>
                                      <p:tavLst>
                                        <p:tav tm="0">
                                          <p:val>
                                            <p:fltVal val="-90"/>
                                          </p:val>
                                        </p:tav>
                                        <p:tav tm="100000">
                                          <p:val>
                                            <p:fltVal val="0"/>
                                          </p:val>
                                        </p:tav>
                                      </p:tavLst>
                                    </p:anim>
                                    <p:anim calcmode="lin" valueType="num">
                                      <p:cBhvr>
                                        <p:cTn id="188" dur="800" decel="100000" fill="hold"/>
                                        <p:tgtEl>
                                          <p:spTgt spid="73"/>
                                        </p:tgtEl>
                                        <p:attrNameLst>
                                          <p:attrName>ppt_x</p:attrName>
                                        </p:attrNameLst>
                                      </p:cBhvr>
                                      <p:tavLst>
                                        <p:tav tm="0">
                                          <p:val>
                                            <p:strVal val="#ppt_x+0.4"/>
                                          </p:val>
                                        </p:tav>
                                        <p:tav tm="100000">
                                          <p:val>
                                            <p:strVal val="#ppt_x-0.05"/>
                                          </p:val>
                                        </p:tav>
                                      </p:tavLst>
                                    </p:anim>
                                    <p:anim calcmode="lin" valueType="num">
                                      <p:cBhvr>
                                        <p:cTn id="189" dur="800" decel="100000" fill="hold"/>
                                        <p:tgtEl>
                                          <p:spTgt spid="73"/>
                                        </p:tgtEl>
                                        <p:attrNameLst>
                                          <p:attrName>ppt_y</p:attrName>
                                        </p:attrNameLst>
                                      </p:cBhvr>
                                      <p:tavLst>
                                        <p:tav tm="0">
                                          <p:val>
                                            <p:strVal val="#ppt_y-0.4"/>
                                          </p:val>
                                        </p:tav>
                                        <p:tav tm="100000">
                                          <p:val>
                                            <p:strVal val="#ppt_y+0.1"/>
                                          </p:val>
                                        </p:tav>
                                      </p:tavLst>
                                    </p:anim>
                                    <p:anim calcmode="lin" valueType="num">
                                      <p:cBhvr>
                                        <p:cTn id="190" dur="200" accel="100000" fill="hold">
                                          <p:stCondLst>
                                            <p:cond delay="800"/>
                                          </p:stCondLst>
                                        </p:cTn>
                                        <p:tgtEl>
                                          <p:spTgt spid="73"/>
                                        </p:tgtEl>
                                        <p:attrNameLst>
                                          <p:attrName>ppt_x</p:attrName>
                                        </p:attrNameLst>
                                      </p:cBhvr>
                                      <p:tavLst>
                                        <p:tav tm="0">
                                          <p:val>
                                            <p:strVal val="#ppt_x-0.05"/>
                                          </p:val>
                                        </p:tav>
                                        <p:tav tm="100000">
                                          <p:val>
                                            <p:strVal val="#ppt_x"/>
                                          </p:val>
                                        </p:tav>
                                      </p:tavLst>
                                    </p:anim>
                                    <p:anim calcmode="lin" valueType="num">
                                      <p:cBhvr>
                                        <p:cTn id="191" dur="200" accel="100000" fill="hold">
                                          <p:stCondLst>
                                            <p:cond delay="800"/>
                                          </p:stCondLst>
                                        </p:cTn>
                                        <p:tgtEl>
                                          <p:spTgt spid="73"/>
                                        </p:tgtEl>
                                        <p:attrNameLst>
                                          <p:attrName>ppt_y</p:attrName>
                                        </p:attrNameLst>
                                      </p:cBhvr>
                                      <p:tavLst>
                                        <p:tav tm="0">
                                          <p:val>
                                            <p:strVal val="#ppt_y+0.1"/>
                                          </p:val>
                                        </p:tav>
                                        <p:tav tm="100000">
                                          <p:val>
                                            <p:strVal val="#ppt_y"/>
                                          </p:val>
                                        </p:tav>
                                      </p:tavLst>
                                    </p:anim>
                                  </p:childTnLst>
                                </p:cTn>
                              </p:par>
                              <p:par>
                                <p:cTn id="192" presetID="30" presetClass="entr" presetSubtype="0" fill="hold" nodeType="withEffect">
                                  <p:stCondLst>
                                    <p:cond delay="0"/>
                                  </p:stCondLst>
                                  <p:childTnLst>
                                    <p:set>
                                      <p:cBhvr>
                                        <p:cTn id="193" dur="1" fill="hold">
                                          <p:stCondLst>
                                            <p:cond delay="0"/>
                                          </p:stCondLst>
                                        </p:cTn>
                                        <p:tgtEl>
                                          <p:spTgt spid="80"/>
                                        </p:tgtEl>
                                        <p:attrNameLst>
                                          <p:attrName>style.visibility</p:attrName>
                                        </p:attrNameLst>
                                      </p:cBhvr>
                                      <p:to>
                                        <p:strVal val="visible"/>
                                      </p:to>
                                    </p:set>
                                    <p:animEffect transition="in" filter="fade">
                                      <p:cBhvr>
                                        <p:cTn id="194" dur="800" decel="100000"/>
                                        <p:tgtEl>
                                          <p:spTgt spid="80"/>
                                        </p:tgtEl>
                                      </p:cBhvr>
                                    </p:animEffect>
                                    <p:anim calcmode="lin" valueType="num">
                                      <p:cBhvr>
                                        <p:cTn id="195" dur="800" decel="100000" fill="hold"/>
                                        <p:tgtEl>
                                          <p:spTgt spid="80"/>
                                        </p:tgtEl>
                                        <p:attrNameLst>
                                          <p:attrName>style.rotation</p:attrName>
                                        </p:attrNameLst>
                                      </p:cBhvr>
                                      <p:tavLst>
                                        <p:tav tm="0">
                                          <p:val>
                                            <p:fltVal val="-90"/>
                                          </p:val>
                                        </p:tav>
                                        <p:tav tm="100000">
                                          <p:val>
                                            <p:fltVal val="0"/>
                                          </p:val>
                                        </p:tav>
                                      </p:tavLst>
                                    </p:anim>
                                    <p:anim calcmode="lin" valueType="num">
                                      <p:cBhvr>
                                        <p:cTn id="196" dur="800" decel="100000" fill="hold"/>
                                        <p:tgtEl>
                                          <p:spTgt spid="80"/>
                                        </p:tgtEl>
                                        <p:attrNameLst>
                                          <p:attrName>ppt_x</p:attrName>
                                        </p:attrNameLst>
                                      </p:cBhvr>
                                      <p:tavLst>
                                        <p:tav tm="0">
                                          <p:val>
                                            <p:strVal val="#ppt_x+0.4"/>
                                          </p:val>
                                        </p:tav>
                                        <p:tav tm="100000">
                                          <p:val>
                                            <p:strVal val="#ppt_x-0.05"/>
                                          </p:val>
                                        </p:tav>
                                      </p:tavLst>
                                    </p:anim>
                                    <p:anim calcmode="lin" valueType="num">
                                      <p:cBhvr>
                                        <p:cTn id="197" dur="800" decel="100000" fill="hold"/>
                                        <p:tgtEl>
                                          <p:spTgt spid="80"/>
                                        </p:tgtEl>
                                        <p:attrNameLst>
                                          <p:attrName>ppt_y</p:attrName>
                                        </p:attrNameLst>
                                      </p:cBhvr>
                                      <p:tavLst>
                                        <p:tav tm="0">
                                          <p:val>
                                            <p:strVal val="#ppt_y-0.4"/>
                                          </p:val>
                                        </p:tav>
                                        <p:tav tm="100000">
                                          <p:val>
                                            <p:strVal val="#ppt_y+0.1"/>
                                          </p:val>
                                        </p:tav>
                                      </p:tavLst>
                                    </p:anim>
                                    <p:anim calcmode="lin" valueType="num">
                                      <p:cBhvr>
                                        <p:cTn id="198" dur="200" accel="100000" fill="hold">
                                          <p:stCondLst>
                                            <p:cond delay="800"/>
                                          </p:stCondLst>
                                        </p:cTn>
                                        <p:tgtEl>
                                          <p:spTgt spid="80"/>
                                        </p:tgtEl>
                                        <p:attrNameLst>
                                          <p:attrName>ppt_x</p:attrName>
                                        </p:attrNameLst>
                                      </p:cBhvr>
                                      <p:tavLst>
                                        <p:tav tm="0">
                                          <p:val>
                                            <p:strVal val="#ppt_x-0.05"/>
                                          </p:val>
                                        </p:tav>
                                        <p:tav tm="100000">
                                          <p:val>
                                            <p:strVal val="#ppt_x"/>
                                          </p:val>
                                        </p:tav>
                                      </p:tavLst>
                                    </p:anim>
                                    <p:anim calcmode="lin" valueType="num">
                                      <p:cBhvr>
                                        <p:cTn id="199" dur="200" accel="100000" fill="hold">
                                          <p:stCondLst>
                                            <p:cond delay="800"/>
                                          </p:stCondLst>
                                        </p:cTn>
                                        <p:tgtEl>
                                          <p:spTgt spid="80"/>
                                        </p:tgtEl>
                                        <p:attrNameLst>
                                          <p:attrName>ppt_y</p:attrName>
                                        </p:attrNameLst>
                                      </p:cBhvr>
                                      <p:tavLst>
                                        <p:tav tm="0">
                                          <p:val>
                                            <p:strVal val="#ppt_y+0.1"/>
                                          </p:val>
                                        </p:tav>
                                        <p:tav tm="100000">
                                          <p:val>
                                            <p:strVal val="#ppt_y"/>
                                          </p:val>
                                        </p:tav>
                                      </p:tavLst>
                                    </p:anim>
                                  </p:childTnLst>
                                </p:cTn>
                              </p:par>
                            </p:childTnLst>
                          </p:cTn>
                        </p:par>
                      </p:childTnLst>
                    </p:cTn>
                  </p:par>
                  <p:par>
                    <p:cTn id="200" fill="hold">
                      <p:stCondLst>
                        <p:cond delay="indefinite"/>
                      </p:stCondLst>
                      <p:childTnLst>
                        <p:par>
                          <p:cTn id="201" fill="hold">
                            <p:stCondLst>
                              <p:cond delay="0"/>
                            </p:stCondLst>
                            <p:childTnLst>
                              <p:par>
                                <p:cTn id="202" presetID="37" presetClass="exit" presetSubtype="0" fill="hold" nodeType="clickEffect">
                                  <p:stCondLst>
                                    <p:cond delay="0"/>
                                  </p:stCondLst>
                                  <p:childTnLst>
                                    <p:animEffect transition="out" filter="fade">
                                      <p:cBhvr>
                                        <p:cTn id="203" dur="1000"/>
                                        <p:tgtEl>
                                          <p:spTgt spid="80"/>
                                        </p:tgtEl>
                                      </p:cBhvr>
                                    </p:animEffect>
                                    <p:anim calcmode="lin" valueType="num">
                                      <p:cBhvr>
                                        <p:cTn id="204" dur="1000"/>
                                        <p:tgtEl>
                                          <p:spTgt spid="80"/>
                                        </p:tgtEl>
                                        <p:attrNameLst>
                                          <p:attrName>ppt_x</p:attrName>
                                        </p:attrNameLst>
                                      </p:cBhvr>
                                      <p:tavLst>
                                        <p:tav tm="0">
                                          <p:val>
                                            <p:strVal val="ppt_x"/>
                                          </p:val>
                                        </p:tav>
                                        <p:tav tm="100000">
                                          <p:val>
                                            <p:strVal val="ppt_x"/>
                                          </p:val>
                                        </p:tav>
                                      </p:tavLst>
                                    </p:anim>
                                    <p:anim calcmode="lin" valueType="num">
                                      <p:cBhvr>
                                        <p:cTn id="205" dur="100" decel="100000"/>
                                        <p:tgtEl>
                                          <p:spTgt spid="80"/>
                                        </p:tgtEl>
                                        <p:attrNameLst>
                                          <p:attrName>ppt_y</p:attrName>
                                        </p:attrNameLst>
                                      </p:cBhvr>
                                      <p:tavLst>
                                        <p:tav tm="0">
                                          <p:val>
                                            <p:strVal val="ppt_y"/>
                                          </p:val>
                                        </p:tav>
                                        <p:tav tm="100000">
                                          <p:val>
                                            <p:strVal val="ppt_y-.03"/>
                                          </p:val>
                                        </p:tav>
                                      </p:tavLst>
                                    </p:anim>
                                    <p:anim calcmode="lin" valueType="num">
                                      <p:cBhvr>
                                        <p:cTn id="206" dur="900" accel="100000">
                                          <p:stCondLst>
                                            <p:cond delay="100"/>
                                          </p:stCondLst>
                                        </p:cTn>
                                        <p:tgtEl>
                                          <p:spTgt spid="80"/>
                                        </p:tgtEl>
                                        <p:attrNameLst>
                                          <p:attrName>ppt_y</p:attrName>
                                        </p:attrNameLst>
                                      </p:cBhvr>
                                      <p:tavLst>
                                        <p:tav tm="0">
                                          <p:val>
                                            <p:strVal val="ppt_y"/>
                                          </p:val>
                                        </p:tav>
                                        <p:tav tm="100000">
                                          <p:val>
                                            <p:strVal val="ppt_y+1"/>
                                          </p:val>
                                        </p:tav>
                                      </p:tavLst>
                                    </p:anim>
                                    <p:set>
                                      <p:cBhvr>
                                        <p:cTn id="207" dur="1" fill="hold">
                                          <p:stCondLst>
                                            <p:cond delay="999"/>
                                          </p:stCondLst>
                                        </p:cTn>
                                        <p:tgtEl>
                                          <p:spTgt spid="80"/>
                                        </p:tgtEl>
                                        <p:attrNameLst>
                                          <p:attrName>style.visibility</p:attrName>
                                        </p:attrNameLst>
                                      </p:cBhvr>
                                      <p:to>
                                        <p:strVal val="hidden"/>
                                      </p:to>
                                    </p:set>
                                  </p:childTnLst>
                                </p:cTn>
                              </p:par>
                            </p:childTnLst>
                          </p:cTn>
                        </p:par>
                      </p:childTnLst>
                    </p:cTn>
                  </p:par>
                  <p:par>
                    <p:cTn id="208" fill="hold">
                      <p:stCondLst>
                        <p:cond delay="indefinite"/>
                      </p:stCondLst>
                      <p:childTnLst>
                        <p:par>
                          <p:cTn id="209" fill="hold">
                            <p:stCondLst>
                              <p:cond delay="0"/>
                            </p:stCondLst>
                            <p:childTnLst>
                              <p:par>
                                <p:cTn id="210" presetID="30" presetClass="entr" presetSubtype="0" fill="hold" nodeType="clickEffect">
                                  <p:stCondLst>
                                    <p:cond delay="0"/>
                                  </p:stCondLst>
                                  <p:childTnLst>
                                    <p:set>
                                      <p:cBhvr>
                                        <p:cTn id="211" dur="1" fill="hold">
                                          <p:stCondLst>
                                            <p:cond delay="0"/>
                                          </p:stCondLst>
                                        </p:cTn>
                                        <p:tgtEl>
                                          <p:spTgt spid="67"/>
                                        </p:tgtEl>
                                        <p:attrNameLst>
                                          <p:attrName>style.visibility</p:attrName>
                                        </p:attrNameLst>
                                      </p:cBhvr>
                                      <p:to>
                                        <p:strVal val="visible"/>
                                      </p:to>
                                    </p:set>
                                    <p:animEffect transition="in" filter="fade">
                                      <p:cBhvr>
                                        <p:cTn id="212" dur="800" decel="100000"/>
                                        <p:tgtEl>
                                          <p:spTgt spid="67"/>
                                        </p:tgtEl>
                                      </p:cBhvr>
                                    </p:animEffect>
                                    <p:anim calcmode="lin" valueType="num">
                                      <p:cBhvr>
                                        <p:cTn id="213" dur="800" decel="100000" fill="hold"/>
                                        <p:tgtEl>
                                          <p:spTgt spid="67"/>
                                        </p:tgtEl>
                                        <p:attrNameLst>
                                          <p:attrName>style.rotation</p:attrName>
                                        </p:attrNameLst>
                                      </p:cBhvr>
                                      <p:tavLst>
                                        <p:tav tm="0">
                                          <p:val>
                                            <p:fltVal val="-90"/>
                                          </p:val>
                                        </p:tav>
                                        <p:tav tm="100000">
                                          <p:val>
                                            <p:fltVal val="0"/>
                                          </p:val>
                                        </p:tav>
                                      </p:tavLst>
                                    </p:anim>
                                    <p:anim calcmode="lin" valueType="num">
                                      <p:cBhvr>
                                        <p:cTn id="214" dur="800" decel="100000" fill="hold"/>
                                        <p:tgtEl>
                                          <p:spTgt spid="67"/>
                                        </p:tgtEl>
                                        <p:attrNameLst>
                                          <p:attrName>ppt_x</p:attrName>
                                        </p:attrNameLst>
                                      </p:cBhvr>
                                      <p:tavLst>
                                        <p:tav tm="0">
                                          <p:val>
                                            <p:strVal val="#ppt_x+0.4"/>
                                          </p:val>
                                        </p:tav>
                                        <p:tav tm="100000">
                                          <p:val>
                                            <p:strVal val="#ppt_x-0.05"/>
                                          </p:val>
                                        </p:tav>
                                      </p:tavLst>
                                    </p:anim>
                                    <p:anim calcmode="lin" valueType="num">
                                      <p:cBhvr>
                                        <p:cTn id="215" dur="800" decel="100000" fill="hold"/>
                                        <p:tgtEl>
                                          <p:spTgt spid="67"/>
                                        </p:tgtEl>
                                        <p:attrNameLst>
                                          <p:attrName>ppt_y</p:attrName>
                                        </p:attrNameLst>
                                      </p:cBhvr>
                                      <p:tavLst>
                                        <p:tav tm="0">
                                          <p:val>
                                            <p:strVal val="#ppt_y-0.4"/>
                                          </p:val>
                                        </p:tav>
                                        <p:tav tm="100000">
                                          <p:val>
                                            <p:strVal val="#ppt_y+0.1"/>
                                          </p:val>
                                        </p:tav>
                                      </p:tavLst>
                                    </p:anim>
                                    <p:anim calcmode="lin" valueType="num">
                                      <p:cBhvr>
                                        <p:cTn id="216" dur="200" accel="100000" fill="hold">
                                          <p:stCondLst>
                                            <p:cond delay="800"/>
                                          </p:stCondLst>
                                        </p:cTn>
                                        <p:tgtEl>
                                          <p:spTgt spid="67"/>
                                        </p:tgtEl>
                                        <p:attrNameLst>
                                          <p:attrName>ppt_x</p:attrName>
                                        </p:attrNameLst>
                                      </p:cBhvr>
                                      <p:tavLst>
                                        <p:tav tm="0">
                                          <p:val>
                                            <p:strVal val="#ppt_x-0.05"/>
                                          </p:val>
                                        </p:tav>
                                        <p:tav tm="100000">
                                          <p:val>
                                            <p:strVal val="#ppt_x"/>
                                          </p:val>
                                        </p:tav>
                                      </p:tavLst>
                                    </p:anim>
                                    <p:anim calcmode="lin" valueType="num">
                                      <p:cBhvr>
                                        <p:cTn id="217" dur="200" accel="100000" fill="hold">
                                          <p:stCondLst>
                                            <p:cond delay="800"/>
                                          </p:stCondLst>
                                        </p:cTn>
                                        <p:tgtEl>
                                          <p:spTgt spid="67"/>
                                        </p:tgtEl>
                                        <p:attrNameLst>
                                          <p:attrName>ppt_y</p:attrName>
                                        </p:attrNameLst>
                                      </p:cBhvr>
                                      <p:tavLst>
                                        <p:tav tm="0">
                                          <p:val>
                                            <p:strVal val="#ppt_y+0.1"/>
                                          </p:val>
                                        </p:tav>
                                        <p:tav tm="100000">
                                          <p:val>
                                            <p:strVal val="#ppt_y"/>
                                          </p:val>
                                        </p:tav>
                                      </p:tavLst>
                                    </p:anim>
                                  </p:childTnLst>
                                </p:cTn>
                              </p:par>
                              <p:par>
                                <p:cTn id="218" presetID="30" presetClass="entr" presetSubtype="0" fill="hold" grpId="0" nodeType="withEffect">
                                  <p:stCondLst>
                                    <p:cond delay="0"/>
                                  </p:stCondLst>
                                  <p:childTnLst>
                                    <p:set>
                                      <p:cBhvr>
                                        <p:cTn id="219" dur="1" fill="hold">
                                          <p:stCondLst>
                                            <p:cond delay="0"/>
                                          </p:stCondLst>
                                        </p:cTn>
                                        <p:tgtEl>
                                          <p:spTgt spid="43"/>
                                        </p:tgtEl>
                                        <p:attrNameLst>
                                          <p:attrName>style.visibility</p:attrName>
                                        </p:attrNameLst>
                                      </p:cBhvr>
                                      <p:to>
                                        <p:strVal val="visible"/>
                                      </p:to>
                                    </p:set>
                                    <p:animEffect transition="in" filter="fade">
                                      <p:cBhvr>
                                        <p:cTn id="220" dur="800" decel="100000"/>
                                        <p:tgtEl>
                                          <p:spTgt spid="43"/>
                                        </p:tgtEl>
                                      </p:cBhvr>
                                    </p:animEffect>
                                    <p:anim calcmode="lin" valueType="num">
                                      <p:cBhvr>
                                        <p:cTn id="221" dur="800" decel="100000" fill="hold"/>
                                        <p:tgtEl>
                                          <p:spTgt spid="43"/>
                                        </p:tgtEl>
                                        <p:attrNameLst>
                                          <p:attrName>style.rotation</p:attrName>
                                        </p:attrNameLst>
                                      </p:cBhvr>
                                      <p:tavLst>
                                        <p:tav tm="0">
                                          <p:val>
                                            <p:fltVal val="-90"/>
                                          </p:val>
                                        </p:tav>
                                        <p:tav tm="100000">
                                          <p:val>
                                            <p:fltVal val="0"/>
                                          </p:val>
                                        </p:tav>
                                      </p:tavLst>
                                    </p:anim>
                                    <p:anim calcmode="lin" valueType="num">
                                      <p:cBhvr>
                                        <p:cTn id="222" dur="800" decel="100000" fill="hold"/>
                                        <p:tgtEl>
                                          <p:spTgt spid="43"/>
                                        </p:tgtEl>
                                        <p:attrNameLst>
                                          <p:attrName>ppt_x</p:attrName>
                                        </p:attrNameLst>
                                      </p:cBhvr>
                                      <p:tavLst>
                                        <p:tav tm="0">
                                          <p:val>
                                            <p:strVal val="#ppt_x+0.4"/>
                                          </p:val>
                                        </p:tav>
                                        <p:tav tm="100000">
                                          <p:val>
                                            <p:strVal val="#ppt_x-0.05"/>
                                          </p:val>
                                        </p:tav>
                                      </p:tavLst>
                                    </p:anim>
                                    <p:anim calcmode="lin" valueType="num">
                                      <p:cBhvr>
                                        <p:cTn id="223" dur="800" decel="100000" fill="hold"/>
                                        <p:tgtEl>
                                          <p:spTgt spid="43"/>
                                        </p:tgtEl>
                                        <p:attrNameLst>
                                          <p:attrName>ppt_y</p:attrName>
                                        </p:attrNameLst>
                                      </p:cBhvr>
                                      <p:tavLst>
                                        <p:tav tm="0">
                                          <p:val>
                                            <p:strVal val="#ppt_y-0.4"/>
                                          </p:val>
                                        </p:tav>
                                        <p:tav tm="100000">
                                          <p:val>
                                            <p:strVal val="#ppt_y+0.1"/>
                                          </p:val>
                                        </p:tav>
                                      </p:tavLst>
                                    </p:anim>
                                    <p:anim calcmode="lin" valueType="num">
                                      <p:cBhvr>
                                        <p:cTn id="224" dur="200" accel="100000" fill="hold">
                                          <p:stCondLst>
                                            <p:cond delay="800"/>
                                          </p:stCondLst>
                                        </p:cTn>
                                        <p:tgtEl>
                                          <p:spTgt spid="43"/>
                                        </p:tgtEl>
                                        <p:attrNameLst>
                                          <p:attrName>ppt_x</p:attrName>
                                        </p:attrNameLst>
                                      </p:cBhvr>
                                      <p:tavLst>
                                        <p:tav tm="0">
                                          <p:val>
                                            <p:strVal val="#ppt_x-0.05"/>
                                          </p:val>
                                        </p:tav>
                                        <p:tav tm="100000">
                                          <p:val>
                                            <p:strVal val="#ppt_x"/>
                                          </p:val>
                                        </p:tav>
                                      </p:tavLst>
                                    </p:anim>
                                    <p:anim calcmode="lin" valueType="num">
                                      <p:cBhvr>
                                        <p:cTn id="225" dur="200" accel="100000" fill="hold">
                                          <p:stCondLst>
                                            <p:cond delay="800"/>
                                          </p:stCondLst>
                                        </p:cTn>
                                        <p:tgtEl>
                                          <p:spTgt spid="43"/>
                                        </p:tgtEl>
                                        <p:attrNameLst>
                                          <p:attrName>ppt_y</p:attrName>
                                        </p:attrNameLst>
                                      </p:cBhvr>
                                      <p:tavLst>
                                        <p:tav tm="0">
                                          <p:val>
                                            <p:strVal val="#ppt_y+0.1"/>
                                          </p:val>
                                        </p:tav>
                                        <p:tav tm="100000">
                                          <p:val>
                                            <p:strVal val="#ppt_y"/>
                                          </p:val>
                                        </p:tav>
                                      </p:tavLst>
                                    </p:anim>
                                  </p:childTnLst>
                                </p:cTn>
                              </p:par>
                              <p:par>
                                <p:cTn id="226" presetID="30" presetClass="entr" presetSubtype="0" fill="hold" nodeType="withEffect">
                                  <p:stCondLst>
                                    <p:cond delay="0"/>
                                  </p:stCondLst>
                                  <p:childTnLst>
                                    <p:set>
                                      <p:cBhvr>
                                        <p:cTn id="227" dur="1" fill="hold">
                                          <p:stCondLst>
                                            <p:cond delay="0"/>
                                          </p:stCondLst>
                                        </p:cTn>
                                        <p:tgtEl>
                                          <p:spTgt spid="55"/>
                                        </p:tgtEl>
                                        <p:attrNameLst>
                                          <p:attrName>style.visibility</p:attrName>
                                        </p:attrNameLst>
                                      </p:cBhvr>
                                      <p:to>
                                        <p:strVal val="visible"/>
                                      </p:to>
                                    </p:set>
                                    <p:animEffect transition="in" filter="fade">
                                      <p:cBhvr>
                                        <p:cTn id="228" dur="800" decel="100000"/>
                                        <p:tgtEl>
                                          <p:spTgt spid="55"/>
                                        </p:tgtEl>
                                      </p:cBhvr>
                                    </p:animEffect>
                                    <p:anim calcmode="lin" valueType="num">
                                      <p:cBhvr>
                                        <p:cTn id="229" dur="800" decel="100000" fill="hold"/>
                                        <p:tgtEl>
                                          <p:spTgt spid="55"/>
                                        </p:tgtEl>
                                        <p:attrNameLst>
                                          <p:attrName>style.rotation</p:attrName>
                                        </p:attrNameLst>
                                      </p:cBhvr>
                                      <p:tavLst>
                                        <p:tav tm="0">
                                          <p:val>
                                            <p:fltVal val="-90"/>
                                          </p:val>
                                        </p:tav>
                                        <p:tav tm="100000">
                                          <p:val>
                                            <p:fltVal val="0"/>
                                          </p:val>
                                        </p:tav>
                                      </p:tavLst>
                                    </p:anim>
                                    <p:anim calcmode="lin" valueType="num">
                                      <p:cBhvr>
                                        <p:cTn id="230" dur="800" decel="100000" fill="hold"/>
                                        <p:tgtEl>
                                          <p:spTgt spid="55"/>
                                        </p:tgtEl>
                                        <p:attrNameLst>
                                          <p:attrName>ppt_x</p:attrName>
                                        </p:attrNameLst>
                                      </p:cBhvr>
                                      <p:tavLst>
                                        <p:tav tm="0">
                                          <p:val>
                                            <p:strVal val="#ppt_x+0.4"/>
                                          </p:val>
                                        </p:tav>
                                        <p:tav tm="100000">
                                          <p:val>
                                            <p:strVal val="#ppt_x-0.05"/>
                                          </p:val>
                                        </p:tav>
                                      </p:tavLst>
                                    </p:anim>
                                    <p:anim calcmode="lin" valueType="num">
                                      <p:cBhvr>
                                        <p:cTn id="231" dur="800" decel="100000" fill="hold"/>
                                        <p:tgtEl>
                                          <p:spTgt spid="55"/>
                                        </p:tgtEl>
                                        <p:attrNameLst>
                                          <p:attrName>ppt_y</p:attrName>
                                        </p:attrNameLst>
                                      </p:cBhvr>
                                      <p:tavLst>
                                        <p:tav tm="0">
                                          <p:val>
                                            <p:strVal val="#ppt_y-0.4"/>
                                          </p:val>
                                        </p:tav>
                                        <p:tav tm="100000">
                                          <p:val>
                                            <p:strVal val="#ppt_y+0.1"/>
                                          </p:val>
                                        </p:tav>
                                      </p:tavLst>
                                    </p:anim>
                                    <p:anim calcmode="lin" valueType="num">
                                      <p:cBhvr>
                                        <p:cTn id="232" dur="200" accel="100000" fill="hold">
                                          <p:stCondLst>
                                            <p:cond delay="800"/>
                                          </p:stCondLst>
                                        </p:cTn>
                                        <p:tgtEl>
                                          <p:spTgt spid="55"/>
                                        </p:tgtEl>
                                        <p:attrNameLst>
                                          <p:attrName>ppt_x</p:attrName>
                                        </p:attrNameLst>
                                      </p:cBhvr>
                                      <p:tavLst>
                                        <p:tav tm="0">
                                          <p:val>
                                            <p:strVal val="#ppt_x-0.05"/>
                                          </p:val>
                                        </p:tav>
                                        <p:tav tm="100000">
                                          <p:val>
                                            <p:strVal val="#ppt_x"/>
                                          </p:val>
                                        </p:tav>
                                      </p:tavLst>
                                    </p:anim>
                                    <p:anim calcmode="lin" valueType="num">
                                      <p:cBhvr>
                                        <p:cTn id="233" dur="200" accel="100000" fill="hold">
                                          <p:stCondLst>
                                            <p:cond delay="800"/>
                                          </p:stCondLst>
                                        </p:cTn>
                                        <p:tgtEl>
                                          <p:spTgt spid="55"/>
                                        </p:tgtEl>
                                        <p:attrNameLst>
                                          <p:attrName>ppt_y</p:attrName>
                                        </p:attrNameLst>
                                      </p:cBhvr>
                                      <p:tavLst>
                                        <p:tav tm="0">
                                          <p:val>
                                            <p:strVal val="#ppt_y+0.1"/>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presetID="30" presetClass="entr" presetSubtype="0" fill="hold" grpId="0" nodeType="clickEffect">
                                  <p:stCondLst>
                                    <p:cond delay="0"/>
                                  </p:stCondLst>
                                  <p:childTnLst>
                                    <p:set>
                                      <p:cBhvr>
                                        <p:cTn id="237" dur="1" fill="hold">
                                          <p:stCondLst>
                                            <p:cond delay="0"/>
                                          </p:stCondLst>
                                        </p:cTn>
                                        <p:tgtEl>
                                          <p:spTgt spid="74"/>
                                        </p:tgtEl>
                                        <p:attrNameLst>
                                          <p:attrName>style.visibility</p:attrName>
                                        </p:attrNameLst>
                                      </p:cBhvr>
                                      <p:to>
                                        <p:strVal val="visible"/>
                                      </p:to>
                                    </p:set>
                                    <p:animEffect transition="in" filter="fade">
                                      <p:cBhvr>
                                        <p:cTn id="238" dur="800" decel="100000"/>
                                        <p:tgtEl>
                                          <p:spTgt spid="74"/>
                                        </p:tgtEl>
                                      </p:cBhvr>
                                    </p:animEffect>
                                    <p:anim calcmode="lin" valueType="num">
                                      <p:cBhvr>
                                        <p:cTn id="239" dur="800" decel="100000" fill="hold"/>
                                        <p:tgtEl>
                                          <p:spTgt spid="74"/>
                                        </p:tgtEl>
                                        <p:attrNameLst>
                                          <p:attrName>style.rotation</p:attrName>
                                        </p:attrNameLst>
                                      </p:cBhvr>
                                      <p:tavLst>
                                        <p:tav tm="0">
                                          <p:val>
                                            <p:fltVal val="-90"/>
                                          </p:val>
                                        </p:tav>
                                        <p:tav tm="100000">
                                          <p:val>
                                            <p:fltVal val="0"/>
                                          </p:val>
                                        </p:tav>
                                      </p:tavLst>
                                    </p:anim>
                                    <p:anim calcmode="lin" valueType="num">
                                      <p:cBhvr>
                                        <p:cTn id="240" dur="800" decel="100000" fill="hold"/>
                                        <p:tgtEl>
                                          <p:spTgt spid="74"/>
                                        </p:tgtEl>
                                        <p:attrNameLst>
                                          <p:attrName>ppt_x</p:attrName>
                                        </p:attrNameLst>
                                      </p:cBhvr>
                                      <p:tavLst>
                                        <p:tav tm="0">
                                          <p:val>
                                            <p:strVal val="#ppt_x+0.4"/>
                                          </p:val>
                                        </p:tav>
                                        <p:tav tm="100000">
                                          <p:val>
                                            <p:strVal val="#ppt_x-0.05"/>
                                          </p:val>
                                        </p:tav>
                                      </p:tavLst>
                                    </p:anim>
                                    <p:anim calcmode="lin" valueType="num">
                                      <p:cBhvr>
                                        <p:cTn id="241" dur="800" decel="100000" fill="hold"/>
                                        <p:tgtEl>
                                          <p:spTgt spid="74"/>
                                        </p:tgtEl>
                                        <p:attrNameLst>
                                          <p:attrName>ppt_y</p:attrName>
                                        </p:attrNameLst>
                                      </p:cBhvr>
                                      <p:tavLst>
                                        <p:tav tm="0">
                                          <p:val>
                                            <p:strVal val="#ppt_y-0.4"/>
                                          </p:val>
                                        </p:tav>
                                        <p:tav tm="100000">
                                          <p:val>
                                            <p:strVal val="#ppt_y+0.1"/>
                                          </p:val>
                                        </p:tav>
                                      </p:tavLst>
                                    </p:anim>
                                    <p:anim calcmode="lin" valueType="num">
                                      <p:cBhvr>
                                        <p:cTn id="242" dur="200" accel="100000" fill="hold">
                                          <p:stCondLst>
                                            <p:cond delay="800"/>
                                          </p:stCondLst>
                                        </p:cTn>
                                        <p:tgtEl>
                                          <p:spTgt spid="74"/>
                                        </p:tgtEl>
                                        <p:attrNameLst>
                                          <p:attrName>ppt_x</p:attrName>
                                        </p:attrNameLst>
                                      </p:cBhvr>
                                      <p:tavLst>
                                        <p:tav tm="0">
                                          <p:val>
                                            <p:strVal val="#ppt_x-0.05"/>
                                          </p:val>
                                        </p:tav>
                                        <p:tav tm="100000">
                                          <p:val>
                                            <p:strVal val="#ppt_x"/>
                                          </p:val>
                                        </p:tav>
                                      </p:tavLst>
                                    </p:anim>
                                    <p:anim calcmode="lin" valueType="num">
                                      <p:cBhvr>
                                        <p:cTn id="243" dur="200" accel="100000" fill="hold">
                                          <p:stCondLst>
                                            <p:cond delay="800"/>
                                          </p:stCondLst>
                                        </p:cTn>
                                        <p:tgtEl>
                                          <p:spTgt spid="74"/>
                                        </p:tgtEl>
                                        <p:attrNameLst>
                                          <p:attrName>ppt_y</p:attrName>
                                        </p:attrNameLst>
                                      </p:cBhvr>
                                      <p:tavLst>
                                        <p:tav tm="0">
                                          <p:val>
                                            <p:strVal val="#ppt_y+0.1"/>
                                          </p:val>
                                        </p:tav>
                                        <p:tav tm="100000">
                                          <p:val>
                                            <p:strVal val="#ppt_y"/>
                                          </p:val>
                                        </p:tav>
                                      </p:tavLst>
                                    </p:anim>
                                  </p:childTnLst>
                                </p:cTn>
                              </p:par>
                              <p:par>
                                <p:cTn id="244" presetID="30" presetClass="entr" presetSubtype="0" fill="hold" nodeType="withEffect">
                                  <p:stCondLst>
                                    <p:cond delay="0"/>
                                  </p:stCondLst>
                                  <p:childTnLst>
                                    <p:set>
                                      <p:cBhvr>
                                        <p:cTn id="245" dur="1" fill="hold">
                                          <p:stCondLst>
                                            <p:cond delay="0"/>
                                          </p:stCondLst>
                                        </p:cTn>
                                        <p:tgtEl>
                                          <p:spTgt spid="78"/>
                                        </p:tgtEl>
                                        <p:attrNameLst>
                                          <p:attrName>style.visibility</p:attrName>
                                        </p:attrNameLst>
                                      </p:cBhvr>
                                      <p:to>
                                        <p:strVal val="visible"/>
                                      </p:to>
                                    </p:set>
                                    <p:animEffect transition="in" filter="fade">
                                      <p:cBhvr>
                                        <p:cTn id="246" dur="800" decel="100000"/>
                                        <p:tgtEl>
                                          <p:spTgt spid="78"/>
                                        </p:tgtEl>
                                      </p:cBhvr>
                                    </p:animEffect>
                                    <p:anim calcmode="lin" valueType="num">
                                      <p:cBhvr>
                                        <p:cTn id="247" dur="800" decel="100000" fill="hold"/>
                                        <p:tgtEl>
                                          <p:spTgt spid="78"/>
                                        </p:tgtEl>
                                        <p:attrNameLst>
                                          <p:attrName>style.rotation</p:attrName>
                                        </p:attrNameLst>
                                      </p:cBhvr>
                                      <p:tavLst>
                                        <p:tav tm="0">
                                          <p:val>
                                            <p:fltVal val="-90"/>
                                          </p:val>
                                        </p:tav>
                                        <p:tav tm="100000">
                                          <p:val>
                                            <p:fltVal val="0"/>
                                          </p:val>
                                        </p:tav>
                                      </p:tavLst>
                                    </p:anim>
                                    <p:anim calcmode="lin" valueType="num">
                                      <p:cBhvr>
                                        <p:cTn id="248" dur="800" decel="100000" fill="hold"/>
                                        <p:tgtEl>
                                          <p:spTgt spid="78"/>
                                        </p:tgtEl>
                                        <p:attrNameLst>
                                          <p:attrName>ppt_x</p:attrName>
                                        </p:attrNameLst>
                                      </p:cBhvr>
                                      <p:tavLst>
                                        <p:tav tm="0">
                                          <p:val>
                                            <p:strVal val="#ppt_x+0.4"/>
                                          </p:val>
                                        </p:tav>
                                        <p:tav tm="100000">
                                          <p:val>
                                            <p:strVal val="#ppt_x-0.05"/>
                                          </p:val>
                                        </p:tav>
                                      </p:tavLst>
                                    </p:anim>
                                    <p:anim calcmode="lin" valueType="num">
                                      <p:cBhvr>
                                        <p:cTn id="249" dur="800" decel="100000" fill="hold"/>
                                        <p:tgtEl>
                                          <p:spTgt spid="78"/>
                                        </p:tgtEl>
                                        <p:attrNameLst>
                                          <p:attrName>ppt_y</p:attrName>
                                        </p:attrNameLst>
                                      </p:cBhvr>
                                      <p:tavLst>
                                        <p:tav tm="0">
                                          <p:val>
                                            <p:strVal val="#ppt_y-0.4"/>
                                          </p:val>
                                        </p:tav>
                                        <p:tav tm="100000">
                                          <p:val>
                                            <p:strVal val="#ppt_y+0.1"/>
                                          </p:val>
                                        </p:tav>
                                      </p:tavLst>
                                    </p:anim>
                                    <p:anim calcmode="lin" valueType="num">
                                      <p:cBhvr>
                                        <p:cTn id="250" dur="200" accel="100000" fill="hold">
                                          <p:stCondLst>
                                            <p:cond delay="800"/>
                                          </p:stCondLst>
                                        </p:cTn>
                                        <p:tgtEl>
                                          <p:spTgt spid="78"/>
                                        </p:tgtEl>
                                        <p:attrNameLst>
                                          <p:attrName>ppt_x</p:attrName>
                                        </p:attrNameLst>
                                      </p:cBhvr>
                                      <p:tavLst>
                                        <p:tav tm="0">
                                          <p:val>
                                            <p:strVal val="#ppt_x-0.05"/>
                                          </p:val>
                                        </p:tav>
                                        <p:tav tm="100000">
                                          <p:val>
                                            <p:strVal val="#ppt_x"/>
                                          </p:val>
                                        </p:tav>
                                      </p:tavLst>
                                    </p:anim>
                                    <p:anim calcmode="lin" valueType="num">
                                      <p:cBhvr>
                                        <p:cTn id="251" dur="200" accel="100000" fill="hold">
                                          <p:stCondLst>
                                            <p:cond delay="800"/>
                                          </p:stCondLst>
                                        </p:cTn>
                                        <p:tgtEl>
                                          <p:spTgt spid="78"/>
                                        </p:tgtEl>
                                        <p:attrNameLst>
                                          <p:attrName>ppt_y</p:attrName>
                                        </p:attrNameLst>
                                      </p:cBhvr>
                                      <p:tavLst>
                                        <p:tav tm="0">
                                          <p:val>
                                            <p:strVal val="#ppt_y+0.1"/>
                                          </p:val>
                                        </p:tav>
                                        <p:tav tm="100000">
                                          <p:val>
                                            <p:strVal val="#ppt_y"/>
                                          </p:val>
                                        </p:tav>
                                      </p:tavLst>
                                    </p:anim>
                                  </p:childTnLst>
                                </p:cTn>
                              </p:par>
                            </p:childTnLst>
                          </p:cTn>
                        </p:par>
                      </p:childTnLst>
                    </p:cTn>
                  </p:par>
                  <p:par>
                    <p:cTn id="252" fill="hold">
                      <p:stCondLst>
                        <p:cond delay="indefinite"/>
                      </p:stCondLst>
                      <p:childTnLst>
                        <p:par>
                          <p:cTn id="253" fill="hold">
                            <p:stCondLst>
                              <p:cond delay="0"/>
                            </p:stCondLst>
                            <p:childTnLst>
                              <p:par>
                                <p:cTn id="254" presetID="37" presetClass="exit" presetSubtype="0" fill="hold" nodeType="clickEffect">
                                  <p:stCondLst>
                                    <p:cond delay="0"/>
                                  </p:stCondLst>
                                  <p:childTnLst>
                                    <p:animEffect transition="out" filter="fade">
                                      <p:cBhvr>
                                        <p:cTn id="255" dur="1000"/>
                                        <p:tgtEl>
                                          <p:spTgt spid="78"/>
                                        </p:tgtEl>
                                      </p:cBhvr>
                                    </p:animEffect>
                                    <p:anim calcmode="lin" valueType="num">
                                      <p:cBhvr>
                                        <p:cTn id="256" dur="1000"/>
                                        <p:tgtEl>
                                          <p:spTgt spid="78"/>
                                        </p:tgtEl>
                                        <p:attrNameLst>
                                          <p:attrName>ppt_x</p:attrName>
                                        </p:attrNameLst>
                                      </p:cBhvr>
                                      <p:tavLst>
                                        <p:tav tm="0">
                                          <p:val>
                                            <p:strVal val="ppt_x"/>
                                          </p:val>
                                        </p:tav>
                                        <p:tav tm="100000">
                                          <p:val>
                                            <p:strVal val="ppt_x"/>
                                          </p:val>
                                        </p:tav>
                                      </p:tavLst>
                                    </p:anim>
                                    <p:anim calcmode="lin" valueType="num">
                                      <p:cBhvr>
                                        <p:cTn id="257" dur="100" decel="100000"/>
                                        <p:tgtEl>
                                          <p:spTgt spid="78"/>
                                        </p:tgtEl>
                                        <p:attrNameLst>
                                          <p:attrName>ppt_y</p:attrName>
                                        </p:attrNameLst>
                                      </p:cBhvr>
                                      <p:tavLst>
                                        <p:tav tm="0">
                                          <p:val>
                                            <p:strVal val="ppt_y"/>
                                          </p:val>
                                        </p:tav>
                                        <p:tav tm="100000">
                                          <p:val>
                                            <p:strVal val="ppt_y-.03"/>
                                          </p:val>
                                        </p:tav>
                                      </p:tavLst>
                                    </p:anim>
                                    <p:anim calcmode="lin" valueType="num">
                                      <p:cBhvr>
                                        <p:cTn id="258" dur="900" accel="100000">
                                          <p:stCondLst>
                                            <p:cond delay="100"/>
                                          </p:stCondLst>
                                        </p:cTn>
                                        <p:tgtEl>
                                          <p:spTgt spid="78"/>
                                        </p:tgtEl>
                                        <p:attrNameLst>
                                          <p:attrName>ppt_y</p:attrName>
                                        </p:attrNameLst>
                                      </p:cBhvr>
                                      <p:tavLst>
                                        <p:tav tm="0">
                                          <p:val>
                                            <p:strVal val="ppt_y"/>
                                          </p:val>
                                        </p:tav>
                                        <p:tav tm="100000">
                                          <p:val>
                                            <p:strVal val="ppt_y+1"/>
                                          </p:val>
                                        </p:tav>
                                      </p:tavLst>
                                    </p:anim>
                                    <p:set>
                                      <p:cBhvr>
                                        <p:cTn id="259" dur="1" fill="hold">
                                          <p:stCondLst>
                                            <p:cond delay="999"/>
                                          </p:stCondLst>
                                        </p:cTn>
                                        <p:tgtEl>
                                          <p:spTgt spid="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1" grpId="0"/>
      <p:bldP spid="42" grpId="0"/>
      <p:bldP spid="43" grpId="0"/>
      <p:bldP spid="70" grpId="0"/>
      <p:bldP spid="71" grpId="0"/>
      <p:bldP spid="72" grpId="0"/>
      <p:bldP spid="73" grpId="0"/>
      <p:bldP spid="7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2" name="Freeform 2"/>
          <p:cNvSpPr/>
          <p:nvPr/>
        </p:nvSpPr>
        <p:spPr>
          <a:xfrm rot="93334">
            <a:off x="15972255" y="5012906"/>
            <a:ext cx="6423939" cy="5512385"/>
          </a:xfrm>
          <a:custGeom>
            <a:avLst/>
            <a:gdLst/>
            <a:ahLst/>
            <a:cxnLst/>
            <a:rect l="l" t="t" r="r" b="b"/>
            <a:pathLst>
              <a:path w="6423939" h="5512385">
                <a:moveTo>
                  <a:pt x="0" y="0"/>
                </a:moveTo>
                <a:lnTo>
                  <a:pt x="6423939" y="0"/>
                </a:lnTo>
                <a:lnTo>
                  <a:pt x="6423939" y="5512385"/>
                </a:lnTo>
                <a:lnTo>
                  <a:pt x="0" y="5512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639918" y="8382460"/>
            <a:ext cx="19567836" cy="7386858"/>
          </a:xfrm>
          <a:custGeom>
            <a:avLst/>
            <a:gdLst/>
            <a:ahLst/>
            <a:cxnLst/>
            <a:rect l="l" t="t" r="r" b="b"/>
            <a:pathLst>
              <a:path w="19567836" h="7386858">
                <a:moveTo>
                  <a:pt x="0" y="0"/>
                </a:moveTo>
                <a:lnTo>
                  <a:pt x="19567836" y="0"/>
                </a:lnTo>
                <a:lnTo>
                  <a:pt x="19567836" y="7386858"/>
                </a:lnTo>
                <a:lnTo>
                  <a:pt x="0" y="7386858"/>
                </a:lnTo>
                <a:lnTo>
                  <a:pt x="0" y="0"/>
                </a:lnTo>
                <a:close/>
              </a:path>
            </a:pathLst>
          </a:custGeom>
          <a:blipFill>
            <a:blip r:embed="rId5"/>
            <a:stretch>
              <a:fillRect/>
            </a:stretch>
          </a:blipFill>
        </p:spPr>
      </p:sp>
      <p:sp>
        <p:nvSpPr>
          <p:cNvPr id="4" name="Freeform 4"/>
          <p:cNvSpPr/>
          <p:nvPr/>
        </p:nvSpPr>
        <p:spPr>
          <a:xfrm>
            <a:off x="291913" y="1021168"/>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6">
              <a:alphaModFix amt="41000"/>
              <a:extLst>
                <a:ext uri="{96DAC541-7B7A-43D3-8B79-37D633B846F1}">
                  <asvg:svgBlip xmlns="" xmlns:asvg="http://schemas.microsoft.com/office/drawing/2016/SVG/main" r:embed="rId7"/>
                </a:ext>
              </a:extLst>
            </a:blip>
            <a:stretch>
              <a:fillRect/>
            </a:stretch>
          </a:blipFill>
        </p:spPr>
      </p:sp>
      <p:sp>
        <p:nvSpPr>
          <p:cNvPr id="5" name="Freeform 5"/>
          <p:cNvSpPr/>
          <p:nvPr/>
        </p:nvSpPr>
        <p:spPr>
          <a:xfrm>
            <a:off x="13181988" y="-6406763"/>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6">
              <a:alphaModFix amt="41000"/>
              <a:extLst>
                <a:ext uri="{96DAC541-7B7A-43D3-8B79-37D633B846F1}">
                  <asvg:svgBlip xmlns="" xmlns:asvg="http://schemas.microsoft.com/office/drawing/2016/SVG/main" r:embed="rId7"/>
                </a:ext>
              </a:extLst>
            </a:blip>
            <a:stretch>
              <a:fillRect/>
            </a:stretch>
          </a:blipFill>
        </p:spPr>
      </p:sp>
      <p:sp>
        <p:nvSpPr>
          <p:cNvPr id="12" name="Freeform 12"/>
          <p:cNvSpPr/>
          <p:nvPr/>
        </p:nvSpPr>
        <p:spPr>
          <a:xfrm rot="920133" flipV="1">
            <a:off x="611631" y="-1714325"/>
            <a:ext cx="6393249" cy="5486050"/>
          </a:xfrm>
          <a:custGeom>
            <a:avLst/>
            <a:gdLst/>
            <a:ahLst/>
            <a:cxnLst/>
            <a:rect l="l" t="t" r="r" b="b"/>
            <a:pathLst>
              <a:path w="6393249" h="5486050">
                <a:moveTo>
                  <a:pt x="0" y="5486050"/>
                </a:moveTo>
                <a:lnTo>
                  <a:pt x="6393249" y="5486050"/>
                </a:lnTo>
                <a:lnTo>
                  <a:pt x="6393249" y="0"/>
                </a:lnTo>
                <a:lnTo>
                  <a:pt x="0" y="0"/>
                </a:lnTo>
                <a:lnTo>
                  <a:pt x="0" y="548605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3" name="Freeform 13"/>
          <p:cNvSpPr/>
          <p:nvPr/>
        </p:nvSpPr>
        <p:spPr>
          <a:xfrm rot="920133" flipV="1">
            <a:off x="7138277" y="-3644419"/>
            <a:ext cx="7824235" cy="6713981"/>
          </a:xfrm>
          <a:custGeom>
            <a:avLst/>
            <a:gdLst/>
            <a:ahLst/>
            <a:cxnLst/>
            <a:rect l="l" t="t" r="r" b="b"/>
            <a:pathLst>
              <a:path w="7824235" h="6713981">
                <a:moveTo>
                  <a:pt x="0" y="6713981"/>
                </a:moveTo>
                <a:lnTo>
                  <a:pt x="7824235" y="6713981"/>
                </a:lnTo>
                <a:lnTo>
                  <a:pt x="7824235" y="0"/>
                </a:lnTo>
                <a:lnTo>
                  <a:pt x="0" y="0"/>
                </a:lnTo>
                <a:lnTo>
                  <a:pt x="0" y="6713981"/>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5" name="Freeform 15"/>
          <p:cNvSpPr/>
          <p:nvPr/>
        </p:nvSpPr>
        <p:spPr>
          <a:xfrm rot="1700970" flipH="1">
            <a:off x="14417885" y="546368"/>
            <a:ext cx="4668859" cy="2039110"/>
          </a:xfrm>
          <a:custGeom>
            <a:avLst/>
            <a:gdLst/>
            <a:ahLst/>
            <a:cxnLst/>
            <a:rect l="l" t="t" r="r" b="b"/>
            <a:pathLst>
              <a:path w="4668859" h="2039110">
                <a:moveTo>
                  <a:pt x="4668859" y="0"/>
                </a:moveTo>
                <a:lnTo>
                  <a:pt x="0" y="0"/>
                </a:lnTo>
                <a:lnTo>
                  <a:pt x="0" y="2039110"/>
                </a:lnTo>
                <a:lnTo>
                  <a:pt x="4668859" y="2039110"/>
                </a:lnTo>
                <a:lnTo>
                  <a:pt x="4668859" y="0"/>
                </a:lnTo>
                <a:close/>
              </a:path>
            </a:pathLst>
          </a:custGeom>
          <a:blipFill>
            <a:blip r:embed="rId8"/>
            <a:stretch>
              <a:fillRect/>
            </a:stretch>
          </a:blipFill>
        </p:spPr>
      </p:sp>
      <p:sp>
        <p:nvSpPr>
          <p:cNvPr id="16" name="Freeform 16"/>
          <p:cNvSpPr/>
          <p:nvPr/>
        </p:nvSpPr>
        <p:spPr>
          <a:xfrm rot="994422">
            <a:off x="-598908" y="-355827"/>
            <a:ext cx="3451887" cy="4067389"/>
          </a:xfrm>
          <a:custGeom>
            <a:avLst/>
            <a:gdLst/>
            <a:ahLst/>
            <a:cxnLst/>
            <a:rect l="l" t="t" r="r" b="b"/>
            <a:pathLst>
              <a:path w="9613994" h="7697479">
                <a:moveTo>
                  <a:pt x="0" y="0"/>
                </a:moveTo>
                <a:lnTo>
                  <a:pt x="9613994" y="0"/>
                </a:lnTo>
                <a:lnTo>
                  <a:pt x="9613994" y="7697479"/>
                </a:lnTo>
                <a:lnTo>
                  <a:pt x="0" y="7697479"/>
                </a:lnTo>
                <a:lnTo>
                  <a:pt x="0" y="0"/>
                </a:lnTo>
                <a:close/>
              </a:path>
            </a:pathLst>
          </a:custGeom>
          <a:blipFill>
            <a:blip r:embed="rId9"/>
            <a:stretch>
              <a:fillRect/>
            </a:stretch>
          </a:blipFill>
        </p:spPr>
      </p:sp>
      <p:pic>
        <p:nvPicPr>
          <p:cNvPr id="3074" name="Picture 2" descr="Smart car - Free technology icon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9111" y="3593000"/>
            <a:ext cx="2816540" cy="281654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D Siri Mac Os Apple Logo Icon PNG | Citypng"/>
          <p:cNvPicPr>
            <a:picLocks noChangeAspect="1" noChangeArrowheads="1"/>
          </p:cNvPicPr>
          <p:nvPr/>
        </p:nvPicPr>
        <p:blipFill rotWithShape="1">
          <a:blip r:embed="rId11">
            <a:extLst>
              <a:ext uri="{28A0092B-C50C-407E-A947-70E740481C1C}">
                <a14:useLocalDpi xmlns:a14="http://schemas.microsoft.com/office/drawing/2010/main" val="0"/>
              </a:ext>
            </a:extLst>
          </a:blip>
          <a:srcRect l="9539" t="8933" r="12238" b="12844"/>
          <a:stretch/>
        </p:blipFill>
        <p:spPr bwMode="auto">
          <a:xfrm>
            <a:off x="10644876" y="3675714"/>
            <a:ext cx="2751994" cy="275199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5" name="TextBox 39"/>
          <p:cNvSpPr txBox="1"/>
          <p:nvPr/>
        </p:nvSpPr>
        <p:spPr>
          <a:xfrm>
            <a:off x="4606423" y="1907886"/>
            <a:ext cx="9656177" cy="388953"/>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Examples of AI Agent</a:t>
            </a:r>
            <a:endParaRPr lang="en-US" sz="5400" spc="80" dirty="0">
              <a:solidFill>
                <a:srgbClr val="EED3FF"/>
              </a:solidFill>
              <a:latin typeface="Zen Dots" panose="020B0604020202020204" charset="0"/>
              <a:ea typeface="Open Sauce"/>
              <a:cs typeface="Open Sauce"/>
              <a:sym typeface="Open Sauce"/>
            </a:endParaRPr>
          </a:p>
        </p:txBody>
      </p:sp>
      <p:sp>
        <p:nvSpPr>
          <p:cNvPr id="26" name="TextBox 39"/>
          <p:cNvSpPr txBox="1"/>
          <p:nvPr/>
        </p:nvSpPr>
        <p:spPr>
          <a:xfrm>
            <a:off x="11506200" y="6997767"/>
            <a:ext cx="2522289" cy="298928"/>
          </a:xfrm>
          <a:prstGeom prst="rect">
            <a:avLst/>
          </a:prstGeom>
        </p:spPr>
        <p:txBody>
          <a:bodyPr wrap="square" lIns="0" tIns="0" rIns="0" bIns="0" rtlCol="0" anchor="t">
            <a:spAutoFit/>
          </a:bodyPr>
          <a:lstStyle/>
          <a:p>
            <a:pPr algn="l">
              <a:lnSpc>
                <a:spcPts val="2059"/>
              </a:lnSpc>
              <a:spcBef>
                <a:spcPct val="0"/>
              </a:spcBef>
            </a:pPr>
            <a:r>
              <a:rPr lang="en-US" sz="2800" spc="80" dirty="0" smtClean="0">
                <a:solidFill>
                  <a:srgbClr val="EED3FF"/>
                </a:solidFill>
                <a:latin typeface="Zen Dots" panose="020B0604020202020204" charset="0"/>
                <a:ea typeface="Open Sauce"/>
                <a:cs typeface="Open Sauce"/>
                <a:sym typeface="Open Sauce"/>
              </a:rPr>
              <a:t>SIRI</a:t>
            </a:r>
            <a:endParaRPr lang="en-US" sz="2800" spc="80" dirty="0">
              <a:solidFill>
                <a:srgbClr val="EED3FF"/>
              </a:solidFill>
              <a:latin typeface="Zen Dots" panose="020B0604020202020204" charset="0"/>
              <a:ea typeface="Open Sauce"/>
              <a:cs typeface="Open Sauce"/>
              <a:sym typeface="Open Sauce"/>
            </a:endParaRPr>
          </a:p>
        </p:txBody>
      </p:sp>
      <p:sp>
        <p:nvSpPr>
          <p:cNvPr id="27" name="TextBox 39"/>
          <p:cNvSpPr txBox="1"/>
          <p:nvPr/>
        </p:nvSpPr>
        <p:spPr>
          <a:xfrm>
            <a:off x="4668231" y="6968383"/>
            <a:ext cx="6034839" cy="298928"/>
          </a:xfrm>
          <a:prstGeom prst="rect">
            <a:avLst/>
          </a:prstGeom>
        </p:spPr>
        <p:txBody>
          <a:bodyPr lIns="0" tIns="0" rIns="0" bIns="0" rtlCol="0" anchor="t">
            <a:spAutoFit/>
          </a:bodyPr>
          <a:lstStyle/>
          <a:p>
            <a:pPr algn="l">
              <a:lnSpc>
                <a:spcPts val="2059"/>
              </a:lnSpc>
              <a:spcBef>
                <a:spcPct val="0"/>
              </a:spcBef>
            </a:pPr>
            <a:r>
              <a:rPr lang="en-US" sz="2800" spc="80" dirty="0" smtClean="0">
                <a:solidFill>
                  <a:srgbClr val="EED3FF"/>
                </a:solidFill>
                <a:latin typeface="Zen Dots" panose="020B0604020202020204" charset="0"/>
                <a:ea typeface="Open Sauce"/>
                <a:cs typeface="Open Sauce"/>
                <a:sym typeface="Open Sauce"/>
              </a:rPr>
              <a:t>Self Driving Car</a:t>
            </a:r>
            <a:endParaRPr lang="en-US" sz="2800" spc="80" dirty="0">
              <a:solidFill>
                <a:srgbClr val="EED3FF"/>
              </a:solidFill>
              <a:latin typeface="Zen Dots" panose="020B0604020202020204" charset="0"/>
              <a:ea typeface="Open Sauce"/>
              <a:cs typeface="Open Sauce"/>
              <a:sym typeface="Open Sauce"/>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800" decel="100000"/>
                                        <p:tgtEl>
                                          <p:spTgt spid="25"/>
                                        </p:tgtEl>
                                      </p:cBhvr>
                                    </p:animEffect>
                                    <p:anim calcmode="lin" valueType="num">
                                      <p:cBhvr>
                                        <p:cTn id="8" dur="800" decel="100000" fill="hold"/>
                                        <p:tgtEl>
                                          <p:spTgt spid="25"/>
                                        </p:tgtEl>
                                        <p:attrNameLst>
                                          <p:attrName>style.rotation</p:attrName>
                                        </p:attrNameLst>
                                      </p:cBhvr>
                                      <p:tavLst>
                                        <p:tav tm="0">
                                          <p:val>
                                            <p:fltVal val="-90"/>
                                          </p:val>
                                        </p:tav>
                                        <p:tav tm="100000">
                                          <p:val>
                                            <p:fltVal val="0"/>
                                          </p:val>
                                        </p:tav>
                                      </p:tavLst>
                                    </p:anim>
                                    <p:anim calcmode="lin" valueType="num">
                                      <p:cBhvr>
                                        <p:cTn id="9" dur="800" decel="100000" fill="hold"/>
                                        <p:tgtEl>
                                          <p:spTgt spid="25"/>
                                        </p:tgtEl>
                                        <p:attrNameLst>
                                          <p:attrName>ppt_x</p:attrName>
                                        </p:attrNameLst>
                                      </p:cBhvr>
                                      <p:tavLst>
                                        <p:tav tm="0">
                                          <p:val>
                                            <p:strVal val="#ppt_x+0.4"/>
                                          </p:val>
                                        </p:tav>
                                        <p:tav tm="100000">
                                          <p:val>
                                            <p:strVal val="#ppt_x-0.05"/>
                                          </p:val>
                                        </p:tav>
                                      </p:tavLst>
                                    </p:anim>
                                    <p:anim calcmode="lin" valueType="num">
                                      <p:cBhvr>
                                        <p:cTn id="10" dur="800" decel="100000" fill="hold"/>
                                        <p:tgtEl>
                                          <p:spTgt spid="2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3" name="Freeform 3"/>
          <p:cNvSpPr/>
          <p:nvPr/>
        </p:nvSpPr>
        <p:spPr>
          <a:xfrm flipH="1">
            <a:off x="-3221807" y="995858"/>
            <a:ext cx="8727458" cy="7489037"/>
          </a:xfrm>
          <a:custGeom>
            <a:avLst/>
            <a:gdLst/>
            <a:ahLst/>
            <a:cxnLst/>
            <a:rect l="l" t="t" r="r" b="b"/>
            <a:pathLst>
              <a:path w="8727458" h="7489037">
                <a:moveTo>
                  <a:pt x="8727458" y="0"/>
                </a:moveTo>
                <a:lnTo>
                  <a:pt x="0" y="0"/>
                </a:lnTo>
                <a:lnTo>
                  <a:pt x="0" y="7489036"/>
                </a:lnTo>
                <a:lnTo>
                  <a:pt x="8727458" y="7489036"/>
                </a:lnTo>
                <a:lnTo>
                  <a:pt x="8727458"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5505651" y="-5518975"/>
            <a:ext cx="7575046" cy="7575046"/>
          </a:xfrm>
          <a:custGeom>
            <a:avLst/>
            <a:gdLst/>
            <a:ahLst/>
            <a:cxnLst/>
            <a:rect l="l" t="t" r="r" b="b"/>
            <a:pathLst>
              <a:path w="7575046" h="7575046">
                <a:moveTo>
                  <a:pt x="0" y="0"/>
                </a:moveTo>
                <a:lnTo>
                  <a:pt x="7575047" y="0"/>
                </a:lnTo>
                <a:lnTo>
                  <a:pt x="7575047" y="7575046"/>
                </a:lnTo>
                <a:lnTo>
                  <a:pt x="0" y="7575046"/>
                </a:lnTo>
                <a:lnTo>
                  <a:pt x="0" y="0"/>
                </a:lnTo>
                <a:close/>
              </a:path>
            </a:pathLst>
          </a:custGeom>
          <a:blipFill>
            <a:blip r:embed="rId6">
              <a:alphaModFix amt="23000"/>
              <a:extLst>
                <a:ext uri="{96DAC541-7B7A-43D3-8B79-37D633B846F1}">
                  <asvg:svgBlip xmlns="" xmlns:asvg="http://schemas.microsoft.com/office/drawing/2016/SVG/main" r:embed="rId7"/>
                </a:ext>
              </a:extLst>
            </a:blip>
            <a:stretch>
              <a:fillRect/>
            </a:stretch>
          </a:blipFill>
        </p:spPr>
      </p:sp>
      <p:sp>
        <p:nvSpPr>
          <p:cNvPr id="7" name="Freeform 7"/>
          <p:cNvSpPr/>
          <p:nvPr/>
        </p:nvSpPr>
        <p:spPr>
          <a:xfrm rot="251071">
            <a:off x="12254109" y="1056367"/>
            <a:ext cx="8727458" cy="7489037"/>
          </a:xfrm>
          <a:custGeom>
            <a:avLst/>
            <a:gdLst/>
            <a:ahLst/>
            <a:cxnLst/>
            <a:rect l="l" t="t" r="r" b="b"/>
            <a:pathLst>
              <a:path w="8727458" h="7489037">
                <a:moveTo>
                  <a:pt x="0" y="0"/>
                </a:moveTo>
                <a:lnTo>
                  <a:pt x="8727458" y="0"/>
                </a:lnTo>
                <a:lnTo>
                  <a:pt x="8727458" y="7489037"/>
                </a:lnTo>
                <a:lnTo>
                  <a:pt x="0" y="7489037"/>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367115" y="4073164"/>
            <a:ext cx="9162588" cy="1141338"/>
          </a:xfrm>
          <a:prstGeom prst="rect">
            <a:avLst/>
          </a:prstGeom>
        </p:spPr>
        <p:txBody>
          <a:bodyPr lIns="0" tIns="0" rIns="0" bIns="0" rtlCol="0" anchor="t">
            <a:spAutoFit/>
          </a:bodyPr>
          <a:lstStyle/>
          <a:p>
            <a:pPr algn="ctr">
              <a:lnSpc>
                <a:spcPts val="8939"/>
              </a:lnSpc>
            </a:pPr>
            <a:r>
              <a:rPr lang="en-US" sz="7841" dirty="0" smtClean="0">
                <a:solidFill>
                  <a:srgbClr val="EED3FF"/>
                </a:solidFill>
                <a:latin typeface="Zen Dots"/>
                <a:ea typeface="Zen Dots"/>
                <a:cs typeface="Zen Dots"/>
                <a:sym typeface="Zen Dots"/>
              </a:rPr>
              <a:t>Frameworks</a:t>
            </a:r>
            <a:endParaRPr lang="en-US" sz="7841" dirty="0">
              <a:solidFill>
                <a:srgbClr val="EED3FF"/>
              </a:solidFill>
              <a:latin typeface="Zen Dots"/>
              <a:ea typeface="Zen Dots"/>
              <a:cs typeface="Zen Dots"/>
              <a:sym typeface="Zen Dots"/>
            </a:endParaRPr>
          </a:p>
        </p:txBody>
      </p:sp>
      <p:sp>
        <p:nvSpPr>
          <p:cNvPr id="10" name="Freeform 10"/>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8"/>
            <a:stretch>
              <a:fillRect/>
            </a:stretch>
          </a:blipFill>
        </p:spPr>
      </p:sp>
      <p:sp>
        <p:nvSpPr>
          <p:cNvPr id="11" name="Freeform 11"/>
          <p:cNvSpPr/>
          <p:nvPr/>
        </p:nvSpPr>
        <p:spPr>
          <a:xfrm>
            <a:off x="0"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9"/>
            <a:stretch>
              <a:fillRect/>
            </a:stretch>
          </a:blipFill>
        </p:spPr>
      </p:sp>
      <p:sp>
        <p:nvSpPr>
          <p:cNvPr id="12" name="Freeform 12"/>
          <p:cNvSpPr/>
          <p:nvPr/>
        </p:nvSpPr>
        <p:spPr>
          <a:xfrm flipH="1">
            <a:off x="11548656"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0"/>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7" name="TextBox 17"/>
          <p:cNvSpPr txBox="1"/>
          <p:nvPr/>
        </p:nvSpPr>
        <p:spPr>
          <a:xfrm>
            <a:off x="8854685" y="6484261"/>
            <a:ext cx="578629" cy="603666"/>
          </a:xfrm>
          <a:prstGeom prst="rect">
            <a:avLst/>
          </a:prstGeom>
        </p:spPr>
        <p:txBody>
          <a:bodyPr lIns="50800" tIns="50800" rIns="50800" bIns="50800" rtlCol="0" anchor="ctr"/>
          <a:lstStyle/>
          <a:p>
            <a:pPr algn="ctr">
              <a:lnSpc>
                <a:spcPts val="2150"/>
              </a:lnSpc>
            </a:pPr>
            <a:endParaRPr/>
          </a:p>
        </p:txBody>
      </p:sp>
    </p:spTree>
    <p:extLst>
      <p:ext uri="{BB962C8B-B14F-4D97-AF65-F5344CB8AC3E}">
        <p14:creationId xmlns:p14="http://schemas.microsoft.com/office/powerpoint/2010/main" val="344228952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79" name="Freeform 18"/>
          <p:cNvSpPr/>
          <p:nvPr/>
        </p:nvSpPr>
        <p:spPr>
          <a:xfrm rot="-424943" flipH="1">
            <a:off x="15978980" y="115028"/>
            <a:ext cx="2003421" cy="2222636"/>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08745" y="-38266"/>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7"/>
            <a:stretch>
              <a:fillRect/>
            </a:stretch>
          </a:blipFill>
        </p:spPr>
      </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8" name="Freeform 8"/>
          <p:cNvSpPr/>
          <p:nvPr/>
        </p:nvSpPr>
        <p:spPr>
          <a:xfrm>
            <a:off x="4082202" y="-686798"/>
            <a:ext cx="9860267"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grpSp>
        <p:nvGrpSpPr>
          <p:cNvPr id="24" name="Group 24"/>
          <p:cNvGrpSpPr/>
          <p:nvPr/>
        </p:nvGrpSpPr>
        <p:grpSpPr>
          <a:xfrm>
            <a:off x="809332" y="1937677"/>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8" name="TextBox 38"/>
          <p:cNvSpPr txBox="1"/>
          <p:nvPr/>
        </p:nvSpPr>
        <p:spPr>
          <a:xfrm>
            <a:off x="1002289" y="2127107"/>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1</a:t>
            </a:r>
          </a:p>
        </p:txBody>
      </p:sp>
      <p:sp>
        <p:nvSpPr>
          <p:cNvPr id="39" name="TextBox 39"/>
          <p:cNvSpPr txBox="1"/>
          <p:nvPr/>
        </p:nvSpPr>
        <p:spPr>
          <a:xfrm>
            <a:off x="5976004" y="983608"/>
            <a:ext cx="6466449" cy="269304"/>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Frameworks</a:t>
            </a:r>
            <a:endParaRPr lang="en-US" sz="5400" spc="80" dirty="0">
              <a:solidFill>
                <a:srgbClr val="EED3FF"/>
              </a:solidFill>
              <a:latin typeface="Zen Dots" panose="020B0604020202020204" charset="0"/>
              <a:ea typeface="Open Sauce"/>
              <a:cs typeface="Open Sauce"/>
              <a:sym typeface="Open Sauce"/>
            </a:endParaRP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7"/>
            <a:stretch>
              <a:fillRect/>
            </a:stretch>
          </a:blipFill>
        </p:spPr>
      </p:sp>
      <p:grpSp>
        <p:nvGrpSpPr>
          <p:cNvPr id="49" name="Group 18"/>
          <p:cNvGrpSpPr/>
          <p:nvPr/>
        </p:nvGrpSpPr>
        <p:grpSpPr>
          <a:xfrm>
            <a:off x="2075968" y="2071592"/>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770564" y="2388114"/>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Smolagents</a:t>
            </a:r>
            <a:endParaRPr lang="en-US" sz="2400" spc="80" dirty="0">
              <a:solidFill>
                <a:srgbClr val="EED3FF"/>
              </a:solidFill>
              <a:latin typeface="Zen Dots" panose="020B0604020202020204" charset="0"/>
              <a:ea typeface="Open Sauce"/>
              <a:cs typeface="Open Sauce"/>
              <a:sym typeface="Open Sauce"/>
            </a:endParaRPr>
          </a:p>
        </p:txBody>
      </p:sp>
      <p:sp>
        <p:nvSpPr>
          <p:cNvPr id="9" name="Rectangle 8"/>
          <p:cNvSpPr/>
          <p:nvPr/>
        </p:nvSpPr>
        <p:spPr>
          <a:xfrm>
            <a:off x="6409302" y="1721640"/>
            <a:ext cx="9144000" cy="1569660"/>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Smolagents is a lightweight framework developed by Hugging Face that makes it easier to build, run, and combine AI agents. It provides tools to connect models, manage reasoning steps, and interact with external tools or APIs in a simple and efficient way.</a:t>
            </a:r>
          </a:p>
        </p:txBody>
      </p:sp>
      <p:cxnSp>
        <p:nvCxnSpPr>
          <p:cNvPr id="11" name="Straight Arrow Connector 10"/>
          <p:cNvCxnSpPr/>
          <p:nvPr/>
        </p:nvCxnSpPr>
        <p:spPr>
          <a:xfrm flipH="1">
            <a:off x="2770564" y="3619500"/>
            <a:ext cx="1039436" cy="12954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18129" y="5190900"/>
            <a:ext cx="2731511" cy="461665"/>
          </a:xfrm>
          <a:prstGeom prst="rect">
            <a:avLst/>
          </a:prstGeom>
          <a:noFill/>
        </p:spPr>
        <p:txBody>
          <a:bodyPr wrap="square" rtlCol="0">
            <a:spAutoFit/>
          </a:bodyPr>
          <a:lstStyle/>
          <a:p>
            <a:r>
              <a:rPr lang="en-US" sz="2400" dirty="0" smtClean="0">
                <a:solidFill>
                  <a:schemeClr val="bg1"/>
                </a:solidFill>
                <a:latin typeface="Open Sans" panose="020B0604020202020204" charset="0"/>
                <a:cs typeface="Open Sans" panose="020B0604020202020204" charset="0"/>
              </a:rPr>
              <a:t>Code Agent</a:t>
            </a:r>
            <a:endParaRPr lang="en-US" sz="2400" dirty="0">
              <a:solidFill>
                <a:schemeClr val="bg1"/>
              </a:solidFill>
              <a:latin typeface="Open Sans" panose="020B0604020202020204" charset="0"/>
              <a:cs typeface="Open Sans" panose="020B0604020202020204" charset="0"/>
            </a:endParaRPr>
          </a:p>
        </p:txBody>
      </p:sp>
      <p:cxnSp>
        <p:nvCxnSpPr>
          <p:cNvPr id="14" name="Straight Arrow Connector 13"/>
          <p:cNvCxnSpPr/>
          <p:nvPr/>
        </p:nvCxnSpPr>
        <p:spPr>
          <a:xfrm>
            <a:off x="4168766" y="3653415"/>
            <a:ext cx="867491" cy="117572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354007" y="5147029"/>
            <a:ext cx="1922560" cy="830997"/>
          </a:xfrm>
          <a:prstGeom prst="rect">
            <a:avLst/>
          </a:prstGeom>
          <a:noFill/>
        </p:spPr>
        <p:txBody>
          <a:bodyPr wrap="square" rtlCol="0">
            <a:spAutoFit/>
          </a:bodyPr>
          <a:lstStyle/>
          <a:p>
            <a:r>
              <a:rPr lang="en-US" sz="2400" dirty="0" smtClean="0">
                <a:solidFill>
                  <a:schemeClr val="bg1"/>
                </a:solidFill>
                <a:latin typeface="Open Sans" panose="020B0604020202020204" charset="0"/>
                <a:cs typeface="Open Sans" panose="020B0604020202020204" charset="0"/>
              </a:rPr>
              <a:t>Tool Calling Agent</a:t>
            </a:r>
            <a:endParaRPr lang="en-US" sz="2400" dirty="0">
              <a:solidFill>
                <a:schemeClr val="bg1"/>
              </a:solidFill>
              <a:latin typeface="Open Sans" panose="020B0604020202020204" charset="0"/>
              <a:cs typeface="Open Sans" panose="020B0604020202020204" charset="0"/>
            </a:endParaRPr>
          </a:p>
        </p:txBody>
      </p:sp>
      <p:graphicFrame>
        <p:nvGraphicFramePr>
          <p:cNvPr id="80" name="Diagram 79"/>
          <p:cNvGraphicFramePr/>
          <p:nvPr>
            <p:extLst>
              <p:ext uri="{D42A27DB-BD31-4B8C-83A1-F6EECF244321}">
                <p14:modId xmlns:p14="http://schemas.microsoft.com/office/powerpoint/2010/main" val="3812863690"/>
              </p:ext>
            </p:extLst>
          </p:nvPr>
        </p:nvGraphicFramePr>
        <p:xfrm>
          <a:off x="5555015" y="3533377"/>
          <a:ext cx="11430000" cy="5715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782925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800" decel="100000"/>
                                        <p:tgtEl>
                                          <p:spTgt spid="39"/>
                                        </p:tgtEl>
                                      </p:cBhvr>
                                    </p:animEffect>
                                    <p:anim calcmode="lin" valueType="num">
                                      <p:cBhvr>
                                        <p:cTn id="8" dur="800" decel="100000" fill="hold"/>
                                        <p:tgtEl>
                                          <p:spTgt spid="39"/>
                                        </p:tgtEl>
                                        <p:attrNameLst>
                                          <p:attrName>style.rotation</p:attrName>
                                        </p:attrNameLst>
                                      </p:cBhvr>
                                      <p:tavLst>
                                        <p:tav tm="0">
                                          <p:val>
                                            <p:fltVal val="-90"/>
                                          </p:val>
                                        </p:tav>
                                        <p:tav tm="100000">
                                          <p:val>
                                            <p:fltVal val="0"/>
                                          </p:val>
                                        </p:tav>
                                      </p:tavLst>
                                    </p:anim>
                                    <p:anim calcmode="lin" valueType="num">
                                      <p:cBhvr>
                                        <p:cTn id="9" dur="800" decel="100000" fill="hold"/>
                                        <p:tgtEl>
                                          <p:spTgt spid="39"/>
                                        </p:tgtEl>
                                        <p:attrNameLst>
                                          <p:attrName>ppt_x</p:attrName>
                                        </p:attrNameLst>
                                      </p:cBhvr>
                                      <p:tavLst>
                                        <p:tav tm="0">
                                          <p:val>
                                            <p:strVal val="#ppt_x+0.4"/>
                                          </p:val>
                                        </p:tav>
                                        <p:tav tm="100000">
                                          <p:val>
                                            <p:strVal val="#ppt_x-0.05"/>
                                          </p:val>
                                        </p:tav>
                                      </p:tavLst>
                                    </p:anim>
                                    <p:anim calcmode="lin" valueType="num">
                                      <p:cBhvr>
                                        <p:cTn id="10" dur="800" decel="100000" fill="hold"/>
                                        <p:tgtEl>
                                          <p:spTgt spid="39"/>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9"/>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9"/>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9" presetClass="entr" presetSubtype="0" decel="10000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 calcmode="lin" valueType="num">
                                      <p:cBhvr>
                                        <p:cTn id="19" dur="500" fill="hold"/>
                                        <p:tgtEl>
                                          <p:spTgt spid="24"/>
                                        </p:tgtEl>
                                        <p:attrNameLst>
                                          <p:attrName>style.rotation</p:attrName>
                                        </p:attrNameLst>
                                      </p:cBhvr>
                                      <p:tavLst>
                                        <p:tav tm="0">
                                          <p:val>
                                            <p:fltVal val="360"/>
                                          </p:val>
                                        </p:tav>
                                        <p:tav tm="100000">
                                          <p:val>
                                            <p:fltVal val="0"/>
                                          </p:val>
                                        </p:tav>
                                      </p:tavLst>
                                    </p:anim>
                                    <p:animEffect transition="in" filter="fade">
                                      <p:cBhvr>
                                        <p:cTn id="20" dur="500"/>
                                        <p:tgtEl>
                                          <p:spTgt spid="24"/>
                                        </p:tgtEl>
                                      </p:cBhvr>
                                    </p:animEffect>
                                  </p:childTnLst>
                                </p:cTn>
                              </p:par>
                              <p:par>
                                <p:cTn id="21" presetID="49" presetClass="entr" presetSubtype="0" decel="10000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p:cTn id="23" dur="500" fill="hold"/>
                                        <p:tgtEl>
                                          <p:spTgt spid="38"/>
                                        </p:tgtEl>
                                        <p:attrNameLst>
                                          <p:attrName>ppt_w</p:attrName>
                                        </p:attrNameLst>
                                      </p:cBhvr>
                                      <p:tavLst>
                                        <p:tav tm="0">
                                          <p:val>
                                            <p:fltVal val="0"/>
                                          </p:val>
                                        </p:tav>
                                        <p:tav tm="100000">
                                          <p:val>
                                            <p:strVal val="#ppt_w"/>
                                          </p:val>
                                        </p:tav>
                                      </p:tavLst>
                                    </p:anim>
                                    <p:anim calcmode="lin" valueType="num">
                                      <p:cBhvr>
                                        <p:cTn id="24" dur="500" fill="hold"/>
                                        <p:tgtEl>
                                          <p:spTgt spid="38"/>
                                        </p:tgtEl>
                                        <p:attrNameLst>
                                          <p:attrName>ppt_h</p:attrName>
                                        </p:attrNameLst>
                                      </p:cBhvr>
                                      <p:tavLst>
                                        <p:tav tm="0">
                                          <p:val>
                                            <p:fltVal val="0"/>
                                          </p:val>
                                        </p:tav>
                                        <p:tav tm="100000">
                                          <p:val>
                                            <p:strVal val="#ppt_h"/>
                                          </p:val>
                                        </p:tav>
                                      </p:tavLst>
                                    </p:anim>
                                    <p:anim calcmode="lin" valueType="num">
                                      <p:cBhvr>
                                        <p:cTn id="25" dur="500" fill="hold"/>
                                        <p:tgtEl>
                                          <p:spTgt spid="38"/>
                                        </p:tgtEl>
                                        <p:attrNameLst>
                                          <p:attrName>style.rotation</p:attrName>
                                        </p:attrNameLst>
                                      </p:cBhvr>
                                      <p:tavLst>
                                        <p:tav tm="0">
                                          <p:val>
                                            <p:fltVal val="360"/>
                                          </p:val>
                                        </p:tav>
                                        <p:tav tm="100000">
                                          <p:val>
                                            <p:fltVal val="0"/>
                                          </p:val>
                                        </p:tav>
                                      </p:tavLst>
                                    </p:anim>
                                    <p:animEffect transition="in" filter="fade">
                                      <p:cBhvr>
                                        <p:cTn id="26" dur="500"/>
                                        <p:tgtEl>
                                          <p:spTgt spid="38"/>
                                        </p:tgtEl>
                                      </p:cBhvr>
                                    </p:animEffect>
                                  </p:childTnLst>
                                </p:cTn>
                              </p:par>
                              <p:par>
                                <p:cTn id="27" presetID="49" presetClass="entr" presetSubtype="0" decel="10000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500" fill="hold"/>
                                        <p:tgtEl>
                                          <p:spTgt spid="49"/>
                                        </p:tgtEl>
                                        <p:attrNameLst>
                                          <p:attrName>ppt_w</p:attrName>
                                        </p:attrNameLst>
                                      </p:cBhvr>
                                      <p:tavLst>
                                        <p:tav tm="0">
                                          <p:val>
                                            <p:fltVal val="0"/>
                                          </p:val>
                                        </p:tav>
                                        <p:tav tm="100000">
                                          <p:val>
                                            <p:strVal val="#ppt_w"/>
                                          </p:val>
                                        </p:tav>
                                      </p:tavLst>
                                    </p:anim>
                                    <p:anim calcmode="lin" valueType="num">
                                      <p:cBhvr>
                                        <p:cTn id="30" dur="500" fill="hold"/>
                                        <p:tgtEl>
                                          <p:spTgt spid="49"/>
                                        </p:tgtEl>
                                        <p:attrNameLst>
                                          <p:attrName>ppt_h</p:attrName>
                                        </p:attrNameLst>
                                      </p:cBhvr>
                                      <p:tavLst>
                                        <p:tav tm="0">
                                          <p:val>
                                            <p:fltVal val="0"/>
                                          </p:val>
                                        </p:tav>
                                        <p:tav tm="100000">
                                          <p:val>
                                            <p:strVal val="#ppt_h"/>
                                          </p:val>
                                        </p:tav>
                                      </p:tavLst>
                                    </p:anim>
                                    <p:anim calcmode="lin" valueType="num">
                                      <p:cBhvr>
                                        <p:cTn id="31" dur="500" fill="hold"/>
                                        <p:tgtEl>
                                          <p:spTgt spid="49"/>
                                        </p:tgtEl>
                                        <p:attrNameLst>
                                          <p:attrName>style.rotation</p:attrName>
                                        </p:attrNameLst>
                                      </p:cBhvr>
                                      <p:tavLst>
                                        <p:tav tm="0">
                                          <p:val>
                                            <p:fltVal val="360"/>
                                          </p:val>
                                        </p:tav>
                                        <p:tav tm="100000">
                                          <p:val>
                                            <p:fltVal val="0"/>
                                          </p:val>
                                        </p:tav>
                                      </p:tavLst>
                                    </p:anim>
                                    <p:animEffect transition="in" filter="fade">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71"/>
                                        </p:tgtEl>
                                        <p:attrNameLst>
                                          <p:attrName>style.visibility</p:attrName>
                                        </p:attrNameLst>
                                      </p:cBhvr>
                                      <p:to>
                                        <p:strVal val="visible"/>
                                      </p:to>
                                    </p:set>
                                    <p:anim calcmode="lin" valueType="num">
                                      <p:cBhvr>
                                        <p:cTn id="42" dur="500" fill="hold"/>
                                        <p:tgtEl>
                                          <p:spTgt spid="71"/>
                                        </p:tgtEl>
                                        <p:attrNameLst>
                                          <p:attrName>ppt_w</p:attrName>
                                        </p:attrNameLst>
                                      </p:cBhvr>
                                      <p:tavLst>
                                        <p:tav tm="0">
                                          <p:val>
                                            <p:fltVal val="0"/>
                                          </p:val>
                                        </p:tav>
                                        <p:tav tm="100000">
                                          <p:val>
                                            <p:strVal val="#ppt_w"/>
                                          </p:val>
                                        </p:tav>
                                      </p:tavLst>
                                    </p:anim>
                                    <p:anim calcmode="lin" valueType="num">
                                      <p:cBhvr>
                                        <p:cTn id="43" dur="500" fill="hold"/>
                                        <p:tgtEl>
                                          <p:spTgt spid="71"/>
                                        </p:tgtEl>
                                        <p:attrNameLst>
                                          <p:attrName>ppt_h</p:attrName>
                                        </p:attrNameLst>
                                      </p:cBhvr>
                                      <p:tavLst>
                                        <p:tav tm="0">
                                          <p:val>
                                            <p:fltVal val="0"/>
                                          </p:val>
                                        </p:tav>
                                        <p:tav tm="100000">
                                          <p:val>
                                            <p:strVal val="#ppt_h"/>
                                          </p:val>
                                        </p:tav>
                                      </p:tavLst>
                                    </p:anim>
                                    <p:animEffect transition="in" filter="fade">
                                      <p:cBhvr>
                                        <p:cTn id="44" dur="500"/>
                                        <p:tgtEl>
                                          <p:spTgt spid="71"/>
                                        </p:tgtEl>
                                      </p:cBhvr>
                                    </p:animEffect>
                                  </p:childTnLst>
                                </p:cTn>
                              </p:par>
                            </p:childTnLst>
                          </p:cTn>
                        </p:par>
                      </p:childTnLst>
                    </p:cTn>
                  </p:par>
                  <p:par>
                    <p:cTn id="45" fill="hold">
                      <p:stCondLst>
                        <p:cond delay="indefinite"/>
                      </p:stCondLst>
                      <p:childTnLst>
                        <p:par>
                          <p:cTn id="46" fill="hold">
                            <p:stCondLst>
                              <p:cond delay="0"/>
                            </p:stCondLst>
                            <p:childTnLst>
                              <p:par>
                                <p:cTn id="47" presetID="37"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900" decel="100000" fill="hold"/>
                                        <p:tgtEl>
                                          <p:spTgt spid="11"/>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53" presetID="37"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900" decel="100000" fill="hold"/>
                                        <p:tgtEl>
                                          <p:spTgt spid="12"/>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900" decel="100000" fill="hold"/>
                                        <p:tgtEl>
                                          <p:spTgt spid="14"/>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900" decel="100000" fill="hold"/>
                                        <p:tgtEl>
                                          <p:spTgt spid="15"/>
                                        </p:tgtEl>
                                        <p:attrNameLst>
                                          <p:attrName>ppt_y</p:attrName>
                                        </p:attrNameLst>
                                      </p:cBhvr>
                                      <p:tavLst>
                                        <p:tav tm="0">
                                          <p:val>
                                            <p:strVal val="#ppt_y+1"/>
                                          </p:val>
                                        </p:tav>
                                        <p:tav tm="100000">
                                          <p:val>
                                            <p:strVal val="#ppt_y-.03"/>
                                          </p:val>
                                        </p:tav>
                                      </p:tavLst>
                                    </p:anim>
                                    <p:anim calcmode="lin" valueType="num">
                                      <p:cBhvr>
                                        <p:cTn id="72"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7" presetClass="entr" presetSubtype="10" fill="hold" grpId="0" nodeType="clickEffect">
                                  <p:stCondLst>
                                    <p:cond delay="0"/>
                                  </p:stCondLst>
                                  <p:childTnLst>
                                    <p:set>
                                      <p:cBhvr>
                                        <p:cTn id="76" dur="1" fill="hold">
                                          <p:stCondLst>
                                            <p:cond delay="0"/>
                                          </p:stCondLst>
                                        </p:cTn>
                                        <p:tgtEl>
                                          <p:spTgt spid="80"/>
                                        </p:tgtEl>
                                        <p:attrNameLst>
                                          <p:attrName>style.visibility</p:attrName>
                                        </p:attrNameLst>
                                      </p:cBhvr>
                                      <p:to>
                                        <p:strVal val="visible"/>
                                      </p:to>
                                    </p:set>
                                    <p:anim calcmode="lin" valueType="num">
                                      <p:cBhvr>
                                        <p:cTn id="77" dur="500" fill="hold"/>
                                        <p:tgtEl>
                                          <p:spTgt spid="80"/>
                                        </p:tgtEl>
                                        <p:attrNameLst>
                                          <p:attrName>ppt_w</p:attrName>
                                        </p:attrNameLst>
                                      </p:cBhvr>
                                      <p:tavLst>
                                        <p:tav tm="0">
                                          <p:val>
                                            <p:fltVal val="0"/>
                                          </p:val>
                                        </p:tav>
                                        <p:tav tm="100000">
                                          <p:val>
                                            <p:strVal val="#ppt_w"/>
                                          </p:val>
                                        </p:tav>
                                      </p:tavLst>
                                    </p:anim>
                                    <p:anim calcmode="lin" valueType="num">
                                      <p:cBhvr>
                                        <p:cTn id="78" dur="500" fill="hold"/>
                                        <p:tgtEl>
                                          <p:spTgt spid="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71" grpId="0"/>
      <p:bldP spid="9" grpId="0"/>
      <p:bldP spid="12" grpId="0"/>
      <p:bldP spid="15" grpId="0"/>
      <p:bldGraphic spid="80"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79" name="Freeform 18"/>
          <p:cNvSpPr/>
          <p:nvPr/>
        </p:nvSpPr>
        <p:spPr>
          <a:xfrm rot="-424943" flipH="1">
            <a:off x="15978980" y="115028"/>
            <a:ext cx="2003421" cy="2222636"/>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08745" y="-38266"/>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7"/>
            <a:stretch>
              <a:fillRect/>
            </a:stretch>
          </a:blipFill>
        </p:spPr>
      </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8" name="Freeform 8"/>
          <p:cNvSpPr/>
          <p:nvPr/>
        </p:nvSpPr>
        <p:spPr>
          <a:xfrm>
            <a:off x="4082202" y="-686798"/>
            <a:ext cx="9860267"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grpSp>
        <p:nvGrpSpPr>
          <p:cNvPr id="24" name="Group 24"/>
          <p:cNvGrpSpPr/>
          <p:nvPr/>
        </p:nvGrpSpPr>
        <p:grpSpPr>
          <a:xfrm>
            <a:off x="809332" y="1937677"/>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9" name="TextBox 39"/>
          <p:cNvSpPr txBox="1"/>
          <p:nvPr/>
        </p:nvSpPr>
        <p:spPr>
          <a:xfrm>
            <a:off x="5976004" y="983608"/>
            <a:ext cx="6466449" cy="269304"/>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Frameworks</a:t>
            </a:r>
            <a:endParaRPr lang="en-US" sz="5400" spc="80" dirty="0">
              <a:solidFill>
                <a:srgbClr val="EED3FF"/>
              </a:solidFill>
              <a:latin typeface="Zen Dots" panose="020B0604020202020204" charset="0"/>
              <a:ea typeface="Open Sauce"/>
              <a:cs typeface="Open Sauce"/>
              <a:sym typeface="Open Sauce"/>
            </a:endParaRPr>
          </a:p>
        </p:txBody>
      </p:sp>
      <p:sp>
        <p:nvSpPr>
          <p:cNvPr id="41" name="TextBox 41"/>
          <p:cNvSpPr txBox="1"/>
          <p:nvPr/>
        </p:nvSpPr>
        <p:spPr>
          <a:xfrm>
            <a:off x="1032255" y="2151290"/>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2</a:t>
            </a: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7"/>
            <a:stretch>
              <a:fillRect/>
            </a:stretch>
          </a:blipFill>
        </p:spPr>
      </p:sp>
      <p:grpSp>
        <p:nvGrpSpPr>
          <p:cNvPr id="49" name="Group 18"/>
          <p:cNvGrpSpPr/>
          <p:nvPr/>
        </p:nvGrpSpPr>
        <p:grpSpPr>
          <a:xfrm>
            <a:off x="2075968" y="2071592"/>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770564" y="2388114"/>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LangChain</a:t>
            </a:r>
            <a:endParaRPr lang="en-US" sz="2400" spc="80" dirty="0">
              <a:solidFill>
                <a:srgbClr val="EED3FF"/>
              </a:solidFill>
              <a:latin typeface="Zen Dots" panose="020B0604020202020204" charset="0"/>
              <a:ea typeface="Open Sauce"/>
              <a:cs typeface="Open Sauce"/>
              <a:sym typeface="Open Sauce"/>
            </a:endParaRPr>
          </a:p>
        </p:txBody>
      </p:sp>
      <p:sp>
        <p:nvSpPr>
          <p:cNvPr id="9" name="Rectangle 8"/>
          <p:cNvSpPr/>
          <p:nvPr/>
        </p:nvSpPr>
        <p:spPr>
          <a:xfrm>
            <a:off x="6409302" y="1721640"/>
            <a:ext cx="9709066" cy="1569660"/>
          </a:xfrm>
          <a:prstGeom prst="rect">
            <a:avLst/>
          </a:prstGeom>
        </p:spPr>
        <p:txBody>
          <a:bodyPr wrap="square">
            <a:spAutoFit/>
          </a:bodyPr>
          <a:lstStyle/>
          <a:p>
            <a:r>
              <a:rPr lang="en-US" sz="2400" dirty="0">
                <a:solidFill>
                  <a:schemeClr val="bg1"/>
                </a:solidFill>
                <a:latin typeface="Open Sans" panose="020B0604020202020204" charset="0"/>
                <a:cs typeface="Open Sans" panose="020B0604020202020204" charset="0"/>
              </a:rPr>
              <a:t>LangChain is an open-source framework that helps developers build applications powered by large language models (LLMs). It makes it easier to connect LLMs with data sources, memory, tools, and workflows to create chatbots, agents, and other AI applications.</a:t>
            </a:r>
          </a:p>
        </p:txBody>
      </p:sp>
      <p:graphicFrame>
        <p:nvGraphicFramePr>
          <p:cNvPr id="48" name="Diagram 47"/>
          <p:cNvGraphicFramePr/>
          <p:nvPr>
            <p:extLst>
              <p:ext uri="{D42A27DB-BD31-4B8C-83A1-F6EECF244321}">
                <p14:modId xmlns:p14="http://schemas.microsoft.com/office/powerpoint/2010/main" val="949864008"/>
              </p:ext>
            </p:extLst>
          </p:nvPr>
        </p:nvGraphicFramePr>
        <p:xfrm>
          <a:off x="4177899" y="3436539"/>
          <a:ext cx="12627093" cy="570176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9921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p:cTn id="13" dur="500" fill="hold"/>
                                        <p:tgtEl>
                                          <p:spTgt spid="41"/>
                                        </p:tgtEl>
                                        <p:attrNameLst>
                                          <p:attrName>ppt_w</p:attrName>
                                        </p:attrNameLst>
                                      </p:cBhvr>
                                      <p:tavLst>
                                        <p:tav tm="0">
                                          <p:val>
                                            <p:fltVal val="0"/>
                                          </p:val>
                                        </p:tav>
                                        <p:tav tm="100000">
                                          <p:val>
                                            <p:strVal val="#ppt_w"/>
                                          </p:val>
                                        </p:tav>
                                      </p:tavLst>
                                    </p:anim>
                                    <p:anim calcmode="lin" valueType="num">
                                      <p:cBhvr>
                                        <p:cTn id="14" dur="500" fill="hold"/>
                                        <p:tgtEl>
                                          <p:spTgt spid="41"/>
                                        </p:tgtEl>
                                        <p:attrNameLst>
                                          <p:attrName>ppt_h</p:attrName>
                                        </p:attrNameLst>
                                      </p:cBhvr>
                                      <p:tavLst>
                                        <p:tav tm="0">
                                          <p:val>
                                            <p:fltVal val="0"/>
                                          </p:val>
                                        </p:tav>
                                        <p:tav tm="100000">
                                          <p:val>
                                            <p:strVal val="#ppt_h"/>
                                          </p:val>
                                        </p:tav>
                                      </p:tavLst>
                                    </p:anim>
                                    <p:anim calcmode="lin" valueType="num">
                                      <p:cBhvr>
                                        <p:cTn id="15" dur="500" fill="hold"/>
                                        <p:tgtEl>
                                          <p:spTgt spid="41"/>
                                        </p:tgtEl>
                                        <p:attrNameLst>
                                          <p:attrName>style.rotation</p:attrName>
                                        </p:attrNameLst>
                                      </p:cBhvr>
                                      <p:tavLst>
                                        <p:tav tm="0">
                                          <p:val>
                                            <p:fltVal val="360"/>
                                          </p:val>
                                        </p:tav>
                                        <p:tav tm="100000">
                                          <p:val>
                                            <p:fltVal val="0"/>
                                          </p:val>
                                        </p:tav>
                                      </p:tavLst>
                                    </p:anim>
                                    <p:animEffect transition="in" filter="fade">
                                      <p:cBhvr>
                                        <p:cTn id="16" dur="500"/>
                                        <p:tgtEl>
                                          <p:spTgt spid="41"/>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500" fill="hold"/>
                                        <p:tgtEl>
                                          <p:spTgt spid="49"/>
                                        </p:tgtEl>
                                        <p:attrNameLst>
                                          <p:attrName>ppt_w</p:attrName>
                                        </p:attrNameLst>
                                      </p:cBhvr>
                                      <p:tavLst>
                                        <p:tav tm="0">
                                          <p:val>
                                            <p:fltVal val="0"/>
                                          </p:val>
                                        </p:tav>
                                        <p:tav tm="100000">
                                          <p:val>
                                            <p:strVal val="#ppt_w"/>
                                          </p:val>
                                        </p:tav>
                                      </p:tavLst>
                                    </p:anim>
                                    <p:anim calcmode="lin" valueType="num">
                                      <p:cBhvr>
                                        <p:cTn id="20" dur="500" fill="hold"/>
                                        <p:tgtEl>
                                          <p:spTgt spid="49"/>
                                        </p:tgtEl>
                                        <p:attrNameLst>
                                          <p:attrName>ppt_h</p:attrName>
                                        </p:attrNameLst>
                                      </p:cBhvr>
                                      <p:tavLst>
                                        <p:tav tm="0">
                                          <p:val>
                                            <p:fltVal val="0"/>
                                          </p:val>
                                        </p:tav>
                                        <p:tav tm="100000">
                                          <p:val>
                                            <p:strVal val="#ppt_h"/>
                                          </p:val>
                                        </p:tav>
                                      </p:tavLst>
                                    </p:anim>
                                    <p:anim calcmode="lin" valueType="num">
                                      <p:cBhvr>
                                        <p:cTn id="21" dur="500" fill="hold"/>
                                        <p:tgtEl>
                                          <p:spTgt spid="49"/>
                                        </p:tgtEl>
                                        <p:attrNameLst>
                                          <p:attrName>style.rotation</p:attrName>
                                        </p:attrNameLst>
                                      </p:cBhvr>
                                      <p:tavLst>
                                        <p:tav tm="0">
                                          <p:val>
                                            <p:fltVal val="360"/>
                                          </p:val>
                                        </p:tav>
                                        <p:tav tm="100000">
                                          <p:val>
                                            <p:fltVal val="0"/>
                                          </p:val>
                                        </p:tav>
                                      </p:tavLst>
                                    </p:anim>
                                    <p:animEffect transition="in" filter="fad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fltVal val="0"/>
                                          </p:val>
                                        </p:tav>
                                        <p:tav tm="100000">
                                          <p:val>
                                            <p:strVal val="#ppt_h"/>
                                          </p:val>
                                        </p:tav>
                                      </p:tavLst>
                                    </p:anim>
                                    <p:animEffect transition="in" filter="fade">
                                      <p:cBhvr>
                                        <p:cTn id="34" dur="500"/>
                                        <p:tgtEl>
                                          <p:spTgt spid="71"/>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71" grpId="0"/>
      <p:bldP spid="9" grpId="0"/>
      <p:bldGraphic spid="48"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79" name="Freeform 18"/>
          <p:cNvSpPr/>
          <p:nvPr/>
        </p:nvSpPr>
        <p:spPr>
          <a:xfrm rot="-424943" flipH="1">
            <a:off x="15978980" y="115028"/>
            <a:ext cx="2003421" cy="2222636"/>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29861" y="-507032"/>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7"/>
            <a:stretch>
              <a:fillRect/>
            </a:stretch>
          </a:blipFill>
        </p:spPr>
      </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8" name="Freeform 8"/>
          <p:cNvSpPr/>
          <p:nvPr/>
        </p:nvSpPr>
        <p:spPr>
          <a:xfrm>
            <a:off x="4082202" y="-686798"/>
            <a:ext cx="9860267"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grpSp>
        <p:nvGrpSpPr>
          <p:cNvPr id="24" name="Group 24"/>
          <p:cNvGrpSpPr/>
          <p:nvPr/>
        </p:nvGrpSpPr>
        <p:grpSpPr>
          <a:xfrm>
            <a:off x="809332" y="1937677"/>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9" name="TextBox 39"/>
          <p:cNvSpPr txBox="1"/>
          <p:nvPr/>
        </p:nvSpPr>
        <p:spPr>
          <a:xfrm>
            <a:off x="5976004" y="983608"/>
            <a:ext cx="6466449" cy="269304"/>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Frameworks</a:t>
            </a:r>
            <a:endParaRPr lang="en-US" sz="5400" spc="80" dirty="0">
              <a:solidFill>
                <a:srgbClr val="EED3FF"/>
              </a:solidFill>
              <a:latin typeface="Zen Dots" panose="020B0604020202020204" charset="0"/>
              <a:ea typeface="Open Sauce"/>
              <a:cs typeface="Open Sauce"/>
              <a:sym typeface="Open Sauce"/>
            </a:endParaRPr>
          </a:p>
        </p:txBody>
      </p:sp>
      <p:sp>
        <p:nvSpPr>
          <p:cNvPr id="42" name="TextBox 42"/>
          <p:cNvSpPr txBox="1"/>
          <p:nvPr/>
        </p:nvSpPr>
        <p:spPr>
          <a:xfrm>
            <a:off x="989980" y="2123625"/>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3</a:t>
            </a: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7"/>
            <a:stretch>
              <a:fillRect/>
            </a:stretch>
          </a:blipFill>
        </p:spPr>
      </p:sp>
      <p:grpSp>
        <p:nvGrpSpPr>
          <p:cNvPr id="49" name="Group 18"/>
          <p:cNvGrpSpPr/>
          <p:nvPr/>
        </p:nvGrpSpPr>
        <p:grpSpPr>
          <a:xfrm>
            <a:off x="2075968" y="2071592"/>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770564" y="2388114"/>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LangGraph</a:t>
            </a:r>
            <a:endParaRPr lang="en-US" sz="2400" spc="80" dirty="0">
              <a:solidFill>
                <a:srgbClr val="EED3FF"/>
              </a:solidFill>
              <a:latin typeface="Zen Dots" panose="020B0604020202020204" charset="0"/>
              <a:ea typeface="Open Sauce"/>
              <a:cs typeface="Open Sauce"/>
              <a:sym typeface="Open Sauce"/>
            </a:endParaRPr>
          </a:p>
        </p:txBody>
      </p:sp>
      <p:sp>
        <p:nvSpPr>
          <p:cNvPr id="9" name="Rectangle 8"/>
          <p:cNvSpPr/>
          <p:nvPr/>
        </p:nvSpPr>
        <p:spPr>
          <a:xfrm>
            <a:off x="6311364" y="1852067"/>
            <a:ext cx="10097240" cy="1938992"/>
          </a:xfrm>
          <a:prstGeom prst="rect">
            <a:avLst/>
          </a:prstGeom>
        </p:spPr>
        <p:txBody>
          <a:bodyPr wrap="square">
            <a:spAutoFit/>
          </a:bodyPr>
          <a:lstStyle/>
          <a:p>
            <a:r>
              <a:rPr lang="en-US" sz="2400" dirty="0">
                <a:solidFill>
                  <a:schemeClr val="bg1"/>
                </a:solidFill>
                <a:latin typeface="Open Sans" panose="020B0604020202020204" charset="0"/>
                <a:cs typeface="Open Sans" panose="020B0604020202020204" charset="0"/>
              </a:rPr>
              <a:t>LangGraph is a framework built on top of LangChain that lets you design AI applications as graphs of nodes (where each node is a step like reasoning, tool use, or memory). It is especially useful for building multi-agent systems and complex workflows, giving you more control and reliability compared to a simple chain.</a:t>
            </a:r>
          </a:p>
        </p:txBody>
      </p:sp>
      <p:pic>
        <p:nvPicPr>
          <p:cNvPr id="80" name="Picture 79"/>
          <p:cNvPicPr>
            <a:picLocks noChangeAspect="1"/>
          </p:cNvPicPr>
          <p:nvPr/>
        </p:nvPicPr>
        <p:blipFill rotWithShape="1">
          <a:blip r:embed="rId8"/>
          <a:srcRect l="5071" t="2705" r="9140" b="4044"/>
          <a:stretch/>
        </p:blipFill>
        <p:spPr>
          <a:xfrm>
            <a:off x="7064911" y="4159979"/>
            <a:ext cx="6498690" cy="5254160"/>
          </a:xfrm>
          <a:prstGeom prst="rect">
            <a:avLst/>
          </a:prstGeom>
        </p:spPr>
      </p:pic>
    </p:spTree>
    <p:extLst>
      <p:ext uri="{BB962C8B-B14F-4D97-AF65-F5344CB8AC3E}">
        <p14:creationId xmlns:p14="http://schemas.microsoft.com/office/powerpoint/2010/main" val="143013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500" fill="hold"/>
                                        <p:tgtEl>
                                          <p:spTgt spid="42"/>
                                        </p:tgtEl>
                                        <p:attrNameLst>
                                          <p:attrName>ppt_w</p:attrName>
                                        </p:attrNameLst>
                                      </p:cBhvr>
                                      <p:tavLst>
                                        <p:tav tm="0">
                                          <p:val>
                                            <p:fltVal val="0"/>
                                          </p:val>
                                        </p:tav>
                                        <p:tav tm="100000">
                                          <p:val>
                                            <p:strVal val="#ppt_w"/>
                                          </p:val>
                                        </p:tav>
                                      </p:tavLst>
                                    </p:anim>
                                    <p:anim calcmode="lin" valueType="num">
                                      <p:cBhvr>
                                        <p:cTn id="14" dur="500" fill="hold"/>
                                        <p:tgtEl>
                                          <p:spTgt spid="42"/>
                                        </p:tgtEl>
                                        <p:attrNameLst>
                                          <p:attrName>ppt_h</p:attrName>
                                        </p:attrNameLst>
                                      </p:cBhvr>
                                      <p:tavLst>
                                        <p:tav tm="0">
                                          <p:val>
                                            <p:fltVal val="0"/>
                                          </p:val>
                                        </p:tav>
                                        <p:tav tm="100000">
                                          <p:val>
                                            <p:strVal val="#ppt_h"/>
                                          </p:val>
                                        </p:tav>
                                      </p:tavLst>
                                    </p:anim>
                                    <p:anim calcmode="lin" valueType="num">
                                      <p:cBhvr>
                                        <p:cTn id="15" dur="500" fill="hold"/>
                                        <p:tgtEl>
                                          <p:spTgt spid="42"/>
                                        </p:tgtEl>
                                        <p:attrNameLst>
                                          <p:attrName>style.rotation</p:attrName>
                                        </p:attrNameLst>
                                      </p:cBhvr>
                                      <p:tavLst>
                                        <p:tav tm="0">
                                          <p:val>
                                            <p:fltVal val="360"/>
                                          </p:val>
                                        </p:tav>
                                        <p:tav tm="100000">
                                          <p:val>
                                            <p:fltVal val="0"/>
                                          </p:val>
                                        </p:tav>
                                      </p:tavLst>
                                    </p:anim>
                                    <p:animEffect transition="in" filter="fade">
                                      <p:cBhvr>
                                        <p:cTn id="16" dur="500"/>
                                        <p:tgtEl>
                                          <p:spTgt spid="42"/>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500" fill="hold"/>
                                        <p:tgtEl>
                                          <p:spTgt spid="49"/>
                                        </p:tgtEl>
                                        <p:attrNameLst>
                                          <p:attrName>ppt_w</p:attrName>
                                        </p:attrNameLst>
                                      </p:cBhvr>
                                      <p:tavLst>
                                        <p:tav tm="0">
                                          <p:val>
                                            <p:fltVal val="0"/>
                                          </p:val>
                                        </p:tav>
                                        <p:tav tm="100000">
                                          <p:val>
                                            <p:strVal val="#ppt_w"/>
                                          </p:val>
                                        </p:tav>
                                      </p:tavLst>
                                    </p:anim>
                                    <p:anim calcmode="lin" valueType="num">
                                      <p:cBhvr>
                                        <p:cTn id="20" dur="500" fill="hold"/>
                                        <p:tgtEl>
                                          <p:spTgt spid="49"/>
                                        </p:tgtEl>
                                        <p:attrNameLst>
                                          <p:attrName>ppt_h</p:attrName>
                                        </p:attrNameLst>
                                      </p:cBhvr>
                                      <p:tavLst>
                                        <p:tav tm="0">
                                          <p:val>
                                            <p:fltVal val="0"/>
                                          </p:val>
                                        </p:tav>
                                        <p:tav tm="100000">
                                          <p:val>
                                            <p:strVal val="#ppt_h"/>
                                          </p:val>
                                        </p:tav>
                                      </p:tavLst>
                                    </p:anim>
                                    <p:anim calcmode="lin" valueType="num">
                                      <p:cBhvr>
                                        <p:cTn id="21" dur="500" fill="hold"/>
                                        <p:tgtEl>
                                          <p:spTgt spid="49"/>
                                        </p:tgtEl>
                                        <p:attrNameLst>
                                          <p:attrName>style.rotation</p:attrName>
                                        </p:attrNameLst>
                                      </p:cBhvr>
                                      <p:tavLst>
                                        <p:tav tm="0">
                                          <p:val>
                                            <p:fltVal val="360"/>
                                          </p:val>
                                        </p:tav>
                                        <p:tav tm="100000">
                                          <p:val>
                                            <p:fltVal val="0"/>
                                          </p:val>
                                        </p:tav>
                                      </p:tavLst>
                                    </p:anim>
                                    <p:animEffect transition="in" filter="fad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fltVal val="0"/>
                                          </p:val>
                                        </p:tav>
                                        <p:tav tm="100000">
                                          <p:val>
                                            <p:strVal val="#ppt_h"/>
                                          </p:val>
                                        </p:tav>
                                      </p:tavLst>
                                    </p:anim>
                                    <p:animEffect transition="in" filter="fade">
                                      <p:cBhvr>
                                        <p:cTn id="34" dur="500"/>
                                        <p:tgtEl>
                                          <p:spTgt spid="71"/>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80"/>
                                        </p:tgtEl>
                                        <p:attrNameLst>
                                          <p:attrName>style.visibility</p:attrName>
                                        </p:attrNameLst>
                                      </p:cBhvr>
                                      <p:to>
                                        <p:strVal val="visible"/>
                                      </p:to>
                                    </p:set>
                                    <p:anim calcmode="lin" valueType="num">
                                      <p:cBhvr>
                                        <p:cTn id="39" dur="500" fill="hold"/>
                                        <p:tgtEl>
                                          <p:spTgt spid="80"/>
                                        </p:tgtEl>
                                        <p:attrNameLst>
                                          <p:attrName>ppt_w</p:attrName>
                                        </p:attrNameLst>
                                      </p:cBhvr>
                                      <p:tavLst>
                                        <p:tav tm="0">
                                          <p:val>
                                            <p:fltVal val="0"/>
                                          </p:val>
                                        </p:tav>
                                        <p:tav tm="100000">
                                          <p:val>
                                            <p:strVal val="#ppt_w"/>
                                          </p:val>
                                        </p:tav>
                                      </p:tavLst>
                                    </p:anim>
                                    <p:anim calcmode="lin" valueType="num">
                                      <p:cBhvr>
                                        <p:cTn id="40" dur="500" fill="hold"/>
                                        <p:tgtEl>
                                          <p:spTgt spid="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71"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79" name="Freeform 18"/>
          <p:cNvSpPr/>
          <p:nvPr/>
        </p:nvSpPr>
        <p:spPr>
          <a:xfrm rot="-424943" flipH="1">
            <a:off x="15978980" y="115028"/>
            <a:ext cx="2003421" cy="2222636"/>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08745" y="-38266"/>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7"/>
            <a:stretch>
              <a:fillRect/>
            </a:stretch>
          </a:blipFill>
        </p:spPr>
      </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8" name="Freeform 8"/>
          <p:cNvSpPr/>
          <p:nvPr/>
        </p:nvSpPr>
        <p:spPr>
          <a:xfrm>
            <a:off x="4082202" y="-686798"/>
            <a:ext cx="9860267"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grpSp>
        <p:nvGrpSpPr>
          <p:cNvPr id="24" name="Group 24"/>
          <p:cNvGrpSpPr/>
          <p:nvPr/>
        </p:nvGrpSpPr>
        <p:grpSpPr>
          <a:xfrm>
            <a:off x="809332" y="1937677"/>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9" name="TextBox 39"/>
          <p:cNvSpPr txBox="1"/>
          <p:nvPr/>
        </p:nvSpPr>
        <p:spPr>
          <a:xfrm>
            <a:off x="5976004" y="983608"/>
            <a:ext cx="6466449" cy="269304"/>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Frameworks</a:t>
            </a:r>
            <a:endParaRPr lang="en-US" sz="5400" spc="80" dirty="0">
              <a:solidFill>
                <a:srgbClr val="EED3FF"/>
              </a:solidFill>
              <a:latin typeface="Zen Dots" panose="020B0604020202020204" charset="0"/>
              <a:ea typeface="Open Sauce"/>
              <a:cs typeface="Open Sauce"/>
              <a:sym typeface="Open Sauce"/>
            </a:endParaRP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7"/>
            <a:stretch>
              <a:fillRect/>
            </a:stretch>
          </a:blipFill>
        </p:spPr>
      </p:sp>
      <p:grpSp>
        <p:nvGrpSpPr>
          <p:cNvPr id="49" name="Group 18"/>
          <p:cNvGrpSpPr/>
          <p:nvPr/>
        </p:nvGrpSpPr>
        <p:grpSpPr>
          <a:xfrm>
            <a:off x="2075968" y="2071592"/>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770564" y="2388114"/>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LlamaIndex</a:t>
            </a:r>
            <a:endParaRPr lang="en-US" sz="2400" spc="80" dirty="0">
              <a:solidFill>
                <a:srgbClr val="EED3FF"/>
              </a:solidFill>
              <a:latin typeface="Zen Dots" panose="020B0604020202020204" charset="0"/>
              <a:ea typeface="Open Sauce"/>
              <a:cs typeface="Open Sauce"/>
              <a:sym typeface="Open Sauce"/>
            </a:endParaRPr>
          </a:p>
        </p:txBody>
      </p:sp>
      <p:sp>
        <p:nvSpPr>
          <p:cNvPr id="9" name="Rectangle 8"/>
          <p:cNvSpPr/>
          <p:nvPr/>
        </p:nvSpPr>
        <p:spPr>
          <a:xfrm>
            <a:off x="6409302" y="1721640"/>
            <a:ext cx="9144000" cy="1569660"/>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LlamaIndex </a:t>
            </a:r>
            <a:r>
              <a:rPr lang="en-US" sz="2400" dirty="0" smtClean="0">
                <a:solidFill>
                  <a:schemeClr val="bg1"/>
                </a:solidFill>
                <a:latin typeface="Open Sans" panose="020B0604020202020204" charset="0"/>
                <a:cs typeface="Open Sans" panose="020B0604020202020204" charset="0"/>
              </a:rPr>
              <a:t>is </a:t>
            </a:r>
            <a:r>
              <a:rPr lang="en-US" sz="2400" dirty="0">
                <a:solidFill>
                  <a:schemeClr val="bg1"/>
                </a:solidFill>
                <a:latin typeface="Open Sans" panose="020B0604020202020204" charset="0"/>
                <a:cs typeface="Open Sans" panose="020B0604020202020204" charset="0"/>
              </a:rPr>
              <a:t>a framework that helps connect large language models (LLMs) with your own data. It organizes data into indexes and provides ways for LLMs to retrieve and use the right information when answering questions or performing tasks.</a:t>
            </a:r>
          </a:p>
        </p:txBody>
      </p:sp>
      <p:graphicFrame>
        <p:nvGraphicFramePr>
          <p:cNvPr id="48" name="Diagram 47"/>
          <p:cNvGraphicFramePr/>
          <p:nvPr>
            <p:extLst>
              <p:ext uri="{D42A27DB-BD31-4B8C-83A1-F6EECF244321}">
                <p14:modId xmlns:p14="http://schemas.microsoft.com/office/powerpoint/2010/main" val="547302303"/>
              </p:ext>
            </p:extLst>
          </p:nvPr>
        </p:nvGraphicFramePr>
        <p:xfrm>
          <a:off x="5060054" y="3782749"/>
          <a:ext cx="10095168" cy="58106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6" name="TextBox 43"/>
          <p:cNvSpPr txBox="1"/>
          <p:nvPr/>
        </p:nvSpPr>
        <p:spPr>
          <a:xfrm>
            <a:off x="1006002" y="2096813"/>
            <a:ext cx="640685" cy="758726"/>
          </a:xfrm>
          <a:prstGeom prst="rect">
            <a:avLst/>
          </a:prstGeom>
        </p:spPr>
        <p:txBody>
          <a:bodyPr lIns="0" tIns="0" rIns="0" bIns="0" rtlCol="0" anchor="t">
            <a:spAutoFit/>
          </a:bodyPr>
          <a:lstStyle/>
          <a:p>
            <a:pPr algn="ctr">
              <a:lnSpc>
                <a:spcPts val="5826"/>
              </a:lnSpc>
            </a:pPr>
            <a:r>
              <a:rPr lang="en-US" sz="5110" dirty="0" smtClean="0">
                <a:solidFill>
                  <a:srgbClr val="EED3FF"/>
                </a:solidFill>
                <a:latin typeface="Zen Dots"/>
                <a:ea typeface="Zen Dots"/>
                <a:cs typeface="Zen Dots"/>
                <a:sym typeface="Zen Dots"/>
              </a:rPr>
              <a:t>4</a:t>
            </a:r>
            <a:endParaRPr lang="en-US" sz="5110" dirty="0">
              <a:solidFill>
                <a:srgbClr val="EED3FF"/>
              </a:solidFill>
              <a:latin typeface="Zen Dots"/>
              <a:ea typeface="Zen Dots"/>
              <a:cs typeface="Zen Dots"/>
              <a:sym typeface="Zen Dots"/>
            </a:endParaRPr>
          </a:p>
        </p:txBody>
      </p:sp>
    </p:spTree>
    <p:extLst>
      <p:ext uri="{BB962C8B-B14F-4D97-AF65-F5344CB8AC3E}">
        <p14:creationId xmlns:p14="http://schemas.microsoft.com/office/powerpoint/2010/main" val="325247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 calcmode="lin" valueType="num">
                                      <p:cBhvr>
                                        <p:cTn id="13" dur="500" fill="hold"/>
                                        <p:tgtEl>
                                          <p:spTgt spid="76"/>
                                        </p:tgtEl>
                                        <p:attrNameLst>
                                          <p:attrName>ppt_w</p:attrName>
                                        </p:attrNameLst>
                                      </p:cBhvr>
                                      <p:tavLst>
                                        <p:tav tm="0">
                                          <p:val>
                                            <p:fltVal val="0"/>
                                          </p:val>
                                        </p:tav>
                                        <p:tav tm="100000">
                                          <p:val>
                                            <p:strVal val="#ppt_w"/>
                                          </p:val>
                                        </p:tav>
                                      </p:tavLst>
                                    </p:anim>
                                    <p:anim calcmode="lin" valueType="num">
                                      <p:cBhvr>
                                        <p:cTn id="14" dur="500" fill="hold"/>
                                        <p:tgtEl>
                                          <p:spTgt spid="76"/>
                                        </p:tgtEl>
                                        <p:attrNameLst>
                                          <p:attrName>ppt_h</p:attrName>
                                        </p:attrNameLst>
                                      </p:cBhvr>
                                      <p:tavLst>
                                        <p:tav tm="0">
                                          <p:val>
                                            <p:fltVal val="0"/>
                                          </p:val>
                                        </p:tav>
                                        <p:tav tm="100000">
                                          <p:val>
                                            <p:strVal val="#ppt_h"/>
                                          </p:val>
                                        </p:tav>
                                      </p:tavLst>
                                    </p:anim>
                                    <p:anim calcmode="lin" valueType="num">
                                      <p:cBhvr>
                                        <p:cTn id="15" dur="500" fill="hold"/>
                                        <p:tgtEl>
                                          <p:spTgt spid="76"/>
                                        </p:tgtEl>
                                        <p:attrNameLst>
                                          <p:attrName>style.rotation</p:attrName>
                                        </p:attrNameLst>
                                      </p:cBhvr>
                                      <p:tavLst>
                                        <p:tav tm="0">
                                          <p:val>
                                            <p:fltVal val="360"/>
                                          </p:val>
                                        </p:tav>
                                        <p:tav tm="100000">
                                          <p:val>
                                            <p:fltVal val="0"/>
                                          </p:val>
                                        </p:tav>
                                      </p:tavLst>
                                    </p:anim>
                                    <p:animEffect transition="in" filter="fade">
                                      <p:cBhvr>
                                        <p:cTn id="16" dur="500"/>
                                        <p:tgtEl>
                                          <p:spTgt spid="76"/>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500" fill="hold"/>
                                        <p:tgtEl>
                                          <p:spTgt spid="49"/>
                                        </p:tgtEl>
                                        <p:attrNameLst>
                                          <p:attrName>ppt_w</p:attrName>
                                        </p:attrNameLst>
                                      </p:cBhvr>
                                      <p:tavLst>
                                        <p:tav tm="0">
                                          <p:val>
                                            <p:fltVal val="0"/>
                                          </p:val>
                                        </p:tav>
                                        <p:tav tm="100000">
                                          <p:val>
                                            <p:strVal val="#ppt_w"/>
                                          </p:val>
                                        </p:tav>
                                      </p:tavLst>
                                    </p:anim>
                                    <p:anim calcmode="lin" valueType="num">
                                      <p:cBhvr>
                                        <p:cTn id="20" dur="500" fill="hold"/>
                                        <p:tgtEl>
                                          <p:spTgt spid="49"/>
                                        </p:tgtEl>
                                        <p:attrNameLst>
                                          <p:attrName>ppt_h</p:attrName>
                                        </p:attrNameLst>
                                      </p:cBhvr>
                                      <p:tavLst>
                                        <p:tav tm="0">
                                          <p:val>
                                            <p:fltVal val="0"/>
                                          </p:val>
                                        </p:tav>
                                        <p:tav tm="100000">
                                          <p:val>
                                            <p:strVal val="#ppt_h"/>
                                          </p:val>
                                        </p:tav>
                                      </p:tavLst>
                                    </p:anim>
                                    <p:anim calcmode="lin" valueType="num">
                                      <p:cBhvr>
                                        <p:cTn id="21" dur="500" fill="hold"/>
                                        <p:tgtEl>
                                          <p:spTgt spid="49"/>
                                        </p:tgtEl>
                                        <p:attrNameLst>
                                          <p:attrName>style.rotation</p:attrName>
                                        </p:attrNameLst>
                                      </p:cBhvr>
                                      <p:tavLst>
                                        <p:tav tm="0">
                                          <p:val>
                                            <p:fltVal val="360"/>
                                          </p:val>
                                        </p:tav>
                                        <p:tav tm="100000">
                                          <p:val>
                                            <p:fltVal val="0"/>
                                          </p:val>
                                        </p:tav>
                                      </p:tavLst>
                                    </p:anim>
                                    <p:animEffect transition="in" filter="fad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fltVal val="0"/>
                                          </p:val>
                                        </p:tav>
                                        <p:tav tm="100000">
                                          <p:val>
                                            <p:strVal val="#ppt_h"/>
                                          </p:val>
                                        </p:tav>
                                      </p:tavLst>
                                    </p:anim>
                                    <p:animEffect transition="in" filter="fade">
                                      <p:cBhvr>
                                        <p:cTn id="34" dur="500"/>
                                        <p:tgtEl>
                                          <p:spTgt spid="71"/>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9" grpId="0"/>
      <p:bldGraphic spid="48" grpId="0">
        <p:bldAsOne/>
      </p:bldGraphic>
      <p:bldP spid="7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79" name="Freeform 18"/>
          <p:cNvSpPr/>
          <p:nvPr/>
        </p:nvSpPr>
        <p:spPr>
          <a:xfrm rot="-424943" flipH="1">
            <a:off x="15978980" y="115028"/>
            <a:ext cx="2003421" cy="2222636"/>
          </a:xfrm>
          <a:custGeom>
            <a:avLst/>
            <a:gdLst/>
            <a:ahLst/>
            <a:cxnLst/>
            <a:rect l="l" t="t" r="r" b="b"/>
            <a:pathLst>
              <a:path w="7303716" h="8363034">
                <a:moveTo>
                  <a:pt x="7303716" y="0"/>
                </a:moveTo>
                <a:lnTo>
                  <a:pt x="0" y="0"/>
                </a:lnTo>
                <a:lnTo>
                  <a:pt x="0" y="8363034"/>
                </a:lnTo>
                <a:lnTo>
                  <a:pt x="7303716" y="8363034"/>
                </a:lnTo>
                <a:lnTo>
                  <a:pt x="7303716" y="0"/>
                </a:lnTo>
                <a:close/>
              </a:path>
            </a:pathLst>
          </a:custGeom>
          <a:blipFill>
            <a:blip r:embed="rId3"/>
            <a:stretch>
              <a:fillRect/>
            </a:stretch>
          </a:blipFill>
        </p:spPr>
      </p:sp>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4">
              <a:alphaModFix amt="17000"/>
              <a:extLst>
                <a:ext uri="{96DAC541-7B7A-43D3-8B79-37D633B846F1}">
                  <asvg:svgBlip xmlns="" xmlns:asvg="http://schemas.microsoft.com/office/drawing/2016/SVG/main" r:embed="rId5"/>
                </a:ext>
              </a:extLst>
            </a:blip>
            <a:stretch>
              <a:fillRect/>
            </a:stretch>
          </a:blipFill>
        </p:spPr>
      </p:sp>
      <p:sp>
        <p:nvSpPr>
          <p:cNvPr id="3" name="Freeform 3"/>
          <p:cNvSpPr/>
          <p:nvPr/>
        </p:nvSpPr>
        <p:spPr>
          <a:xfrm>
            <a:off x="-6228239" y="1492043"/>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flipH="1">
            <a:off x="-10408745" y="-38266"/>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6"/>
            <a:stretch>
              <a:fillRect/>
            </a:stretch>
          </a:blipFill>
        </p:spPr>
      </p:sp>
      <p:sp>
        <p:nvSpPr>
          <p:cNvPr id="37" name="Freeform 37"/>
          <p:cNvSpPr/>
          <p:nvPr/>
        </p:nvSpPr>
        <p:spPr>
          <a:xfrm>
            <a:off x="-5243457" y="7432608"/>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7"/>
            <a:stretch>
              <a:fillRect/>
            </a:stretch>
          </a:blipFill>
        </p:spPr>
      </p:sp>
      <p:sp>
        <p:nvSpPr>
          <p:cNvPr id="5" name="Freeform 5"/>
          <p:cNvSpPr/>
          <p:nvPr/>
        </p:nvSpPr>
        <p:spPr>
          <a:xfrm>
            <a:off x="5073390" y="8247734"/>
            <a:ext cx="8397872" cy="8397872"/>
          </a:xfrm>
          <a:custGeom>
            <a:avLst/>
            <a:gdLst/>
            <a:ahLst/>
            <a:cxnLst/>
            <a:rect l="l" t="t" r="r" b="b"/>
            <a:pathLst>
              <a:path w="8397872" h="8397872">
                <a:moveTo>
                  <a:pt x="0" y="0"/>
                </a:moveTo>
                <a:lnTo>
                  <a:pt x="8397871" y="0"/>
                </a:lnTo>
                <a:lnTo>
                  <a:pt x="8397871" y="8397872"/>
                </a:lnTo>
                <a:lnTo>
                  <a:pt x="0" y="8397872"/>
                </a:lnTo>
                <a:lnTo>
                  <a:pt x="0" y="0"/>
                </a:lnTo>
                <a:close/>
              </a:path>
            </a:pathLst>
          </a:custGeom>
          <a:blipFill>
            <a:blip r:embed="rId4">
              <a:alphaModFix amt="63000"/>
              <a:extLst>
                <a:ext uri="{96DAC541-7B7A-43D3-8B79-37D633B846F1}">
                  <asvg:svgBlip xmlns="" xmlns:asvg="http://schemas.microsoft.com/office/drawing/2016/SVG/main" r:embed="rId5"/>
                </a:ext>
              </a:extLst>
            </a:blip>
            <a:stretch>
              <a:fillRect/>
            </a:stretch>
          </a:blipFill>
        </p:spPr>
      </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a:off x="16506542" y="-330231"/>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6"/>
            <a:stretch>
              <a:fillRect/>
            </a:stretch>
          </a:blipFill>
        </p:spPr>
      </p:sp>
      <p:sp>
        <p:nvSpPr>
          <p:cNvPr id="8" name="Freeform 8"/>
          <p:cNvSpPr/>
          <p:nvPr/>
        </p:nvSpPr>
        <p:spPr>
          <a:xfrm>
            <a:off x="4082202" y="-686798"/>
            <a:ext cx="9860267"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4">
              <a:alphaModFix amt="49000"/>
              <a:extLst>
                <a:ext uri="{96DAC541-7B7A-43D3-8B79-37D633B846F1}">
                  <asvg:svgBlip xmlns="" xmlns:asvg="http://schemas.microsoft.com/office/drawing/2016/SVG/main" r:embed="rId5"/>
                </a:ext>
              </a:extLst>
            </a:blip>
            <a:stretch>
              <a:fillRect/>
            </a:stretch>
          </a:blipFill>
        </p:spPr>
        <p:txBody>
          <a:bodyPr/>
          <a:lstStyle/>
          <a:p>
            <a:endParaRPr lang="en-US" dirty="0"/>
          </a:p>
        </p:txBody>
      </p:sp>
      <p:grpSp>
        <p:nvGrpSpPr>
          <p:cNvPr id="24" name="Group 24"/>
          <p:cNvGrpSpPr/>
          <p:nvPr/>
        </p:nvGrpSpPr>
        <p:grpSpPr>
          <a:xfrm>
            <a:off x="809332" y="1937677"/>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9" name="TextBox 39"/>
          <p:cNvSpPr txBox="1"/>
          <p:nvPr/>
        </p:nvSpPr>
        <p:spPr>
          <a:xfrm>
            <a:off x="5976004" y="983608"/>
            <a:ext cx="6466449" cy="269304"/>
          </a:xfrm>
          <a:prstGeom prst="rect">
            <a:avLst/>
          </a:prstGeom>
        </p:spPr>
        <p:txBody>
          <a:bodyPr wrap="square" lIns="0" tIns="0" rIns="0" bIns="0" rtlCol="0" anchor="t">
            <a:spAutoFit/>
          </a:bodyPr>
          <a:lstStyle/>
          <a:p>
            <a:pPr algn="l">
              <a:lnSpc>
                <a:spcPts val="2059"/>
              </a:lnSpc>
              <a:spcBef>
                <a:spcPct val="0"/>
              </a:spcBef>
            </a:pPr>
            <a:r>
              <a:rPr lang="en-US" sz="5400" spc="80" dirty="0" smtClean="0">
                <a:solidFill>
                  <a:srgbClr val="EED3FF"/>
                </a:solidFill>
                <a:latin typeface="Zen Dots" panose="020B0604020202020204" charset="0"/>
                <a:ea typeface="Open Sauce"/>
                <a:cs typeface="Open Sauce"/>
                <a:sym typeface="Open Sauce"/>
              </a:rPr>
              <a:t>Frameworks</a:t>
            </a:r>
            <a:endParaRPr lang="en-US" sz="5400" spc="80" dirty="0">
              <a:solidFill>
                <a:srgbClr val="EED3FF"/>
              </a:solidFill>
              <a:latin typeface="Zen Dots" panose="020B0604020202020204" charset="0"/>
              <a:ea typeface="Open Sauce"/>
              <a:cs typeface="Open Sauce"/>
              <a:sym typeface="Open Sauce"/>
            </a:endParaRPr>
          </a:p>
        </p:txBody>
      </p:sp>
      <p:sp>
        <p:nvSpPr>
          <p:cNvPr id="43" name="TextBox 43"/>
          <p:cNvSpPr txBox="1"/>
          <p:nvPr/>
        </p:nvSpPr>
        <p:spPr>
          <a:xfrm>
            <a:off x="1015417" y="2117264"/>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5</a:t>
            </a:r>
          </a:p>
        </p:txBody>
      </p:sp>
      <p:sp>
        <p:nvSpPr>
          <p:cNvPr id="47" name="Freeform 47"/>
          <p:cNvSpPr/>
          <p:nvPr/>
        </p:nvSpPr>
        <p:spPr>
          <a:xfrm flipH="1">
            <a:off x="15216277" y="7442855"/>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7"/>
            <a:stretch>
              <a:fillRect/>
            </a:stretch>
          </a:blipFill>
        </p:spPr>
      </p:sp>
      <p:grpSp>
        <p:nvGrpSpPr>
          <p:cNvPr id="49" name="Group 18"/>
          <p:cNvGrpSpPr/>
          <p:nvPr/>
        </p:nvGrpSpPr>
        <p:grpSpPr>
          <a:xfrm>
            <a:off x="2075968" y="2071592"/>
            <a:ext cx="3810000"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948764" y="2387689"/>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AutoGen</a:t>
            </a:r>
            <a:endParaRPr lang="en-US" sz="2400" spc="80" dirty="0">
              <a:solidFill>
                <a:srgbClr val="EED3FF"/>
              </a:solidFill>
              <a:latin typeface="Zen Dots" panose="020B0604020202020204" charset="0"/>
              <a:ea typeface="Open Sauce"/>
              <a:cs typeface="Open Sauce"/>
              <a:sym typeface="Open Sauce"/>
            </a:endParaRPr>
          </a:p>
        </p:txBody>
      </p:sp>
      <p:sp>
        <p:nvSpPr>
          <p:cNvPr id="9" name="Rectangle 8"/>
          <p:cNvSpPr/>
          <p:nvPr/>
        </p:nvSpPr>
        <p:spPr>
          <a:xfrm>
            <a:off x="6433036" y="1948872"/>
            <a:ext cx="9144000" cy="1200329"/>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AutoGen is a framework from Microsoft for building applications with multiple AI agents that can talk to each other and collaborate with humans to solve complex tasks.</a:t>
            </a:r>
          </a:p>
        </p:txBody>
      </p:sp>
      <p:graphicFrame>
        <p:nvGraphicFramePr>
          <p:cNvPr id="48" name="Diagram 47"/>
          <p:cNvGraphicFramePr/>
          <p:nvPr>
            <p:extLst>
              <p:ext uri="{D42A27DB-BD31-4B8C-83A1-F6EECF244321}">
                <p14:modId xmlns:p14="http://schemas.microsoft.com/office/powerpoint/2010/main" val="2234342712"/>
              </p:ext>
            </p:extLst>
          </p:nvPr>
        </p:nvGraphicFramePr>
        <p:xfrm>
          <a:off x="5555127" y="3345416"/>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9925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 calcmode="lin" valueType="num">
                                      <p:cBhvr>
                                        <p:cTn id="9" dur="500" fill="hold"/>
                                        <p:tgtEl>
                                          <p:spTgt spid="43"/>
                                        </p:tgtEl>
                                        <p:attrNameLst>
                                          <p:attrName>style.rotation</p:attrName>
                                        </p:attrNameLst>
                                      </p:cBhvr>
                                      <p:tavLst>
                                        <p:tav tm="0">
                                          <p:val>
                                            <p:fltVal val="360"/>
                                          </p:val>
                                        </p:tav>
                                        <p:tav tm="100000">
                                          <p:val>
                                            <p:fltVal val="0"/>
                                          </p:val>
                                        </p:tav>
                                      </p:tavLst>
                                    </p:anim>
                                    <p:animEffect transition="in" filter="fade">
                                      <p:cBhvr>
                                        <p:cTn id="10" dur="500"/>
                                        <p:tgtEl>
                                          <p:spTgt spid="43"/>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p:cTn id="13" dur="500" fill="hold"/>
                                        <p:tgtEl>
                                          <p:spTgt spid="49"/>
                                        </p:tgtEl>
                                        <p:attrNameLst>
                                          <p:attrName>ppt_w</p:attrName>
                                        </p:attrNameLst>
                                      </p:cBhvr>
                                      <p:tavLst>
                                        <p:tav tm="0">
                                          <p:val>
                                            <p:fltVal val="0"/>
                                          </p:val>
                                        </p:tav>
                                        <p:tav tm="100000">
                                          <p:val>
                                            <p:strVal val="#ppt_w"/>
                                          </p:val>
                                        </p:tav>
                                      </p:tavLst>
                                    </p:anim>
                                    <p:anim calcmode="lin" valueType="num">
                                      <p:cBhvr>
                                        <p:cTn id="14" dur="500" fill="hold"/>
                                        <p:tgtEl>
                                          <p:spTgt spid="49"/>
                                        </p:tgtEl>
                                        <p:attrNameLst>
                                          <p:attrName>ppt_h</p:attrName>
                                        </p:attrNameLst>
                                      </p:cBhvr>
                                      <p:tavLst>
                                        <p:tav tm="0">
                                          <p:val>
                                            <p:fltVal val="0"/>
                                          </p:val>
                                        </p:tav>
                                        <p:tav tm="100000">
                                          <p:val>
                                            <p:strVal val="#ppt_h"/>
                                          </p:val>
                                        </p:tav>
                                      </p:tavLst>
                                    </p:anim>
                                    <p:anim calcmode="lin" valueType="num">
                                      <p:cBhvr>
                                        <p:cTn id="15" dur="500" fill="hold"/>
                                        <p:tgtEl>
                                          <p:spTgt spid="49"/>
                                        </p:tgtEl>
                                        <p:attrNameLst>
                                          <p:attrName>style.rotation</p:attrName>
                                        </p:attrNameLst>
                                      </p:cBhvr>
                                      <p:tavLst>
                                        <p:tav tm="0">
                                          <p:val>
                                            <p:fltVal val="360"/>
                                          </p:val>
                                        </p:tav>
                                        <p:tav tm="100000">
                                          <p:val>
                                            <p:fltVal val="0"/>
                                          </p:val>
                                        </p:tav>
                                      </p:tavLst>
                                    </p:anim>
                                    <p:animEffect transition="in" filter="fade">
                                      <p:cBhvr>
                                        <p:cTn id="16" dur="500"/>
                                        <p:tgtEl>
                                          <p:spTgt spid="49"/>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p:cTn id="19" dur="500" fill="hold"/>
                                        <p:tgtEl>
                                          <p:spTgt spid="24"/>
                                        </p:tgtEl>
                                        <p:attrNameLst>
                                          <p:attrName>ppt_w</p:attrName>
                                        </p:attrNameLst>
                                      </p:cBhvr>
                                      <p:tavLst>
                                        <p:tav tm="0">
                                          <p:val>
                                            <p:fltVal val="0"/>
                                          </p:val>
                                        </p:tav>
                                        <p:tav tm="100000">
                                          <p:val>
                                            <p:strVal val="#ppt_w"/>
                                          </p:val>
                                        </p:tav>
                                      </p:tavLst>
                                    </p:anim>
                                    <p:anim calcmode="lin" valueType="num">
                                      <p:cBhvr>
                                        <p:cTn id="20" dur="500" fill="hold"/>
                                        <p:tgtEl>
                                          <p:spTgt spid="24"/>
                                        </p:tgtEl>
                                        <p:attrNameLst>
                                          <p:attrName>ppt_h</p:attrName>
                                        </p:attrNameLst>
                                      </p:cBhvr>
                                      <p:tavLst>
                                        <p:tav tm="0">
                                          <p:val>
                                            <p:fltVal val="0"/>
                                          </p:val>
                                        </p:tav>
                                        <p:tav tm="100000">
                                          <p:val>
                                            <p:strVal val="#ppt_h"/>
                                          </p:val>
                                        </p:tav>
                                      </p:tavLst>
                                    </p:anim>
                                    <p:anim calcmode="lin" valueType="num">
                                      <p:cBhvr>
                                        <p:cTn id="21" dur="500" fill="hold"/>
                                        <p:tgtEl>
                                          <p:spTgt spid="24"/>
                                        </p:tgtEl>
                                        <p:attrNameLst>
                                          <p:attrName>style.rotation</p:attrName>
                                        </p:attrNameLst>
                                      </p:cBhvr>
                                      <p:tavLst>
                                        <p:tav tm="0">
                                          <p:val>
                                            <p:fltVal val="360"/>
                                          </p:val>
                                        </p:tav>
                                        <p:tav tm="100000">
                                          <p:val>
                                            <p:fltVal val="0"/>
                                          </p:val>
                                        </p:tav>
                                      </p:tavLst>
                                    </p:anim>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anim calcmode="lin" valueType="num">
                                      <p:cBhvr>
                                        <p:cTn id="27" dur="500" fill="hold"/>
                                        <p:tgtEl>
                                          <p:spTgt spid="71"/>
                                        </p:tgtEl>
                                        <p:attrNameLst>
                                          <p:attrName>ppt_w</p:attrName>
                                        </p:attrNameLst>
                                      </p:cBhvr>
                                      <p:tavLst>
                                        <p:tav tm="0">
                                          <p:val>
                                            <p:fltVal val="0"/>
                                          </p:val>
                                        </p:tav>
                                        <p:tav tm="100000">
                                          <p:val>
                                            <p:strVal val="#ppt_w"/>
                                          </p:val>
                                        </p:tav>
                                      </p:tavLst>
                                    </p:anim>
                                    <p:anim calcmode="lin" valueType="num">
                                      <p:cBhvr>
                                        <p:cTn id="28" dur="500" fill="hold"/>
                                        <p:tgtEl>
                                          <p:spTgt spid="71"/>
                                        </p:tgtEl>
                                        <p:attrNameLst>
                                          <p:attrName>ppt_h</p:attrName>
                                        </p:attrNameLst>
                                      </p:cBhvr>
                                      <p:tavLst>
                                        <p:tav tm="0">
                                          <p:val>
                                            <p:fltVal val="0"/>
                                          </p:val>
                                        </p:tav>
                                        <p:tav tm="100000">
                                          <p:val>
                                            <p:strVal val="#ppt_h"/>
                                          </p:val>
                                        </p:tav>
                                      </p:tavLst>
                                    </p:anim>
                                    <p:animEffect transition="in" filter="fade">
                                      <p:cBhvr>
                                        <p:cTn id="29" dur="500"/>
                                        <p:tgtEl>
                                          <p:spTgt spid="7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71" grpId="0"/>
      <p:bldP spid="9" grpId="0"/>
      <p:bldGraphic spid="48"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3" name="Freeform 3"/>
          <p:cNvSpPr/>
          <p:nvPr/>
        </p:nvSpPr>
        <p:spPr>
          <a:xfrm flipH="1">
            <a:off x="-3221807" y="995858"/>
            <a:ext cx="8727458" cy="7489037"/>
          </a:xfrm>
          <a:custGeom>
            <a:avLst/>
            <a:gdLst/>
            <a:ahLst/>
            <a:cxnLst/>
            <a:rect l="l" t="t" r="r" b="b"/>
            <a:pathLst>
              <a:path w="8727458" h="7489037">
                <a:moveTo>
                  <a:pt x="8727458" y="0"/>
                </a:moveTo>
                <a:lnTo>
                  <a:pt x="0" y="0"/>
                </a:lnTo>
                <a:lnTo>
                  <a:pt x="0" y="7489036"/>
                </a:lnTo>
                <a:lnTo>
                  <a:pt x="8727458" y="7489036"/>
                </a:lnTo>
                <a:lnTo>
                  <a:pt x="8727458"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5505651" y="-5518975"/>
            <a:ext cx="7575046" cy="7575046"/>
          </a:xfrm>
          <a:custGeom>
            <a:avLst/>
            <a:gdLst/>
            <a:ahLst/>
            <a:cxnLst/>
            <a:rect l="l" t="t" r="r" b="b"/>
            <a:pathLst>
              <a:path w="7575046" h="7575046">
                <a:moveTo>
                  <a:pt x="0" y="0"/>
                </a:moveTo>
                <a:lnTo>
                  <a:pt x="7575047" y="0"/>
                </a:lnTo>
                <a:lnTo>
                  <a:pt x="7575047" y="7575046"/>
                </a:lnTo>
                <a:lnTo>
                  <a:pt x="0" y="7575046"/>
                </a:lnTo>
                <a:lnTo>
                  <a:pt x="0" y="0"/>
                </a:lnTo>
                <a:close/>
              </a:path>
            </a:pathLst>
          </a:custGeom>
          <a:blipFill>
            <a:blip r:embed="rId6">
              <a:alphaModFix amt="23000"/>
              <a:extLst>
                <a:ext uri="{96DAC541-7B7A-43D3-8B79-37D633B846F1}">
                  <asvg:svgBlip xmlns="" xmlns:asvg="http://schemas.microsoft.com/office/drawing/2016/SVG/main" r:embed="rId7"/>
                </a:ext>
              </a:extLst>
            </a:blip>
            <a:stretch>
              <a:fillRect/>
            </a:stretch>
          </a:blipFill>
        </p:spPr>
      </p:sp>
      <p:sp>
        <p:nvSpPr>
          <p:cNvPr id="7" name="Freeform 7"/>
          <p:cNvSpPr/>
          <p:nvPr/>
        </p:nvSpPr>
        <p:spPr>
          <a:xfrm rot="251071">
            <a:off x="12254109" y="1056367"/>
            <a:ext cx="8727458" cy="7489037"/>
          </a:xfrm>
          <a:custGeom>
            <a:avLst/>
            <a:gdLst/>
            <a:ahLst/>
            <a:cxnLst/>
            <a:rect l="l" t="t" r="r" b="b"/>
            <a:pathLst>
              <a:path w="8727458" h="7489037">
                <a:moveTo>
                  <a:pt x="0" y="0"/>
                </a:moveTo>
                <a:lnTo>
                  <a:pt x="8727458" y="0"/>
                </a:lnTo>
                <a:lnTo>
                  <a:pt x="8727458" y="7489037"/>
                </a:lnTo>
                <a:lnTo>
                  <a:pt x="0" y="7489037"/>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367115" y="4073164"/>
            <a:ext cx="9162588" cy="1141338"/>
          </a:xfrm>
          <a:prstGeom prst="rect">
            <a:avLst/>
          </a:prstGeom>
        </p:spPr>
        <p:txBody>
          <a:bodyPr lIns="0" tIns="0" rIns="0" bIns="0" rtlCol="0" anchor="t">
            <a:spAutoFit/>
          </a:bodyPr>
          <a:lstStyle/>
          <a:p>
            <a:pPr algn="ctr">
              <a:lnSpc>
                <a:spcPts val="8939"/>
              </a:lnSpc>
            </a:pPr>
            <a:r>
              <a:rPr lang="en-US" sz="7841" dirty="0" smtClean="0">
                <a:solidFill>
                  <a:srgbClr val="EED3FF"/>
                </a:solidFill>
                <a:latin typeface="Zen Dots"/>
                <a:ea typeface="Zen Dots"/>
                <a:cs typeface="Zen Dots"/>
                <a:sym typeface="Zen Dots"/>
              </a:rPr>
              <a:t>Guardrails</a:t>
            </a:r>
            <a:endParaRPr lang="en-US" sz="7841" dirty="0">
              <a:solidFill>
                <a:srgbClr val="EED3FF"/>
              </a:solidFill>
              <a:latin typeface="Zen Dots"/>
              <a:ea typeface="Zen Dots"/>
              <a:cs typeface="Zen Dots"/>
              <a:sym typeface="Zen Dots"/>
            </a:endParaRPr>
          </a:p>
        </p:txBody>
      </p:sp>
      <p:sp>
        <p:nvSpPr>
          <p:cNvPr id="10" name="Freeform 10"/>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8"/>
            <a:stretch>
              <a:fillRect/>
            </a:stretch>
          </a:blipFill>
        </p:spPr>
      </p:sp>
      <p:sp>
        <p:nvSpPr>
          <p:cNvPr id="11" name="Freeform 11"/>
          <p:cNvSpPr/>
          <p:nvPr/>
        </p:nvSpPr>
        <p:spPr>
          <a:xfrm>
            <a:off x="0"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9"/>
            <a:stretch>
              <a:fillRect/>
            </a:stretch>
          </a:blipFill>
        </p:spPr>
      </p:sp>
      <p:sp>
        <p:nvSpPr>
          <p:cNvPr id="12" name="Freeform 12"/>
          <p:cNvSpPr/>
          <p:nvPr/>
        </p:nvSpPr>
        <p:spPr>
          <a:xfrm flipH="1">
            <a:off x="11548656"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0"/>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7" name="TextBox 17"/>
          <p:cNvSpPr txBox="1"/>
          <p:nvPr/>
        </p:nvSpPr>
        <p:spPr>
          <a:xfrm>
            <a:off x="8854685" y="6484261"/>
            <a:ext cx="578629" cy="603666"/>
          </a:xfrm>
          <a:prstGeom prst="rect">
            <a:avLst/>
          </a:prstGeom>
        </p:spPr>
        <p:txBody>
          <a:bodyPr lIns="50800" tIns="50800" rIns="50800" bIns="50800" rtlCol="0" anchor="ctr"/>
          <a:lstStyle/>
          <a:p>
            <a:pPr algn="ctr">
              <a:lnSpc>
                <a:spcPts val="2150"/>
              </a:lnSpc>
            </a:pPr>
            <a:endParaRPr/>
          </a:p>
        </p:txBody>
      </p:sp>
    </p:spTree>
    <p:extLst>
      <p:ext uri="{BB962C8B-B14F-4D97-AF65-F5344CB8AC3E}">
        <p14:creationId xmlns:p14="http://schemas.microsoft.com/office/powerpoint/2010/main" val="18527855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2" name="Freeform 2"/>
          <p:cNvSpPr/>
          <p:nvPr/>
        </p:nvSpPr>
        <p:spPr>
          <a:xfrm rot="920133" flipV="1">
            <a:off x="-878045" y="-3330436"/>
            <a:ext cx="8690688" cy="7457484"/>
          </a:xfrm>
          <a:custGeom>
            <a:avLst/>
            <a:gdLst/>
            <a:ahLst/>
            <a:cxnLst/>
            <a:rect l="l" t="t" r="r" b="b"/>
            <a:pathLst>
              <a:path w="8690688" h="7457484">
                <a:moveTo>
                  <a:pt x="0" y="7457484"/>
                </a:moveTo>
                <a:lnTo>
                  <a:pt x="8690687" y="7457484"/>
                </a:lnTo>
                <a:lnTo>
                  <a:pt x="8690687" y="0"/>
                </a:lnTo>
                <a:lnTo>
                  <a:pt x="0" y="0"/>
                </a:lnTo>
                <a:lnTo>
                  <a:pt x="0" y="7457484"/>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7679049" y="-108044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5">
              <a:alphaModFix amt="24000"/>
              <a:extLst>
                <a:ext uri="{96DAC541-7B7A-43D3-8B79-37D633B846F1}">
                  <asvg:svgBlip xmlns="" xmlns:asvg="http://schemas.microsoft.com/office/drawing/2016/SVG/main" r:embed="rId6"/>
                </a:ext>
              </a:extLst>
            </a:blip>
            <a:stretch>
              <a:fillRect/>
            </a:stretch>
          </a:blipFill>
        </p:spPr>
      </p:sp>
      <p:sp>
        <p:nvSpPr>
          <p:cNvPr id="4" name="Freeform 4"/>
          <p:cNvSpPr/>
          <p:nvPr/>
        </p:nvSpPr>
        <p:spPr>
          <a:xfrm>
            <a:off x="15137818" y="3205337"/>
            <a:ext cx="6423939" cy="5512385"/>
          </a:xfrm>
          <a:custGeom>
            <a:avLst/>
            <a:gdLst/>
            <a:ahLst/>
            <a:cxnLst/>
            <a:rect l="l" t="t" r="r" b="b"/>
            <a:pathLst>
              <a:path w="6423939" h="5512385">
                <a:moveTo>
                  <a:pt x="0" y="0"/>
                </a:moveTo>
                <a:lnTo>
                  <a:pt x="6423939" y="0"/>
                </a:lnTo>
                <a:lnTo>
                  <a:pt x="6423939" y="5512385"/>
                </a:lnTo>
                <a:lnTo>
                  <a:pt x="0" y="551238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5335369" y="351758"/>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5">
              <a:alphaModFix amt="24000"/>
              <a:extLst>
                <a:ext uri="{96DAC541-7B7A-43D3-8B79-37D633B846F1}">
                  <asvg:svgBlip xmlns="" xmlns:asvg="http://schemas.microsoft.com/office/drawing/2016/SVG/main" r:embed="rId6"/>
                </a:ext>
              </a:extLst>
            </a:blip>
            <a:stretch>
              <a:fillRect/>
            </a:stretch>
          </a:blipFill>
        </p:spPr>
      </p:sp>
      <p:sp>
        <p:nvSpPr>
          <p:cNvPr id="6" name="Freeform 6"/>
          <p:cNvSpPr/>
          <p:nvPr/>
        </p:nvSpPr>
        <p:spPr>
          <a:xfrm>
            <a:off x="-639918" y="8138568"/>
            <a:ext cx="19567836" cy="7386858"/>
          </a:xfrm>
          <a:custGeom>
            <a:avLst/>
            <a:gdLst/>
            <a:ahLst/>
            <a:cxnLst/>
            <a:rect l="l" t="t" r="r" b="b"/>
            <a:pathLst>
              <a:path w="19567836" h="7386858">
                <a:moveTo>
                  <a:pt x="0" y="0"/>
                </a:moveTo>
                <a:lnTo>
                  <a:pt x="19567836" y="0"/>
                </a:lnTo>
                <a:lnTo>
                  <a:pt x="19567836" y="7386858"/>
                </a:lnTo>
                <a:lnTo>
                  <a:pt x="0" y="7386858"/>
                </a:lnTo>
                <a:lnTo>
                  <a:pt x="0" y="0"/>
                </a:lnTo>
                <a:close/>
              </a:path>
            </a:pathLst>
          </a:custGeom>
          <a:blipFill>
            <a:blip r:embed="rId7"/>
            <a:stretch>
              <a:fillRect/>
            </a:stretch>
          </a:blipFill>
        </p:spPr>
      </p:sp>
      <p:sp>
        <p:nvSpPr>
          <p:cNvPr id="13" name="Freeform 13"/>
          <p:cNvSpPr/>
          <p:nvPr/>
        </p:nvSpPr>
        <p:spPr>
          <a:xfrm rot="920133" flipV="1">
            <a:off x="8219526" y="-3580474"/>
            <a:ext cx="7824235" cy="6713981"/>
          </a:xfrm>
          <a:custGeom>
            <a:avLst/>
            <a:gdLst/>
            <a:ahLst/>
            <a:cxnLst/>
            <a:rect l="l" t="t" r="r" b="b"/>
            <a:pathLst>
              <a:path w="7824235" h="6713981">
                <a:moveTo>
                  <a:pt x="0" y="6713980"/>
                </a:moveTo>
                <a:lnTo>
                  <a:pt x="7824235" y="6713980"/>
                </a:lnTo>
                <a:lnTo>
                  <a:pt x="7824235" y="0"/>
                </a:lnTo>
                <a:lnTo>
                  <a:pt x="0" y="0"/>
                </a:lnTo>
                <a:lnTo>
                  <a:pt x="0" y="671398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9" name="TextBox 19"/>
          <p:cNvSpPr txBox="1"/>
          <p:nvPr/>
        </p:nvSpPr>
        <p:spPr>
          <a:xfrm>
            <a:off x="5897168" y="1729939"/>
            <a:ext cx="5452740" cy="610167"/>
          </a:xfrm>
          <a:prstGeom prst="rect">
            <a:avLst/>
          </a:prstGeom>
        </p:spPr>
        <p:txBody>
          <a:bodyPr wrap="square" lIns="0" tIns="0" rIns="0" bIns="0" rtlCol="0" anchor="t">
            <a:spAutoFit/>
          </a:bodyPr>
          <a:lstStyle/>
          <a:p>
            <a:pPr algn="ctr">
              <a:lnSpc>
                <a:spcPts val="4363"/>
              </a:lnSpc>
              <a:spcBef>
                <a:spcPct val="0"/>
              </a:spcBef>
            </a:pPr>
            <a:r>
              <a:rPr lang="en-US" sz="5400" dirty="0" smtClean="0">
                <a:solidFill>
                  <a:srgbClr val="EED3FF"/>
                </a:solidFill>
                <a:latin typeface="Zen Dots"/>
                <a:ea typeface="Zen Dots"/>
                <a:cs typeface="Zen Dots"/>
                <a:sym typeface="Zen Dots"/>
              </a:rPr>
              <a:t>Guardrails</a:t>
            </a:r>
            <a:endParaRPr lang="en-US" sz="5400" dirty="0">
              <a:solidFill>
                <a:srgbClr val="EED3FF"/>
              </a:solidFill>
              <a:latin typeface="Zen Dots"/>
              <a:ea typeface="Zen Dots"/>
              <a:cs typeface="Zen Dots"/>
              <a:sym typeface="Zen Dots"/>
            </a:endParaRPr>
          </a:p>
        </p:txBody>
      </p:sp>
      <p:sp>
        <p:nvSpPr>
          <p:cNvPr id="36" name="Rectangle 35"/>
          <p:cNvSpPr/>
          <p:nvPr/>
        </p:nvSpPr>
        <p:spPr>
          <a:xfrm>
            <a:off x="9528600" y="3949038"/>
            <a:ext cx="1494020" cy="2363448"/>
          </a:xfrm>
          <a:prstGeom prst="rect">
            <a:avLst/>
          </a:prstGeom>
          <a:solidFill>
            <a:srgbClr val="EED3FF"/>
          </a:solidFill>
          <a:ln w="76200">
            <a:solidFill>
              <a:srgbClr val="42208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Tools</a:t>
            </a:r>
            <a:endParaRPr lang="en-US" sz="2800" dirty="0">
              <a:solidFill>
                <a:schemeClr val="tx1"/>
              </a:solidFill>
            </a:endParaRPr>
          </a:p>
        </p:txBody>
      </p:sp>
      <p:sp>
        <p:nvSpPr>
          <p:cNvPr id="37" name="Flowchart: Connector 36"/>
          <p:cNvSpPr/>
          <p:nvPr/>
        </p:nvSpPr>
        <p:spPr>
          <a:xfrm>
            <a:off x="11865348" y="4481656"/>
            <a:ext cx="2003051" cy="1531816"/>
          </a:xfrm>
          <a:prstGeom prst="flowChartConnector">
            <a:avLst/>
          </a:prstGeom>
          <a:solidFill>
            <a:srgbClr val="EED3FF"/>
          </a:solidFill>
          <a:ln w="28575">
            <a:solidFill>
              <a:srgbClr val="4220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External World</a:t>
            </a:r>
            <a:endParaRPr lang="en-US" sz="2800" dirty="0">
              <a:solidFill>
                <a:schemeClr val="tx1"/>
              </a:solidFill>
            </a:endParaRPr>
          </a:p>
        </p:txBody>
      </p:sp>
      <p:sp>
        <p:nvSpPr>
          <p:cNvPr id="38" name="Rectangle 37"/>
          <p:cNvSpPr/>
          <p:nvPr/>
        </p:nvSpPr>
        <p:spPr>
          <a:xfrm>
            <a:off x="7359831" y="4867346"/>
            <a:ext cx="1494020" cy="868596"/>
          </a:xfrm>
          <a:prstGeom prst="rect">
            <a:avLst/>
          </a:prstGeom>
          <a:solidFill>
            <a:srgbClr val="EED3FF"/>
          </a:solidFill>
          <a:ln w="76200">
            <a:solidFill>
              <a:srgbClr val="42208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Model</a:t>
            </a:r>
            <a:endParaRPr lang="en-US" sz="2800" dirty="0">
              <a:solidFill>
                <a:schemeClr val="tx1"/>
              </a:solidFill>
            </a:endParaRPr>
          </a:p>
        </p:txBody>
      </p:sp>
      <p:sp>
        <p:nvSpPr>
          <p:cNvPr id="39" name="Rectangle 38"/>
          <p:cNvSpPr/>
          <p:nvPr/>
        </p:nvSpPr>
        <p:spPr>
          <a:xfrm>
            <a:off x="3698005" y="4867346"/>
            <a:ext cx="1494020" cy="837902"/>
          </a:xfrm>
          <a:prstGeom prst="rect">
            <a:avLst/>
          </a:prstGeom>
          <a:solidFill>
            <a:srgbClr val="EED3FF"/>
          </a:solidFill>
          <a:ln w="76200">
            <a:solidFill>
              <a:srgbClr val="42208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User</a:t>
            </a:r>
            <a:endParaRPr lang="en-US" sz="2800" dirty="0">
              <a:solidFill>
                <a:schemeClr val="tx1"/>
              </a:solidFill>
            </a:endParaRPr>
          </a:p>
        </p:txBody>
      </p:sp>
      <p:cxnSp>
        <p:nvCxnSpPr>
          <p:cNvPr id="40" name="Straight Arrow Connector 39"/>
          <p:cNvCxnSpPr>
            <a:stCxn id="39" idx="3"/>
            <a:endCxn id="38" idx="1"/>
          </p:cNvCxnSpPr>
          <p:nvPr/>
        </p:nvCxnSpPr>
        <p:spPr>
          <a:xfrm>
            <a:off x="5192025" y="5286297"/>
            <a:ext cx="2167806" cy="1534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5274411" y="4841745"/>
            <a:ext cx="951148" cy="369332"/>
          </a:xfrm>
          <a:prstGeom prst="rect">
            <a:avLst/>
          </a:prstGeom>
          <a:noFill/>
        </p:spPr>
        <p:txBody>
          <a:bodyPr wrap="square" rtlCol="0">
            <a:spAutoFit/>
          </a:bodyPr>
          <a:lstStyle/>
          <a:p>
            <a:r>
              <a:rPr lang="en-US" dirty="0" smtClean="0"/>
              <a:t>Prompt</a:t>
            </a:r>
            <a:endParaRPr lang="en-US" dirty="0"/>
          </a:p>
        </p:txBody>
      </p:sp>
      <p:sp>
        <p:nvSpPr>
          <p:cNvPr id="42" name="Diamond 41"/>
          <p:cNvSpPr/>
          <p:nvPr/>
        </p:nvSpPr>
        <p:spPr>
          <a:xfrm>
            <a:off x="5168350" y="3803852"/>
            <a:ext cx="2315893" cy="1133063"/>
          </a:xfrm>
          <a:prstGeom prst="diamond">
            <a:avLst/>
          </a:prstGeom>
          <a:solidFill>
            <a:srgbClr val="422081"/>
          </a:solidFill>
          <a:ln>
            <a:solidFill>
              <a:srgbClr val="4220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Input Guardrails</a:t>
            </a:r>
            <a:endParaRPr lang="en-US" dirty="0">
              <a:solidFill>
                <a:schemeClr val="bg1"/>
              </a:solidFill>
            </a:endParaRPr>
          </a:p>
        </p:txBody>
      </p:sp>
      <p:cxnSp>
        <p:nvCxnSpPr>
          <p:cNvPr id="43" name="Straight Arrow Connector 42"/>
          <p:cNvCxnSpPr>
            <a:stCxn id="38" idx="3"/>
          </p:cNvCxnSpPr>
          <p:nvPr/>
        </p:nvCxnSpPr>
        <p:spPr>
          <a:xfrm flipV="1">
            <a:off x="8853851" y="5286297"/>
            <a:ext cx="674749" cy="1534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11022620" y="5198841"/>
            <a:ext cx="842729" cy="1223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Diamond 44"/>
          <p:cNvSpPr/>
          <p:nvPr/>
        </p:nvSpPr>
        <p:spPr>
          <a:xfrm>
            <a:off x="11165673" y="3322709"/>
            <a:ext cx="2315893" cy="1133063"/>
          </a:xfrm>
          <a:prstGeom prst="diamond">
            <a:avLst/>
          </a:prstGeom>
          <a:solidFill>
            <a:srgbClr val="422081"/>
          </a:solidFill>
          <a:ln>
            <a:solidFill>
              <a:srgbClr val="4220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Tool Guardrails</a:t>
            </a:r>
            <a:endParaRPr lang="en-US" dirty="0">
              <a:solidFill>
                <a:schemeClr val="bg1"/>
              </a:solidFill>
            </a:endParaRPr>
          </a:p>
        </p:txBody>
      </p:sp>
      <p:sp>
        <p:nvSpPr>
          <p:cNvPr id="46" name="Diamond 45"/>
          <p:cNvSpPr/>
          <p:nvPr/>
        </p:nvSpPr>
        <p:spPr>
          <a:xfrm>
            <a:off x="5117981" y="6042333"/>
            <a:ext cx="2315893" cy="1133063"/>
          </a:xfrm>
          <a:prstGeom prst="diamond">
            <a:avLst/>
          </a:prstGeom>
          <a:solidFill>
            <a:srgbClr val="422081"/>
          </a:solidFill>
          <a:ln>
            <a:solidFill>
              <a:srgbClr val="4220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Output Guardrails</a:t>
            </a:r>
            <a:endParaRPr lang="en-US" dirty="0">
              <a:solidFill>
                <a:schemeClr val="bg1"/>
              </a:solidFill>
            </a:endParaRPr>
          </a:p>
        </p:txBody>
      </p:sp>
      <p:cxnSp>
        <p:nvCxnSpPr>
          <p:cNvPr id="47" name="Straight Arrow Connector 46"/>
          <p:cNvCxnSpPr/>
          <p:nvPr/>
        </p:nvCxnSpPr>
        <p:spPr>
          <a:xfrm flipH="1">
            <a:off x="11022619" y="5356804"/>
            <a:ext cx="842729"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8853851" y="5415511"/>
            <a:ext cx="674749" cy="7815"/>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38" idx="2"/>
            <a:endCxn id="39" idx="2"/>
          </p:cNvCxnSpPr>
          <p:nvPr/>
        </p:nvCxnSpPr>
        <p:spPr>
          <a:xfrm rot="5400000" flipH="1">
            <a:off x="6260581" y="3889682"/>
            <a:ext cx="30694" cy="3661826"/>
          </a:xfrm>
          <a:prstGeom prst="bentConnector3">
            <a:avLst>
              <a:gd name="adj1" fmla="val -5455288"/>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652955" y="7546127"/>
            <a:ext cx="1135154" cy="369332"/>
          </a:xfrm>
          <a:prstGeom prst="rect">
            <a:avLst/>
          </a:prstGeom>
          <a:noFill/>
          <a:ln>
            <a:noFill/>
          </a:ln>
        </p:spPr>
        <p:txBody>
          <a:bodyPr wrap="square" rtlCol="0">
            <a:spAutoFit/>
          </a:bodyPr>
          <a:lstStyle/>
          <a:p>
            <a:r>
              <a:rPr lang="en-US" dirty="0" smtClean="0">
                <a:ln w="0">
                  <a:noFill/>
                </a:ln>
                <a:solidFill>
                  <a:schemeClr val="bg1"/>
                </a:solidFill>
                <a:effectLst>
                  <a:outerShdw blurRad="38100" dist="19050" dir="2700000" algn="tl" rotWithShape="0">
                    <a:schemeClr val="dk1">
                      <a:alpha val="40000"/>
                    </a:schemeClr>
                  </a:outerShdw>
                </a:effectLst>
              </a:rPr>
              <a:t>Response</a:t>
            </a:r>
            <a:endParaRPr lang="en-US" dirty="0">
              <a:ln w="0">
                <a:noFill/>
              </a:ln>
              <a:solidFill>
                <a:schemeClr val="bg1"/>
              </a:solidFill>
              <a:effectLst>
                <a:outerShdw blurRad="38100" dist="19050" dir="2700000" algn="tl" rotWithShape="0">
                  <a:schemeClr val="dk1">
                    <a:alpha val="40000"/>
                  </a:schemeClr>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p:cTn id="12" dur="500" fill="hold"/>
                                        <p:tgtEl>
                                          <p:spTgt spid="41"/>
                                        </p:tgtEl>
                                        <p:attrNameLst>
                                          <p:attrName>ppt_w</p:attrName>
                                        </p:attrNameLst>
                                      </p:cBhvr>
                                      <p:tavLst>
                                        <p:tav tm="0">
                                          <p:val>
                                            <p:fltVal val="0"/>
                                          </p:val>
                                        </p:tav>
                                        <p:tav tm="100000">
                                          <p:val>
                                            <p:strVal val="#ppt_w"/>
                                          </p:val>
                                        </p:tav>
                                      </p:tavLst>
                                    </p:anim>
                                    <p:anim calcmode="lin" valueType="num">
                                      <p:cBhvr>
                                        <p:cTn id="13" dur="500" fill="hold"/>
                                        <p:tgtEl>
                                          <p:spTgt spid="41"/>
                                        </p:tgtEl>
                                        <p:attrNameLst>
                                          <p:attrName>ppt_h</p:attrName>
                                        </p:attrNameLst>
                                      </p:cBhvr>
                                      <p:tavLst>
                                        <p:tav tm="0">
                                          <p:val>
                                            <p:fltVal val="0"/>
                                          </p:val>
                                        </p:tav>
                                        <p:tav tm="100000">
                                          <p:val>
                                            <p:strVal val="#ppt_h"/>
                                          </p:val>
                                        </p:tav>
                                      </p:tavLst>
                                    </p:anim>
                                    <p:animEffect transition="in" filter="fade">
                                      <p:cBhvr>
                                        <p:cTn id="14" dur="500"/>
                                        <p:tgtEl>
                                          <p:spTgt spid="4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p:cTn id="25" dur="500" fill="hold"/>
                                        <p:tgtEl>
                                          <p:spTgt spid="43"/>
                                        </p:tgtEl>
                                        <p:attrNameLst>
                                          <p:attrName>ppt_w</p:attrName>
                                        </p:attrNameLst>
                                      </p:cBhvr>
                                      <p:tavLst>
                                        <p:tav tm="0">
                                          <p:val>
                                            <p:fltVal val="0"/>
                                          </p:val>
                                        </p:tav>
                                        <p:tav tm="100000">
                                          <p:val>
                                            <p:strVal val="#ppt_w"/>
                                          </p:val>
                                        </p:tav>
                                      </p:tavLst>
                                    </p:anim>
                                    <p:anim calcmode="lin" valueType="num">
                                      <p:cBhvr>
                                        <p:cTn id="26" dur="500" fill="hold"/>
                                        <p:tgtEl>
                                          <p:spTgt spid="43"/>
                                        </p:tgtEl>
                                        <p:attrNameLst>
                                          <p:attrName>ppt_h</p:attrName>
                                        </p:attrNameLst>
                                      </p:cBhvr>
                                      <p:tavLst>
                                        <p:tav tm="0">
                                          <p:val>
                                            <p:fltVal val="0"/>
                                          </p:val>
                                        </p:tav>
                                        <p:tav tm="100000">
                                          <p:val>
                                            <p:strVal val="#ppt_h"/>
                                          </p:val>
                                        </p:tav>
                                      </p:tavLst>
                                    </p:anim>
                                    <p:animEffect transition="in" filter="fad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 calcmode="lin" valueType="num">
                                      <p:cBhvr>
                                        <p:cTn id="32" dur="500" fill="hold"/>
                                        <p:tgtEl>
                                          <p:spTgt spid="44"/>
                                        </p:tgtEl>
                                        <p:attrNameLst>
                                          <p:attrName>ppt_w</p:attrName>
                                        </p:attrNameLst>
                                      </p:cBhvr>
                                      <p:tavLst>
                                        <p:tav tm="0">
                                          <p:val>
                                            <p:fltVal val="0"/>
                                          </p:val>
                                        </p:tav>
                                        <p:tav tm="100000">
                                          <p:val>
                                            <p:strVal val="#ppt_w"/>
                                          </p:val>
                                        </p:tav>
                                      </p:tavLst>
                                    </p:anim>
                                    <p:anim calcmode="lin" valueType="num">
                                      <p:cBhvr>
                                        <p:cTn id="33" dur="500" fill="hold"/>
                                        <p:tgtEl>
                                          <p:spTgt spid="44"/>
                                        </p:tgtEl>
                                        <p:attrNameLst>
                                          <p:attrName>ppt_h</p:attrName>
                                        </p:attrNameLst>
                                      </p:cBhvr>
                                      <p:tavLst>
                                        <p:tav tm="0">
                                          <p:val>
                                            <p:fltVal val="0"/>
                                          </p:val>
                                        </p:tav>
                                        <p:tav tm="100000">
                                          <p:val>
                                            <p:strVal val="#ppt_h"/>
                                          </p:val>
                                        </p:tav>
                                      </p:tavLst>
                                    </p:anim>
                                    <p:animEffect transition="in" filter="fade">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 calcmode="lin" valueType="num">
                                      <p:cBhvr additive="base">
                                        <p:cTn id="39" dur="500" fill="hold"/>
                                        <p:tgtEl>
                                          <p:spTgt spid="45"/>
                                        </p:tgtEl>
                                        <p:attrNameLst>
                                          <p:attrName>ppt_x</p:attrName>
                                        </p:attrNameLst>
                                      </p:cBhvr>
                                      <p:tavLst>
                                        <p:tav tm="0">
                                          <p:val>
                                            <p:strVal val="#ppt_x"/>
                                          </p:val>
                                        </p:tav>
                                        <p:tav tm="100000">
                                          <p:val>
                                            <p:strVal val="#ppt_x"/>
                                          </p:val>
                                        </p:tav>
                                      </p:tavLst>
                                    </p:anim>
                                    <p:anim calcmode="lin" valueType="num">
                                      <p:cBhvr additive="base">
                                        <p:cTn id="4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p:cTn id="45" dur="500" fill="hold"/>
                                        <p:tgtEl>
                                          <p:spTgt spid="47"/>
                                        </p:tgtEl>
                                        <p:attrNameLst>
                                          <p:attrName>ppt_w</p:attrName>
                                        </p:attrNameLst>
                                      </p:cBhvr>
                                      <p:tavLst>
                                        <p:tav tm="0">
                                          <p:val>
                                            <p:fltVal val="0"/>
                                          </p:val>
                                        </p:tav>
                                        <p:tav tm="100000">
                                          <p:val>
                                            <p:strVal val="#ppt_w"/>
                                          </p:val>
                                        </p:tav>
                                      </p:tavLst>
                                    </p:anim>
                                    <p:anim calcmode="lin" valueType="num">
                                      <p:cBhvr>
                                        <p:cTn id="46" dur="500" fill="hold"/>
                                        <p:tgtEl>
                                          <p:spTgt spid="47"/>
                                        </p:tgtEl>
                                        <p:attrNameLst>
                                          <p:attrName>ppt_h</p:attrName>
                                        </p:attrNameLst>
                                      </p:cBhvr>
                                      <p:tavLst>
                                        <p:tav tm="0">
                                          <p:val>
                                            <p:fltVal val="0"/>
                                          </p:val>
                                        </p:tav>
                                        <p:tav tm="100000">
                                          <p:val>
                                            <p:strVal val="#ppt_h"/>
                                          </p:val>
                                        </p:tav>
                                      </p:tavLst>
                                    </p:anim>
                                    <p:animEffect transition="in" filter="fad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48"/>
                                        </p:tgtEl>
                                        <p:attrNameLst>
                                          <p:attrName>style.visibility</p:attrName>
                                        </p:attrNameLst>
                                      </p:cBhvr>
                                      <p:to>
                                        <p:strVal val="visible"/>
                                      </p:to>
                                    </p:set>
                                    <p:anim calcmode="lin" valueType="num">
                                      <p:cBhvr>
                                        <p:cTn id="52" dur="500" fill="hold"/>
                                        <p:tgtEl>
                                          <p:spTgt spid="48"/>
                                        </p:tgtEl>
                                        <p:attrNameLst>
                                          <p:attrName>ppt_w</p:attrName>
                                        </p:attrNameLst>
                                      </p:cBhvr>
                                      <p:tavLst>
                                        <p:tav tm="0">
                                          <p:val>
                                            <p:fltVal val="0"/>
                                          </p:val>
                                        </p:tav>
                                        <p:tav tm="100000">
                                          <p:val>
                                            <p:strVal val="#ppt_w"/>
                                          </p:val>
                                        </p:tav>
                                      </p:tavLst>
                                    </p:anim>
                                    <p:anim calcmode="lin" valueType="num">
                                      <p:cBhvr>
                                        <p:cTn id="53" dur="500" fill="hold"/>
                                        <p:tgtEl>
                                          <p:spTgt spid="48"/>
                                        </p:tgtEl>
                                        <p:attrNameLst>
                                          <p:attrName>ppt_h</p:attrName>
                                        </p:attrNameLst>
                                      </p:cBhvr>
                                      <p:tavLst>
                                        <p:tav tm="0">
                                          <p:val>
                                            <p:fltVal val="0"/>
                                          </p:val>
                                        </p:tav>
                                        <p:tav tm="100000">
                                          <p:val>
                                            <p:strVal val="#ppt_h"/>
                                          </p:val>
                                        </p:tav>
                                      </p:tavLst>
                                    </p:anim>
                                    <p:animEffect transition="in" filter="fade">
                                      <p:cBhvr>
                                        <p:cTn id="54" dur="500"/>
                                        <p:tgtEl>
                                          <p:spTgt spid="48"/>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49"/>
                                        </p:tgtEl>
                                        <p:attrNameLst>
                                          <p:attrName>style.visibility</p:attrName>
                                        </p:attrNameLst>
                                      </p:cBhvr>
                                      <p:to>
                                        <p:strVal val="visible"/>
                                      </p:to>
                                    </p:set>
                                    <p:anim calcmode="lin" valueType="num">
                                      <p:cBhvr>
                                        <p:cTn id="59" dur="500" fill="hold"/>
                                        <p:tgtEl>
                                          <p:spTgt spid="49"/>
                                        </p:tgtEl>
                                        <p:attrNameLst>
                                          <p:attrName>ppt_w</p:attrName>
                                        </p:attrNameLst>
                                      </p:cBhvr>
                                      <p:tavLst>
                                        <p:tav tm="0">
                                          <p:val>
                                            <p:fltVal val="0"/>
                                          </p:val>
                                        </p:tav>
                                        <p:tav tm="100000">
                                          <p:val>
                                            <p:strVal val="#ppt_w"/>
                                          </p:val>
                                        </p:tav>
                                      </p:tavLst>
                                    </p:anim>
                                    <p:anim calcmode="lin" valueType="num">
                                      <p:cBhvr>
                                        <p:cTn id="60" dur="500" fill="hold"/>
                                        <p:tgtEl>
                                          <p:spTgt spid="49"/>
                                        </p:tgtEl>
                                        <p:attrNameLst>
                                          <p:attrName>ppt_h</p:attrName>
                                        </p:attrNameLst>
                                      </p:cBhvr>
                                      <p:tavLst>
                                        <p:tav tm="0">
                                          <p:val>
                                            <p:fltVal val="0"/>
                                          </p:val>
                                        </p:tav>
                                        <p:tav tm="100000">
                                          <p:val>
                                            <p:strVal val="#ppt_h"/>
                                          </p:val>
                                        </p:tav>
                                      </p:tavLst>
                                    </p:anim>
                                    <p:animEffect transition="in" filter="fade">
                                      <p:cBhvr>
                                        <p:cTn id="61" dur="500"/>
                                        <p:tgtEl>
                                          <p:spTgt spid="49"/>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 calcmode="lin" valueType="num">
                                      <p:cBhvr>
                                        <p:cTn id="64" dur="500" fill="hold"/>
                                        <p:tgtEl>
                                          <p:spTgt spid="50"/>
                                        </p:tgtEl>
                                        <p:attrNameLst>
                                          <p:attrName>ppt_w</p:attrName>
                                        </p:attrNameLst>
                                      </p:cBhvr>
                                      <p:tavLst>
                                        <p:tav tm="0">
                                          <p:val>
                                            <p:fltVal val="0"/>
                                          </p:val>
                                        </p:tav>
                                        <p:tav tm="100000">
                                          <p:val>
                                            <p:strVal val="#ppt_w"/>
                                          </p:val>
                                        </p:tav>
                                      </p:tavLst>
                                    </p:anim>
                                    <p:anim calcmode="lin" valueType="num">
                                      <p:cBhvr>
                                        <p:cTn id="65" dur="500" fill="hold"/>
                                        <p:tgtEl>
                                          <p:spTgt spid="50"/>
                                        </p:tgtEl>
                                        <p:attrNameLst>
                                          <p:attrName>ppt_h</p:attrName>
                                        </p:attrNameLst>
                                      </p:cBhvr>
                                      <p:tavLst>
                                        <p:tav tm="0">
                                          <p:val>
                                            <p:fltVal val="0"/>
                                          </p:val>
                                        </p:tav>
                                        <p:tav tm="100000">
                                          <p:val>
                                            <p:strVal val="#ppt_h"/>
                                          </p:val>
                                        </p:tav>
                                      </p:tavLst>
                                    </p:anim>
                                    <p:animEffect transition="in" filter="fade">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anim calcmode="lin" valueType="num">
                                      <p:cBhvr additive="base">
                                        <p:cTn id="71" dur="500" fill="hold"/>
                                        <p:tgtEl>
                                          <p:spTgt spid="46"/>
                                        </p:tgtEl>
                                        <p:attrNameLst>
                                          <p:attrName>ppt_x</p:attrName>
                                        </p:attrNameLst>
                                      </p:cBhvr>
                                      <p:tavLst>
                                        <p:tav tm="0">
                                          <p:val>
                                            <p:strVal val="#ppt_x"/>
                                          </p:val>
                                        </p:tav>
                                        <p:tav tm="100000">
                                          <p:val>
                                            <p:strVal val="#ppt_x"/>
                                          </p:val>
                                        </p:tav>
                                      </p:tavLst>
                                    </p:anim>
                                    <p:anim calcmode="lin" valueType="num">
                                      <p:cBhvr additive="base">
                                        <p:cTn id="7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animBg="1"/>
      <p:bldP spid="45" grpId="0" animBg="1"/>
      <p:bldP spid="46" grpId="0" animBg="1"/>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3" name="Freeform 3"/>
          <p:cNvSpPr/>
          <p:nvPr/>
        </p:nvSpPr>
        <p:spPr>
          <a:xfrm flipH="1">
            <a:off x="-3221807" y="995858"/>
            <a:ext cx="8727458" cy="7489037"/>
          </a:xfrm>
          <a:custGeom>
            <a:avLst/>
            <a:gdLst/>
            <a:ahLst/>
            <a:cxnLst/>
            <a:rect l="l" t="t" r="r" b="b"/>
            <a:pathLst>
              <a:path w="8727458" h="7489037">
                <a:moveTo>
                  <a:pt x="8727458" y="0"/>
                </a:moveTo>
                <a:lnTo>
                  <a:pt x="0" y="0"/>
                </a:lnTo>
                <a:lnTo>
                  <a:pt x="0" y="7489036"/>
                </a:lnTo>
                <a:lnTo>
                  <a:pt x="8727458" y="7489036"/>
                </a:lnTo>
                <a:lnTo>
                  <a:pt x="8727458"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5505651" y="-5518975"/>
            <a:ext cx="7575046" cy="7575046"/>
          </a:xfrm>
          <a:custGeom>
            <a:avLst/>
            <a:gdLst/>
            <a:ahLst/>
            <a:cxnLst/>
            <a:rect l="l" t="t" r="r" b="b"/>
            <a:pathLst>
              <a:path w="7575046" h="7575046">
                <a:moveTo>
                  <a:pt x="0" y="0"/>
                </a:moveTo>
                <a:lnTo>
                  <a:pt x="7575047" y="0"/>
                </a:lnTo>
                <a:lnTo>
                  <a:pt x="7575047" y="7575046"/>
                </a:lnTo>
                <a:lnTo>
                  <a:pt x="0" y="7575046"/>
                </a:lnTo>
                <a:lnTo>
                  <a:pt x="0" y="0"/>
                </a:lnTo>
                <a:close/>
              </a:path>
            </a:pathLst>
          </a:custGeom>
          <a:blipFill>
            <a:blip r:embed="rId6">
              <a:alphaModFix amt="23000"/>
              <a:extLst>
                <a:ext uri="{96DAC541-7B7A-43D3-8B79-37D633B846F1}">
                  <asvg:svgBlip xmlns="" xmlns:asvg="http://schemas.microsoft.com/office/drawing/2016/SVG/main" r:embed="rId7"/>
                </a:ext>
              </a:extLst>
            </a:blip>
            <a:stretch>
              <a:fillRect/>
            </a:stretch>
          </a:blipFill>
        </p:spPr>
      </p:sp>
      <p:sp>
        <p:nvSpPr>
          <p:cNvPr id="7" name="Freeform 7"/>
          <p:cNvSpPr/>
          <p:nvPr/>
        </p:nvSpPr>
        <p:spPr>
          <a:xfrm rot="251071">
            <a:off x="12254109" y="1056367"/>
            <a:ext cx="8727458" cy="7489037"/>
          </a:xfrm>
          <a:custGeom>
            <a:avLst/>
            <a:gdLst/>
            <a:ahLst/>
            <a:cxnLst/>
            <a:rect l="l" t="t" r="r" b="b"/>
            <a:pathLst>
              <a:path w="8727458" h="7489037">
                <a:moveTo>
                  <a:pt x="0" y="0"/>
                </a:moveTo>
                <a:lnTo>
                  <a:pt x="8727458" y="0"/>
                </a:lnTo>
                <a:lnTo>
                  <a:pt x="8727458" y="7489037"/>
                </a:lnTo>
                <a:lnTo>
                  <a:pt x="0" y="7489037"/>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357456" y="4146122"/>
            <a:ext cx="9162588" cy="2282676"/>
          </a:xfrm>
          <a:prstGeom prst="rect">
            <a:avLst/>
          </a:prstGeom>
        </p:spPr>
        <p:txBody>
          <a:bodyPr lIns="0" tIns="0" rIns="0" bIns="0" rtlCol="0" anchor="t">
            <a:spAutoFit/>
          </a:bodyPr>
          <a:lstStyle/>
          <a:p>
            <a:pPr algn="ctr">
              <a:lnSpc>
                <a:spcPts val="8939"/>
              </a:lnSpc>
            </a:pPr>
            <a:r>
              <a:rPr lang="en-US" sz="7841" dirty="0" smtClean="0">
                <a:solidFill>
                  <a:srgbClr val="EED3FF"/>
                </a:solidFill>
                <a:latin typeface="Zen Dots"/>
                <a:ea typeface="Zen Dots"/>
                <a:cs typeface="Zen Dots"/>
                <a:sym typeface="Zen Dots"/>
              </a:rPr>
              <a:t>Anomaly Detection</a:t>
            </a:r>
            <a:endParaRPr lang="en-US" sz="7841" dirty="0">
              <a:solidFill>
                <a:srgbClr val="EED3FF"/>
              </a:solidFill>
              <a:latin typeface="Zen Dots"/>
              <a:ea typeface="Zen Dots"/>
              <a:cs typeface="Zen Dots"/>
              <a:sym typeface="Zen Dots"/>
            </a:endParaRPr>
          </a:p>
        </p:txBody>
      </p:sp>
      <p:sp>
        <p:nvSpPr>
          <p:cNvPr id="10" name="Freeform 10"/>
          <p:cNvSpPr/>
          <p:nvPr/>
        </p:nvSpPr>
        <p:spPr>
          <a:xfrm>
            <a:off x="2576122" y="8127292"/>
            <a:ext cx="13135756" cy="4319415"/>
          </a:xfrm>
          <a:custGeom>
            <a:avLst/>
            <a:gdLst/>
            <a:ahLst/>
            <a:cxnLst/>
            <a:rect l="l" t="t" r="r" b="b"/>
            <a:pathLst>
              <a:path w="13135756" h="4319415">
                <a:moveTo>
                  <a:pt x="0" y="0"/>
                </a:moveTo>
                <a:lnTo>
                  <a:pt x="13135756" y="0"/>
                </a:lnTo>
                <a:lnTo>
                  <a:pt x="13135756" y="4319416"/>
                </a:lnTo>
                <a:lnTo>
                  <a:pt x="0" y="4319416"/>
                </a:lnTo>
                <a:lnTo>
                  <a:pt x="0" y="0"/>
                </a:lnTo>
                <a:close/>
              </a:path>
            </a:pathLst>
          </a:custGeom>
          <a:blipFill>
            <a:blip r:embed="rId8"/>
            <a:stretch>
              <a:fillRect/>
            </a:stretch>
          </a:blipFill>
        </p:spPr>
      </p:sp>
      <p:sp>
        <p:nvSpPr>
          <p:cNvPr id="11" name="Freeform 11"/>
          <p:cNvSpPr/>
          <p:nvPr/>
        </p:nvSpPr>
        <p:spPr>
          <a:xfrm>
            <a:off x="0" y="3731611"/>
            <a:ext cx="6328844" cy="7246768"/>
          </a:xfrm>
          <a:custGeom>
            <a:avLst/>
            <a:gdLst/>
            <a:ahLst/>
            <a:cxnLst/>
            <a:rect l="l" t="t" r="r" b="b"/>
            <a:pathLst>
              <a:path w="6328844" h="7246768">
                <a:moveTo>
                  <a:pt x="0" y="0"/>
                </a:moveTo>
                <a:lnTo>
                  <a:pt x="6328844" y="0"/>
                </a:lnTo>
                <a:lnTo>
                  <a:pt x="6328844" y="7246767"/>
                </a:lnTo>
                <a:lnTo>
                  <a:pt x="0" y="7246767"/>
                </a:lnTo>
                <a:lnTo>
                  <a:pt x="0" y="0"/>
                </a:lnTo>
                <a:close/>
              </a:path>
            </a:pathLst>
          </a:custGeom>
          <a:blipFill>
            <a:blip r:embed="rId9"/>
            <a:stretch>
              <a:fillRect/>
            </a:stretch>
          </a:blipFill>
        </p:spPr>
      </p:sp>
      <p:sp>
        <p:nvSpPr>
          <p:cNvPr id="12" name="Freeform 12"/>
          <p:cNvSpPr/>
          <p:nvPr/>
        </p:nvSpPr>
        <p:spPr>
          <a:xfrm flipH="1">
            <a:off x="11548656" y="3731611"/>
            <a:ext cx="7042649" cy="7715262"/>
          </a:xfrm>
          <a:custGeom>
            <a:avLst/>
            <a:gdLst/>
            <a:ahLst/>
            <a:cxnLst/>
            <a:rect l="l" t="t" r="r" b="b"/>
            <a:pathLst>
              <a:path w="7042649" h="7715262">
                <a:moveTo>
                  <a:pt x="7042649" y="0"/>
                </a:moveTo>
                <a:lnTo>
                  <a:pt x="0" y="0"/>
                </a:lnTo>
                <a:lnTo>
                  <a:pt x="0" y="7715261"/>
                </a:lnTo>
                <a:lnTo>
                  <a:pt x="7042649" y="7715261"/>
                </a:lnTo>
                <a:lnTo>
                  <a:pt x="7042649" y="0"/>
                </a:lnTo>
                <a:close/>
              </a:path>
            </a:pathLst>
          </a:custGeom>
          <a:blipFill>
            <a:blip r:embed="rId10"/>
            <a:stretch>
              <a:fillRect/>
            </a:stretch>
          </a:blipFill>
        </p:spPr>
      </p:sp>
      <p:sp>
        <p:nvSpPr>
          <p:cNvPr id="13" name="Freeform 13"/>
          <p:cNvSpPr/>
          <p:nvPr/>
        </p:nvSpPr>
        <p:spPr>
          <a:xfrm>
            <a:off x="1583755" y="0"/>
            <a:ext cx="3731397" cy="2968293"/>
          </a:xfrm>
          <a:custGeom>
            <a:avLst/>
            <a:gdLst/>
            <a:ahLst/>
            <a:cxnLst/>
            <a:rect l="l" t="t" r="r" b="b"/>
            <a:pathLst>
              <a:path w="3731397" h="2968293">
                <a:moveTo>
                  <a:pt x="0" y="0"/>
                </a:moveTo>
                <a:lnTo>
                  <a:pt x="3731396" y="0"/>
                </a:lnTo>
                <a:lnTo>
                  <a:pt x="3731396" y="2968293"/>
                </a:lnTo>
                <a:lnTo>
                  <a:pt x="0" y="2968293"/>
                </a:lnTo>
                <a:lnTo>
                  <a:pt x="0"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4" name="Freeform 14"/>
          <p:cNvSpPr/>
          <p:nvPr/>
        </p:nvSpPr>
        <p:spPr>
          <a:xfrm flipH="1">
            <a:off x="12859422" y="0"/>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1">
              <a:extLst>
                <a:ext uri="{96DAC541-7B7A-43D3-8B79-37D633B846F1}">
                  <asvg:svgBlip xmlns="" xmlns:asvg="http://schemas.microsoft.com/office/drawing/2016/SVG/main" r:embed="rId14"/>
                </a:ext>
              </a:extLst>
            </a:blip>
            <a:stretch>
              <a:fillRect/>
            </a:stretch>
          </a:blipFill>
        </p:spPr>
      </p:sp>
      <p:sp>
        <p:nvSpPr>
          <p:cNvPr id="17" name="TextBox 17"/>
          <p:cNvSpPr txBox="1"/>
          <p:nvPr/>
        </p:nvSpPr>
        <p:spPr>
          <a:xfrm>
            <a:off x="8854685" y="6484261"/>
            <a:ext cx="578629" cy="603666"/>
          </a:xfrm>
          <a:prstGeom prst="rect">
            <a:avLst/>
          </a:prstGeom>
        </p:spPr>
        <p:txBody>
          <a:bodyPr lIns="50800" tIns="50800" rIns="50800" bIns="50800" rtlCol="0" anchor="ctr"/>
          <a:lstStyle/>
          <a:p>
            <a:pPr algn="ctr">
              <a:lnSpc>
                <a:spcPts val="2150"/>
              </a:lnSpc>
            </a:pPr>
            <a:endParaRPr/>
          </a:p>
        </p:txBody>
      </p:sp>
    </p:spTree>
    <p:extLst>
      <p:ext uri="{BB962C8B-B14F-4D97-AF65-F5344CB8AC3E}">
        <p14:creationId xmlns:p14="http://schemas.microsoft.com/office/powerpoint/2010/main" val="36682182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2" name="Freeform 2"/>
          <p:cNvSpPr/>
          <p:nvPr/>
        </p:nvSpPr>
        <p:spPr>
          <a:xfrm>
            <a:off x="-6214106" y="2185846"/>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3">
              <a:alphaModFix amt="49000"/>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3994836" y="-6998868"/>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3">
              <a:alphaModFix amt="49000"/>
              <a:extLst>
                <a:ext uri="{96DAC541-7B7A-43D3-8B79-37D633B846F1}">
                  <asvg:svgBlip xmlns="" xmlns:asvg="http://schemas.microsoft.com/office/drawing/2016/SVG/main" r:embed="rId4"/>
                </a:ext>
              </a:extLst>
            </a:blip>
            <a:stretch>
              <a:fillRect/>
            </a:stretch>
          </a:blipFill>
        </p:spPr>
      </p:sp>
      <p:sp>
        <p:nvSpPr>
          <p:cNvPr id="5" name="Freeform 5"/>
          <p:cNvSpPr/>
          <p:nvPr/>
        </p:nvSpPr>
        <p:spPr>
          <a:xfrm>
            <a:off x="14200177" y="4474097"/>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3">
              <a:alphaModFix amt="49000"/>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4084222" y="2202257"/>
            <a:ext cx="10119556" cy="6461885"/>
          </a:xfrm>
          <a:custGeom>
            <a:avLst/>
            <a:gdLst/>
            <a:ahLst/>
            <a:cxnLst/>
            <a:rect l="l" t="t" r="r" b="b"/>
            <a:pathLst>
              <a:path w="10119556" h="6461885">
                <a:moveTo>
                  <a:pt x="0" y="0"/>
                </a:moveTo>
                <a:lnTo>
                  <a:pt x="10119556" y="0"/>
                </a:lnTo>
                <a:lnTo>
                  <a:pt x="10119556" y="6461885"/>
                </a:lnTo>
                <a:lnTo>
                  <a:pt x="0" y="646188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5249873" y="7142737"/>
            <a:ext cx="7788254" cy="3756338"/>
          </a:xfrm>
          <a:custGeom>
            <a:avLst/>
            <a:gdLst/>
            <a:ahLst/>
            <a:cxnLst/>
            <a:rect l="l" t="t" r="r" b="b"/>
            <a:pathLst>
              <a:path w="7788254" h="3756338">
                <a:moveTo>
                  <a:pt x="0" y="0"/>
                </a:moveTo>
                <a:lnTo>
                  <a:pt x="7788254" y="0"/>
                </a:lnTo>
                <a:lnTo>
                  <a:pt x="7788254" y="3756338"/>
                </a:lnTo>
                <a:lnTo>
                  <a:pt x="0" y="3756338"/>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pic>
        <p:nvPicPr>
          <p:cNvPr id="6148" name="Picture 4" descr="Anomaly Detection Icons - Free SVG &amp; PNG Anomaly Detection ..."/>
          <p:cNvPicPr>
            <a:picLocks noChangeAspect="1" noChangeArrowheads="1"/>
          </p:cNvPicPr>
          <p:nvPr/>
        </p:nvPicPr>
        <p:blipFill>
          <a:blip r:embed="rId9">
            <a:lum bright="70000" contrast="-70000"/>
            <a:extLst>
              <a:ext uri="{28A0092B-C50C-407E-A947-70E740481C1C}">
                <a14:useLocalDpi xmlns:a14="http://schemas.microsoft.com/office/drawing/2010/main" val="0"/>
              </a:ext>
            </a:extLst>
          </a:blip>
          <a:srcRect/>
          <a:stretch>
            <a:fillRect/>
          </a:stretch>
        </p:blipFill>
        <p:spPr bwMode="auto">
          <a:xfrm>
            <a:off x="14706600" y="129615"/>
            <a:ext cx="2784967" cy="278496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5015711" y="1027620"/>
            <a:ext cx="8256577" cy="923330"/>
          </a:xfrm>
          <a:prstGeom prst="rect">
            <a:avLst/>
          </a:prstGeom>
          <a:noFill/>
        </p:spPr>
        <p:txBody>
          <a:bodyPr wrap="square" rtlCol="0">
            <a:spAutoFit/>
          </a:bodyPr>
          <a:lstStyle/>
          <a:p>
            <a:r>
              <a:rPr lang="en-US" sz="5400" dirty="0" smtClean="0">
                <a:solidFill>
                  <a:srgbClr val="EED3FF"/>
                </a:solidFill>
                <a:latin typeface="Zen Dots" panose="020B0604020202020204" charset="0"/>
              </a:rPr>
              <a:t>Anomaly Detection</a:t>
            </a:r>
            <a:endParaRPr lang="en-US" sz="5400" dirty="0">
              <a:solidFill>
                <a:srgbClr val="EED3FF"/>
              </a:solidFill>
              <a:latin typeface="Zen Dots" panose="020B0604020202020204" charset="0"/>
            </a:endParaRPr>
          </a:p>
        </p:txBody>
      </p:sp>
      <p:pic>
        <p:nvPicPr>
          <p:cNvPr id="6150" name="Picture 6" descr="Outlier Icons - Free SVG &amp; PNG Outlier Images - Noun Project"/>
          <p:cNvPicPr>
            <a:picLocks noChangeAspect="1" noChangeArrowheads="1"/>
          </p:cNvPicPr>
          <p:nvPr/>
        </p:nvPicPr>
        <p:blipFill>
          <a:blip r:embed="rId10">
            <a:lum bright="70000" contrast="-70000"/>
            <a:extLst>
              <a:ext uri="{28A0092B-C50C-407E-A947-70E740481C1C}">
                <a14:useLocalDpi xmlns:a14="http://schemas.microsoft.com/office/drawing/2010/main" val="0"/>
              </a:ext>
            </a:extLst>
          </a:blip>
          <a:srcRect/>
          <a:stretch>
            <a:fillRect/>
          </a:stretch>
        </p:blipFill>
        <p:spPr bwMode="auto">
          <a:xfrm>
            <a:off x="5486400" y="3356256"/>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5666792" y="5525053"/>
            <a:ext cx="2316938" cy="1077218"/>
          </a:xfrm>
          <a:prstGeom prst="rect">
            <a:avLst/>
          </a:prstGeom>
          <a:noFill/>
        </p:spPr>
        <p:txBody>
          <a:bodyPr wrap="square" rtlCol="0">
            <a:spAutoFit/>
          </a:bodyPr>
          <a:lstStyle/>
          <a:p>
            <a:r>
              <a:rPr lang="en-US" sz="3200" dirty="0" smtClean="0">
                <a:solidFill>
                  <a:srgbClr val="EED3FF"/>
                </a:solidFill>
                <a:latin typeface="Open Sans" panose="020B0604020202020204" charset="0"/>
                <a:cs typeface="Open Sans" panose="020B0604020202020204" charset="0"/>
              </a:rPr>
              <a:t>Outliers </a:t>
            </a:r>
          </a:p>
          <a:p>
            <a:r>
              <a:rPr lang="en-US" sz="3200" dirty="0" smtClean="0">
                <a:solidFill>
                  <a:srgbClr val="EED3FF"/>
                </a:solidFill>
                <a:latin typeface="Open Sans" panose="020B0604020202020204" charset="0"/>
                <a:cs typeface="Open Sans" panose="020B0604020202020204" charset="0"/>
              </a:rPr>
              <a:t>Detection</a:t>
            </a:r>
            <a:endParaRPr lang="en-US" sz="3200" dirty="0">
              <a:solidFill>
                <a:srgbClr val="EED3FF"/>
              </a:solidFill>
              <a:latin typeface="Open Sans" panose="020B0604020202020204" charset="0"/>
              <a:cs typeface="Open Sans" panose="020B0604020202020204" charset="0"/>
            </a:endParaRPr>
          </a:p>
        </p:txBody>
      </p:sp>
      <p:pic>
        <p:nvPicPr>
          <p:cNvPr id="6152" name="Picture 8" descr="Outlier Detection Icons - Free SVG &amp; PNG Outlier Detection ..."/>
          <p:cNvPicPr>
            <a:picLocks noChangeAspect="1" noChangeArrowheads="1"/>
          </p:cNvPicPr>
          <p:nvPr/>
        </p:nvPicPr>
        <p:blipFill>
          <a:blip r:embed="rId11">
            <a:lum bright="70000" contrast="-70000"/>
            <a:extLst>
              <a:ext uri="{28A0092B-C50C-407E-A947-70E740481C1C}">
                <a14:useLocalDpi xmlns:a14="http://schemas.microsoft.com/office/drawing/2010/main" val="0"/>
              </a:ext>
            </a:extLst>
          </a:blip>
          <a:srcRect/>
          <a:stretch>
            <a:fillRect/>
          </a:stretch>
        </p:blipFill>
        <p:spPr bwMode="auto">
          <a:xfrm>
            <a:off x="10439400" y="3620053"/>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39400" y="5565301"/>
            <a:ext cx="2316938" cy="1077218"/>
          </a:xfrm>
          <a:prstGeom prst="rect">
            <a:avLst/>
          </a:prstGeom>
          <a:noFill/>
        </p:spPr>
        <p:txBody>
          <a:bodyPr wrap="square" rtlCol="0">
            <a:spAutoFit/>
          </a:bodyPr>
          <a:lstStyle/>
          <a:p>
            <a:r>
              <a:rPr lang="en-US" sz="3200" dirty="0" smtClean="0">
                <a:solidFill>
                  <a:srgbClr val="EED3FF"/>
                </a:solidFill>
                <a:latin typeface="Open Sans" panose="020B0604020202020204" charset="0"/>
                <a:cs typeface="Open Sans" panose="020B0604020202020204" charset="0"/>
              </a:rPr>
              <a:t>Novelty</a:t>
            </a:r>
          </a:p>
          <a:p>
            <a:r>
              <a:rPr lang="en-US" sz="3200" dirty="0" smtClean="0">
                <a:solidFill>
                  <a:srgbClr val="EED3FF"/>
                </a:solidFill>
                <a:latin typeface="Open Sans" panose="020B0604020202020204" charset="0"/>
                <a:cs typeface="Open Sans" panose="020B0604020202020204" charset="0"/>
              </a:rPr>
              <a:t>Detection</a:t>
            </a:r>
            <a:endParaRPr lang="en-US" sz="3200" dirty="0">
              <a:solidFill>
                <a:srgbClr val="EED3FF"/>
              </a:solidFill>
              <a:latin typeface="Open Sans" panose="020B0604020202020204" charset="0"/>
              <a:cs typeface="Open Sans" panose="020B0604020202020204" charset="0"/>
            </a:endParaRPr>
          </a:p>
        </p:txBody>
      </p:sp>
      <p:pic>
        <p:nvPicPr>
          <p:cNvPr id="22" name="Picture 21"/>
          <p:cNvPicPr>
            <a:picLocks noChangeAspect="1"/>
          </p:cNvPicPr>
          <p:nvPr/>
        </p:nvPicPr>
        <p:blipFill>
          <a:blip r:embed="rId12">
            <a:duotone>
              <a:schemeClr val="accent4">
                <a:shade val="45000"/>
                <a:satMod val="135000"/>
              </a:schemeClr>
              <a:prstClr val="white"/>
            </a:duotone>
            <a:extLst>
              <a:ext uri="{BEBA8EAE-BF5A-486C-A8C5-ECC9F3942E4B}">
                <a14:imgProps xmlns:a14="http://schemas.microsoft.com/office/drawing/2010/main">
                  <a14:imgLayer r:embed="rId1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552643" y="723900"/>
            <a:ext cx="2931755" cy="195095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anim calcmode="lin" valueType="num">
                                      <p:cBhvr>
                                        <p:cTn id="7" dur="500" fill="hold"/>
                                        <p:tgtEl>
                                          <p:spTgt spid="6150"/>
                                        </p:tgtEl>
                                        <p:attrNameLst>
                                          <p:attrName>ppt_w</p:attrName>
                                        </p:attrNameLst>
                                      </p:cBhvr>
                                      <p:tavLst>
                                        <p:tav tm="0">
                                          <p:val>
                                            <p:fltVal val="0"/>
                                          </p:val>
                                        </p:tav>
                                        <p:tav tm="100000">
                                          <p:val>
                                            <p:strVal val="#ppt_w"/>
                                          </p:val>
                                        </p:tav>
                                      </p:tavLst>
                                    </p:anim>
                                    <p:anim calcmode="lin" valueType="num">
                                      <p:cBhvr>
                                        <p:cTn id="8" dur="500" fill="hold"/>
                                        <p:tgtEl>
                                          <p:spTgt spid="6150"/>
                                        </p:tgtEl>
                                        <p:attrNameLst>
                                          <p:attrName>ppt_h</p:attrName>
                                        </p:attrNameLst>
                                      </p:cBhvr>
                                      <p:tavLst>
                                        <p:tav tm="0">
                                          <p:val>
                                            <p:fltVal val="0"/>
                                          </p:val>
                                        </p:tav>
                                        <p:tav tm="100000">
                                          <p:val>
                                            <p:strVal val="#ppt_h"/>
                                          </p:val>
                                        </p:tav>
                                      </p:tavLst>
                                    </p:anim>
                                    <p:animEffect transition="in" filter="fade">
                                      <p:cBhvr>
                                        <p:cTn id="9" dur="500"/>
                                        <p:tgtEl>
                                          <p:spTgt spid="615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152"/>
                                        </p:tgtEl>
                                        <p:attrNameLst>
                                          <p:attrName>style.visibility</p:attrName>
                                        </p:attrNameLst>
                                      </p:cBhvr>
                                      <p:to>
                                        <p:strVal val="visible"/>
                                      </p:to>
                                    </p:set>
                                    <p:anim calcmode="lin" valueType="num">
                                      <p:cBhvr>
                                        <p:cTn id="19" dur="500" fill="hold"/>
                                        <p:tgtEl>
                                          <p:spTgt spid="6152"/>
                                        </p:tgtEl>
                                        <p:attrNameLst>
                                          <p:attrName>ppt_w</p:attrName>
                                        </p:attrNameLst>
                                      </p:cBhvr>
                                      <p:tavLst>
                                        <p:tav tm="0">
                                          <p:val>
                                            <p:fltVal val="0"/>
                                          </p:val>
                                        </p:tav>
                                        <p:tav tm="100000">
                                          <p:val>
                                            <p:strVal val="#ppt_w"/>
                                          </p:val>
                                        </p:tav>
                                      </p:tavLst>
                                    </p:anim>
                                    <p:anim calcmode="lin" valueType="num">
                                      <p:cBhvr>
                                        <p:cTn id="20" dur="500" fill="hold"/>
                                        <p:tgtEl>
                                          <p:spTgt spid="6152"/>
                                        </p:tgtEl>
                                        <p:attrNameLst>
                                          <p:attrName>ppt_h</p:attrName>
                                        </p:attrNameLst>
                                      </p:cBhvr>
                                      <p:tavLst>
                                        <p:tav tm="0">
                                          <p:val>
                                            <p:fltVal val="0"/>
                                          </p:val>
                                        </p:tav>
                                        <p:tav tm="100000">
                                          <p:val>
                                            <p:strVal val="#ppt_h"/>
                                          </p:val>
                                        </p:tav>
                                      </p:tavLst>
                                    </p:anim>
                                    <p:animEffect transition="in" filter="fade">
                                      <p:cBhvr>
                                        <p:cTn id="21" dur="500"/>
                                        <p:tgtEl>
                                          <p:spTgt spid="615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22081"/>
        </a:solidFill>
        <a:effectLst/>
      </p:bgPr>
    </p:bg>
    <p:spTree>
      <p:nvGrpSpPr>
        <p:cNvPr id="1" name=""/>
        <p:cNvGrpSpPr/>
        <p:nvPr/>
      </p:nvGrpSpPr>
      <p:grpSpPr>
        <a:xfrm>
          <a:off x="0" y="0"/>
          <a:ext cx="0" cy="0"/>
          <a:chOff x="0" y="0"/>
          <a:chExt cx="0" cy="0"/>
        </a:xfrm>
      </p:grpSpPr>
      <p:sp>
        <p:nvSpPr>
          <p:cNvPr id="2" name="Freeform 2"/>
          <p:cNvSpPr/>
          <p:nvPr/>
        </p:nvSpPr>
        <p:spPr>
          <a:xfrm>
            <a:off x="-4397931" y="1822979"/>
            <a:ext cx="10670738" cy="10670738"/>
          </a:xfrm>
          <a:custGeom>
            <a:avLst/>
            <a:gdLst/>
            <a:ahLst/>
            <a:cxnLst/>
            <a:rect l="l" t="t" r="r" b="b"/>
            <a:pathLst>
              <a:path w="10670738" h="10670738">
                <a:moveTo>
                  <a:pt x="0" y="0"/>
                </a:moveTo>
                <a:lnTo>
                  <a:pt x="10670738" y="0"/>
                </a:lnTo>
                <a:lnTo>
                  <a:pt x="10670738" y="10670738"/>
                </a:lnTo>
                <a:lnTo>
                  <a:pt x="0" y="10670738"/>
                </a:lnTo>
                <a:lnTo>
                  <a:pt x="0" y="0"/>
                </a:lnTo>
                <a:close/>
              </a:path>
            </a:pathLst>
          </a:custGeom>
          <a:blipFill>
            <a:blip r:embed="rId3">
              <a:alphaModFix amt="17000"/>
              <a:extLst>
                <a:ext uri="{96DAC541-7B7A-43D3-8B79-37D633B846F1}">
                  <asvg:svgBlip xmlns="" xmlns:asvg="http://schemas.microsoft.com/office/drawing/2016/SVG/main" r:embed="rId4"/>
                </a:ext>
              </a:extLst>
            </a:blip>
            <a:stretch>
              <a:fillRect/>
            </a:stretch>
          </a:blipFill>
        </p:spPr>
      </p:sp>
      <p:sp>
        <p:nvSpPr>
          <p:cNvPr id="3" name="Freeform 3"/>
          <p:cNvSpPr/>
          <p:nvPr/>
        </p:nvSpPr>
        <p:spPr>
          <a:xfrm>
            <a:off x="-7220374" y="1495042"/>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flipH="1">
            <a:off x="-11255660" y="0"/>
            <a:ext cx="12013438" cy="8229600"/>
          </a:xfrm>
          <a:custGeom>
            <a:avLst/>
            <a:gdLst/>
            <a:ahLst/>
            <a:cxnLst/>
            <a:rect l="l" t="t" r="r" b="b"/>
            <a:pathLst>
              <a:path w="12013438" h="8229600">
                <a:moveTo>
                  <a:pt x="12013438" y="0"/>
                </a:moveTo>
                <a:lnTo>
                  <a:pt x="0" y="0"/>
                </a:lnTo>
                <a:lnTo>
                  <a:pt x="0" y="8229600"/>
                </a:lnTo>
                <a:lnTo>
                  <a:pt x="12013438" y="8229600"/>
                </a:lnTo>
                <a:lnTo>
                  <a:pt x="12013438" y="0"/>
                </a:lnTo>
                <a:close/>
              </a:path>
            </a:pathLst>
          </a:custGeom>
          <a:blipFill>
            <a:blip r:embed="rId5"/>
            <a:stretch>
              <a:fillRect/>
            </a:stretch>
          </a:blipFill>
        </p:spPr>
      </p:sp>
      <p:sp>
        <p:nvSpPr>
          <p:cNvPr id="37" name="Freeform 37"/>
          <p:cNvSpPr/>
          <p:nvPr/>
        </p:nvSpPr>
        <p:spPr>
          <a:xfrm>
            <a:off x="-5661998" y="7556926"/>
            <a:ext cx="8321075" cy="7096865"/>
          </a:xfrm>
          <a:custGeom>
            <a:avLst/>
            <a:gdLst/>
            <a:ahLst/>
            <a:cxnLst/>
            <a:rect l="l" t="t" r="r" b="b"/>
            <a:pathLst>
              <a:path w="8321075" h="7096865">
                <a:moveTo>
                  <a:pt x="0" y="0"/>
                </a:moveTo>
                <a:lnTo>
                  <a:pt x="8321075" y="0"/>
                </a:lnTo>
                <a:lnTo>
                  <a:pt x="8321075" y="7096865"/>
                </a:lnTo>
                <a:lnTo>
                  <a:pt x="0" y="7096865"/>
                </a:lnTo>
                <a:lnTo>
                  <a:pt x="0" y="0"/>
                </a:lnTo>
                <a:close/>
              </a:path>
            </a:pathLst>
          </a:custGeom>
          <a:blipFill>
            <a:blip r:embed="rId6"/>
            <a:stretch>
              <a:fillRect/>
            </a:stretch>
          </a:blipFill>
        </p:spPr>
      </p:sp>
      <p:grpSp>
        <p:nvGrpSpPr>
          <p:cNvPr id="61" name="Group 24"/>
          <p:cNvGrpSpPr/>
          <p:nvPr/>
        </p:nvGrpSpPr>
        <p:grpSpPr>
          <a:xfrm>
            <a:off x="707958" y="6838615"/>
            <a:ext cx="1051560" cy="1097280"/>
            <a:chOff x="0" y="0"/>
            <a:chExt cx="812800" cy="812800"/>
          </a:xfrm>
        </p:grpSpPr>
        <p:sp>
          <p:nvSpPr>
            <p:cNvPr id="62"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63"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6" name="Freeform 6"/>
          <p:cNvSpPr/>
          <p:nvPr/>
        </p:nvSpPr>
        <p:spPr>
          <a:xfrm>
            <a:off x="16118368" y="1833058"/>
            <a:ext cx="8397872" cy="8397872"/>
          </a:xfrm>
          <a:custGeom>
            <a:avLst/>
            <a:gdLst/>
            <a:ahLst/>
            <a:cxnLst/>
            <a:rect l="l" t="t" r="r" b="b"/>
            <a:pathLst>
              <a:path w="8397872" h="8397872">
                <a:moveTo>
                  <a:pt x="0" y="0"/>
                </a:moveTo>
                <a:lnTo>
                  <a:pt x="8397871" y="0"/>
                </a:lnTo>
                <a:lnTo>
                  <a:pt x="8397871" y="8397871"/>
                </a:lnTo>
                <a:lnTo>
                  <a:pt x="0" y="8397871"/>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16939471" y="-266700"/>
            <a:ext cx="12013438" cy="8229600"/>
          </a:xfrm>
          <a:custGeom>
            <a:avLst/>
            <a:gdLst/>
            <a:ahLst/>
            <a:cxnLst/>
            <a:rect l="l" t="t" r="r" b="b"/>
            <a:pathLst>
              <a:path w="12013438" h="8229600">
                <a:moveTo>
                  <a:pt x="0" y="0"/>
                </a:moveTo>
                <a:lnTo>
                  <a:pt x="12013437" y="0"/>
                </a:lnTo>
                <a:lnTo>
                  <a:pt x="12013437" y="8229600"/>
                </a:lnTo>
                <a:lnTo>
                  <a:pt x="0" y="8229600"/>
                </a:lnTo>
                <a:lnTo>
                  <a:pt x="0" y="0"/>
                </a:lnTo>
                <a:close/>
              </a:path>
            </a:pathLst>
          </a:custGeom>
          <a:blipFill>
            <a:blip r:embed="rId5"/>
            <a:stretch>
              <a:fillRect/>
            </a:stretch>
          </a:blipFill>
        </p:spPr>
      </p:sp>
      <p:grpSp>
        <p:nvGrpSpPr>
          <p:cNvPr id="18" name="Group 18"/>
          <p:cNvGrpSpPr/>
          <p:nvPr/>
        </p:nvGrpSpPr>
        <p:grpSpPr>
          <a:xfrm>
            <a:off x="2082624" y="3305635"/>
            <a:ext cx="3810000" cy="891718"/>
            <a:chOff x="0" y="0"/>
            <a:chExt cx="2397878" cy="486294"/>
          </a:xfrm>
        </p:grpSpPr>
        <p:sp>
          <p:nvSpPr>
            <p:cNvPr id="19"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20"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21" name="Group 21"/>
          <p:cNvGrpSpPr/>
          <p:nvPr/>
        </p:nvGrpSpPr>
        <p:grpSpPr>
          <a:xfrm>
            <a:off x="690149" y="3261738"/>
            <a:ext cx="1053147" cy="109641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grpSp>
        <p:nvGrpSpPr>
          <p:cNvPr id="24" name="Group 24"/>
          <p:cNvGrpSpPr/>
          <p:nvPr/>
        </p:nvGrpSpPr>
        <p:grpSpPr>
          <a:xfrm>
            <a:off x="650456" y="5019512"/>
            <a:ext cx="1051560" cy="10972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838B3"/>
            </a:solidFill>
            <a:ln w="19050" cap="sq">
              <a:solidFill>
                <a:srgbClr val="D48EFF"/>
              </a:solidFill>
              <a:prstDash val="solid"/>
              <a:miter/>
            </a:ln>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150"/>
                </a:lnSpc>
              </a:pPr>
              <a:endParaRPr/>
            </a:p>
          </p:txBody>
        </p:sp>
      </p:grpSp>
      <p:sp>
        <p:nvSpPr>
          <p:cNvPr id="38" name="TextBox 38"/>
          <p:cNvSpPr txBox="1"/>
          <p:nvPr/>
        </p:nvSpPr>
        <p:spPr>
          <a:xfrm>
            <a:off x="907862" y="3403456"/>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1</a:t>
            </a:r>
          </a:p>
        </p:txBody>
      </p:sp>
      <p:sp>
        <p:nvSpPr>
          <p:cNvPr id="39" name="TextBox 39"/>
          <p:cNvSpPr txBox="1"/>
          <p:nvPr/>
        </p:nvSpPr>
        <p:spPr>
          <a:xfrm>
            <a:off x="2338564" y="3633552"/>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Isolation Forest</a:t>
            </a:r>
            <a:endParaRPr lang="en-US" sz="2400" spc="80" dirty="0">
              <a:solidFill>
                <a:srgbClr val="EED3FF"/>
              </a:solidFill>
              <a:latin typeface="Zen Dots" panose="020B0604020202020204" charset="0"/>
              <a:ea typeface="Open Sauce"/>
              <a:cs typeface="Open Sauce"/>
              <a:sym typeface="Open Sauce"/>
            </a:endParaRPr>
          </a:p>
        </p:txBody>
      </p:sp>
      <p:sp>
        <p:nvSpPr>
          <p:cNvPr id="41" name="TextBox 41"/>
          <p:cNvSpPr txBox="1"/>
          <p:nvPr/>
        </p:nvSpPr>
        <p:spPr>
          <a:xfrm>
            <a:off x="896379" y="5216156"/>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2</a:t>
            </a:r>
          </a:p>
        </p:txBody>
      </p:sp>
      <p:sp>
        <p:nvSpPr>
          <p:cNvPr id="42" name="TextBox 42"/>
          <p:cNvSpPr txBox="1"/>
          <p:nvPr/>
        </p:nvSpPr>
        <p:spPr>
          <a:xfrm>
            <a:off x="920424" y="7059334"/>
            <a:ext cx="640685" cy="758726"/>
          </a:xfrm>
          <a:prstGeom prst="rect">
            <a:avLst/>
          </a:prstGeom>
        </p:spPr>
        <p:txBody>
          <a:bodyPr lIns="0" tIns="0" rIns="0" bIns="0" rtlCol="0" anchor="t">
            <a:spAutoFit/>
          </a:bodyPr>
          <a:lstStyle/>
          <a:p>
            <a:pPr algn="ctr">
              <a:lnSpc>
                <a:spcPts val="5826"/>
              </a:lnSpc>
            </a:pPr>
            <a:r>
              <a:rPr lang="en-US" sz="5110" dirty="0">
                <a:solidFill>
                  <a:srgbClr val="EED3FF"/>
                </a:solidFill>
                <a:latin typeface="Zen Dots"/>
                <a:ea typeface="Zen Dots"/>
                <a:cs typeface="Zen Dots"/>
                <a:sym typeface="Zen Dots"/>
              </a:rPr>
              <a:t>3</a:t>
            </a:r>
          </a:p>
        </p:txBody>
      </p:sp>
      <p:sp>
        <p:nvSpPr>
          <p:cNvPr id="47" name="Freeform 47"/>
          <p:cNvSpPr/>
          <p:nvPr/>
        </p:nvSpPr>
        <p:spPr>
          <a:xfrm flipH="1">
            <a:off x="15710322" y="7533638"/>
            <a:ext cx="8321075" cy="7096865"/>
          </a:xfrm>
          <a:custGeom>
            <a:avLst/>
            <a:gdLst/>
            <a:ahLst/>
            <a:cxnLst/>
            <a:rect l="l" t="t" r="r" b="b"/>
            <a:pathLst>
              <a:path w="8321075" h="7096865">
                <a:moveTo>
                  <a:pt x="8321075" y="0"/>
                </a:moveTo>
                <a:lnTo>
                  <a:pt x="0" y="0"/>
                </a:lnTo>
                <a:lnTo>
                  <a:pt x="0" y="7096866"/>
                </a:lnTo>
                <a:lnTo>
                  <a:pt x="8321075" y="7096866"/>
                </a:lnTo>
                <a:lnTo>
                  <a:pt x="8321075" y="0"/>
                </a:lnTo>
                <a:close/>
              </a:path>
            </a:pathLst>
          </a:custGeom>
          <a:blipFill>
            <a:blip r:embed="rId6"/>
            <a:stretch>
              <a:fillRect/>
            </a:stretch>
          </a:blipFill>
        </p:spPr>
      </p:sp>
      <p:grpSp>
        <p:nvGrpSpPr>
          <p:cNvPr id="49" name="Group 18"/>
          <p:cNvGrpSpPr/>
          <p:nvPr/>
        </p:nvGrpSpPr>
        <p:grpSpPr>
          <a:xfrm>
            <a:off x="2006863" y="5140276"/>
            <a:ext cx="4351864" cy="891718"/>
            <a:chOff x="0" y="0"/>
            <a:chExt cx="2397878" cy="486294"/>
          </a:xfrm>
        </p:grpSpPr>
        <p:sp>
          <p:nvSpPr>
            <p:cNvPr id="50"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1"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grpSp>
        <p:nvGrpSpPr>
          <p:cNvPr id="52" name="Group 18"/>
          <p:cNvGrpSpPr/>
          <p:nvPr/>
        </p:nvGrpSpPr>
        <p:grpSpPr>
          <a:xfrm>
            <a:off x="2063390" y="6958037"/>
            <a:ext cx="3810000" cy="891718"/>
            <a:chOff x="0" y="0"/>
            <a:chExt cx="2397878" cy="486294"/>
          </a:xfrm>
        </p:grpSpPr>
        <p:sp>
          <p:nvSpPr>
            <p:cNvPr id="53" name="Freeform 19"/>
            <p:cNvSpPr/>
            <p:nvPr/>
          </p:nvSpPr>
          <p:spPr>
            <a:xfrm>
              <a:off x="0" y="0"/>
              <a:ext cx="2397878" cy="486294"/>
            </a:xfrm>
            <a:custGeom>
              <a:avLst/>
              <a:gdLst/>
              <a:ahLst/>
              <a:cxnLst/>
              <a:rect l="l" t="t" r="r" b="b"/>
              <a:pathLst>
                <a:path w="2397878" h="486294">
                  <a:moveTo>
                    <a:pt x="45274" y="0"/>
                  </a:moveTo>
                  <a:lnTo>
                    <a:pt x="2352604" y="0"/>
                  </a:lnTo>
                  <a:cubicBezTo>
                    <a:pt x="2377608" y="0"/>
                    <a:pt x="2397878" y="20270"/>
                    <a:pt x="2397878" y="45274"/>
                  </a:cubicBezTo>
                  <a:lnTo>
                    <a:pt x="2397878" y="441020"/>
                  </a:lnTo>
                  <a:cubicBezTo>
                    <a:pt x="2397878" y="466024"/>
                    <a:pt x="2377608" y="486294"/>
                    <a:pt x="2352604" y="486294"/>
                  </a:cubicBezTo>
                  <a:lnTo>
                    <a:pt x="45274" y="486294"/>
                  </a:lnTo>
                  <a:cubicBezTo>
                    <a:pt x="20270" y="486294"/>
                    <a:pt x="0" y="466024"/>
                    <a:pt x="0" y="441020"/>
                  </a:cubicBezTo>
                  <a:lnTo>
                    <a:pt x="0" y="45274"/>
                  </a:lnTo>
                  <a:cubicBezTo>
                    <a:pt x="0" y="20270"/>
                    <a:pt x="20270" y="0"/>
                    <a:pt x="45274" y="0"/>
                  </a:cubicBezTo>
                  <a:close/>
                </a:path>
              </a:pathLst>
            </a:custGeom>
            <a:solidFill>
              <a:srgbClr val="000000">
                <a:alpha val="0"/>
              </a:srgbClr>
            </a:solidFill>
            <a:ln w="19050" cap="rnd">
              <a:solidFill>
                <a:srgbClr val="D48EFF"/>
              </a:solidFill>
              <a:prstDash val="solid"/>
              <a:round/>
            </a:ln>
          </p:spPr>
        </p:sp>
        <p:sp>
          <p:nvSpPr>
            <p:cNvPr id="54" name="TextBox 20"/>
            <p:cNvSpPr txBox="1"/>
            <p:nvPr/>
          </p:nvSpPr>
          <p:spPr>
            <a:xfrm>
              <a:off x="0" y="-28575"/>
              <a:ext cx="2397878" cy="514869"/>
            </a:xfrm>
            <a:prstGeom prst="rect">
              <a:avLst/>
            </a:prstGeom>
          </p:spPr>
          <p:txBody>
            <a:bodyPr lIns="50800" tIns="50800" rIns="50800" bIns="50800" rtlCol="0" anchor="ctr"/>
            <a:lstStyle/>
            <a:p>
              <a:pPr algn="ctr">
                <a:lnSpc>
                  <a:spcPts val="2150"/>
                </a:lnSpc>
              </a:pPr>
              <a:endParaRPr/>
            </a:p>
          </p:txBody>
        </p:sp>
      </p:grpSp>
      <p:sp>
        <p:nvSpPr>
          <p:cNvPr id="71" name="TextBox 39"/>
          <p:cNvSpPr txBox="1"/>
          <p:nvPr/>
        </p:nvSpPr>
        <p:spPr>
          <a:xfrm>
            <a:off x="2143329" y="5434967"/>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Local Outlier Factor</a:t>
            </a:r>
            <a:endParaRPr lang="en-US" sz="2400" spc="80" dirty="0">
              <a:solidFill>
                <a:srgbClr val="EED3FF"/>
              </a:solidFill>
              <a:latin typeface="Zen Dots" panose="020B0604020202020204" charset="0"/>
              <a:ea typeface="Open Sauce"/>
              <a:cs typeface="Open Sauce"/>
              <a:sym typeface="Open Sauce"/>
            </a:endParaRPr>
          </a:p>
        </p:txBody>
      </p:sp>
      <p:sp>
        <p:nvSpPr>
          <p:cNvPr id="72" name="TextBox 39"/>
          <p:cNvSpPr txBox="1"/>
          <p:nvPr/>
        </p:nvSpPr>
        <p:spPr>
          <a:xfrm>
            <a:off x="2464100" y="7315156"/>
            <a:ext cx="6034839" cy="285078"/>
          </a:xfrm>
          <a:prstGeom prst="rect">
            <a:avLst/>
          </a:prstGeom>
        </p:spPr>
        <p:txBody>
          <a:bodyPr lIns="0" tIns="0" rIns="0" bIns="0" rtlCol="0" anchor="t">
            <a:spAutoFit/>
          </a:bodyPr>
          <a:lstStyle/>
          <a:p>
            <a:pPr algn="l">
              <a:lnSpc>
                <a:spcPts val="2059"/>
              </a:lnSpc>
              <a:spcBef>
                <a:spcPct val="0"/>
              </a:spcBef>
            </a:pPr>
            <a:r>
              <a:rPr lang="en-US" sz="2400" spc="80" dirty="0" smtClean="0">
                <a:solidFill>
                  <a:srgbClr val="EED3FF"/>
                </a:solidFill>
                <a:latin typeface="Zen Dots" panose="020B0604020202020204" charset="0"/>
                <a:ea typeface="Open Sauce"/>
                <a:cs typeface="Open Sauce"/>
                <a:sym typeface="Open Sauce"/>
              </a:rPr>
              <a:t>One Class SVM</a:t>
            </a:r>
            <a:endParaRPr lang="en-US" sz="2400" spc="80" dirty="0">
              <a:solidFill>
                <a:srgbClr val="EED3FF"/>
              </a:solidFill>
              <a:latin typeface="Zen Dots" panose="020B0604020202020204" charset="0"/>
              <a:ea typeface="Open Sauce"/>
              <a:cs typeface="Open Sauce"/>
              <a:sym typeface="Open Sauce"/>
            </a:endParaRPr>
          </a:p>
        </p:txBody>
      </p:sp>
      <p:sp>
        <p:nvSpPr>
          <p:cNvPr id="81" name="TextBox 80"/>
          <p:cNvSpPr txBox="1"/>
          <p:nvPr/>
        </p:nvSpPr>
        <p:spPr>
          <a:xfrm>
            <a:off x="5182038" y="566080"/>
            <a:ext cx="8455551" cy="1754326"/>
          </a:xfrm>
          <a:prstGeom prst="rect">
            <a:avLst/>
          </a:prstGeom>
          <a:noFill/>
        </p:spPr>
        <p:txBody>
          <a:bodyPr wrap="square" rtlCol="0">
            <a:spAutoFit/>
          </a:bodyPr>
          <a:lstStyle/>
          <a:p>
            <a:r>
              <a:rPr lang="en-US" sz="5400" dirty="0" smtClean="0">
                <a:solidFill>
                  <a:srgbClr val="EED3FF"/>
                </a:solidFill>
                <a:latin typeface="Zen Dots" panose="020B0604020202020204" charset="0"/>
              </a:rPr>
              <a:t>Algorithm of Anomaly Detection</a:t>
            </a:r>
            <a:endParaRPr lang="en-US" sz="5400" dirty="0">
              <a:solidFill>
                <a:srgbClr val="EED3FF"/>
              </a:solidFill>
              <a:latin typeface="Zen Dots" panose="020B0604020202020204" charset="0"/>
            </a:endParaRPr>
          </a:p>
        </p:txBody>
      </p:sp>
      <p:pic>
        <p:nvPicPr>
          <p:cNvPr id="13316" name="Picture 4" descr="A Hybrid and Improved Isolation Forest Algorithm for Anomaly Detection |  SpringerLink"/>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31159" y="4201073"/>
            <a:ext cx="5966998" cy="3440825"/>
          </a:xfrm>
          <a:prstGeom prst="rect">
            <a:avLst/>
          </a:prstGeom>
          <a:noFill/>
          <a:extLst>
            <a:ext uri="{909E8E84-426E-40DD-AFC4-6F175D3DCCD1}">
              <a14:hiddenFill xmlns:a14="http://schemas.microsoft.com/office/drawing/2010/main">
                <a:solidFill>
                  <a:srgbClr val="FFFFFF"/>
                </a:solidFill>
              </a14:hiddenFill>
            </a:ext>
          </a:extLst>
        </p:spPr>
      </p:pic>
      <p:sp>
        <p:nvSpPr>
          <p:cNvPr id="89" name="Rectangle 88"/>
          <p:cNvSpPr/>
          <p:nvPr/>
        </p:nvSpPr>
        <p:spPr>
          <a:xfrm>
            <a:off x="6630411" y="3236578"/>
            <a:ext cx="9144000" cy="1200329"/>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Isolation Forest is an algorithm for anomaly detection that works by randomly splitting data to isolate points; anomalies are easier to isolate than normal points.</a:t>
            </a:r>
          </a:p>
        </p:txBody>
      </p:sp>
      <p:sp>
        <p:nvSpPr>
          <p:cNvPr id="90" name="Rectangle 89"/>
          <p:cNvSpPr/>
          <p:nvPr/>
        </p:nvSpPr>
        <p:spPr>
          <a:xfrm>
            <a:off x="6616764" y="4959771"/>
            <a:ext cx="9144000" cy="1569660"/>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Local Outlier Factor (LOF) is an anomaly detection algorithm that measures how isolated a point is compared to its neighbors; points with much lower density than their neighbors are considered outliers.</a:t>
            </a:r>
          </a:p>
        </p:txBody>
      </p:sp>
      <p:sp>
        <p:nvSpPr>
          <p:cNvPr id="91" name="Rectangle 90"/>
          <p:cNvSpPr/>
          <p:nvPr/>
        </p:nvSpPr>
        <p:spPr>
          <a:xfrm>
            <a:off x="6693702" y="6877973"/>
            <a:ext cx="9144000" cy="1938992"/>
          </a:xfrm>
          <a:prstGeom prst="rect">
            <a:avLst/>
          </a:prstGeom>
        </p:spPr>
        <p:txBody>
          <a:bodyPr>
            <a:spAutoFit/>
          </a:bodyPr>
          <a:lstStyle/>
          <a:p>
            <a:r>
              <a:rPr lang="en-US" sz="2400" dirty="0">
                <a:solidFill>
                  <a:schemeClr val="bg1"/>
                </a:solidFill>
                <a:latin typeface="Open Sans" panose="020B0604020202020204" charset="0"/>
                <a:cs typeface="Open Sans" panose="020B0604020202020204" charset="0"/>
              </a:rPr>
              <a:t>One-Class SVM is a type of Support Vector Machine used for anomaly detection or novelty detection. It learns a decision boundary around normal data and identifies whether new data points belong to the same distribution (normal) or are outliers (anomalies).</a:t>
            </a:r>
          </a:p>
        </p:txBody>
      </p:sp>
      <p:pic>
        <p:nvPicPr>
          <p:cNvPr id="13320" name="Picture 8" descr="Anomaly Detection using Local Outlier Factor | by Renu Khandelwal | Mediu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33440" y="6163596"/>
            <a:ext cx="4746684" cy="3211752"/>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SVM One-Class Classifier For Anomaly Detection - Analytics Vidhy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55779" y="3948811"/>
            <a:ext cx="5101916" cy="2954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9818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 calcmode="lin" valueType="num">
                                      <p:cBhvr>
                                        <p:cTn id="9" dur="500" fill="hold"/>
                                        <p:tgtEl>
                                          <p:spTgt spid="21"/>
                                        </p:tgtEl>
                                        <p:attrNameLst>
                                          <p:attrName>style.rotation</p:attrName>
                                        </p:attrNameLst>
                                      </p:cBhvr>
                                      <p:tavLst>
                                        <p:tav tm="0">
                                          <p:val>
                                            <p:fltVal val="360"/>
                                          </p:val>
                                        </p:tav>
                                        <p:tav tm="100000">
                                          <p:val>
                                            <p:fltVal val="0"/>
                                          </p:val>
                                        </p:tav>
                                      </p:tavLst>
                                    </p:anim>
                                    <p:animEffect transition="in" filter="fade">
                                      <p:cBhvr>
                                        <p:cTn id="10" dur="500"/>
                                        <p:tgtEl>
                                          <p:spTgt spid="21"/>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p:cTn id="13" dur="500" fill="hold"/>
                                        <p:tgtEl>
                                          <p:spTgt spid="38"/>
                                        </p:tgtEl>
                                        <p:attrNameLst>
                                          <p:attrName>ppt_w</p:attrName>
                                        </p:attrNameLst>
                                      </p:cBhvr>
                                      <p:tavLst>
                                        <p:tav tm="0">
                                          <p:val>
                                            <p:fltVal val="0"/>
                                          </p:val>
                                        </p:tav>
                                        <p:tav tm="100000">
                                          <p:val>
                                            <p:strVal val="#ppt_w"/>
                                          </p:val>
                                        </p:tav>
                                      </p:tavLst>
                                    </p:anim>
                                    <p:anim calcmode="lin" valueType="num">
                                      <p:cBhvr>
                                        <p:cTn id="14" dur="500" fill="hold"/>
                                        <p:tgtEl>
                                          <p:spTgt spid="38"/>
                                        </p:tgtEl>
                                        <p:attrNameLst>
                                          <p:attrName>ppt_h</p:attrName>
                                        </p:attrNameLst>
                                      </p:cBhvr>
                                      <p:tavLst>
                                        <p:tav tm="0">
                                          <p:val>
                                            <p:fltVal val="0"/>
                                          </p:val>
                                        </p:tav>
                                        <p:tav tm="100000">
                                          <p:val>
                                            <p:strVal val="#ppt_h"/>
                                          </p:val>
                                        </p:tav>
                                      </p:tavLst>
                                    </p:anim>
                                    <p:anim calcmode="lin" valueType="num">
                                      <p:cBhvr>
                                        <p:cTn id="15" dur="500" fill="hold"/>
                                        <p:tgtEl>
                                          <p:spTgt spid="38"/>
                                        </p:tgtEl>
                                        <p:attrNameLst>
                                          <p:attrName>style.rotation</p:attrName>
                                        </p:attrNameLst>
                                      </p:cBhvr>
                                      <p:tavLst>
                                        <p:tav tm="0">
                                          <p:val>
                                            <p:fltVal val="360"/>
                                          </p:val>
                                        </p:tav>
                                        <p:tav tm="100000">
                                          <p:val>
                                            <p:fltVal val="0"/>
                                          </p:val>
                                        </p:tav>
                                      </p:tavLst>
                                    </p:anim>
                                    <p:animEffect transition="in" filter="fade">
                                      <p:cBhvr>
                                        <p:cTn id="16" dur="500"/>
                                        <p:tgtEl>
                                          <p:spTgt spid="38"/>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 calcmode="lin" valueType="num">
                                      <p:cBhvr>
                                        <p:cTn id="21" dur="500" fill="hold"/>
                                        <p:tgtEl>
                                          <p:spTgt spid="18"/>
                                        </p:tgtEl>
                                        <p:attrNameLst>
                                          <p:attrName>style.rotation</p:attrName>
                                        </p:attrNameLst>
                                      </p:cBhvr>
                                      <p:tavLst>
                                        <p:tav tm="0">
                                          <p:val>
                                            <p:fltVal val="360"/>
                                          </p:val>
                                        </p:tav>
                                        <p:tav tm="100000">
                                          <p:val>
                                            <p:fltVal val="0"/>
                                          </p:val>
                                        </p:tav>
                                      </p:tavLst>
                                    </p:anim>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p:cTn id="32" dur="500" fill="hold"/>
                                        <p:tgtEl>
                                          <p:spTgt spid="39"/>
                                        </p:tgtEl>
                                        <p:attrNameLst>
                                          <p:attrName>ppt_w</p:attrName>
                                        </p:attrNameLst>
                                      </p:cBhvr>
                                      <p:tavLst>
                                        <p:tav tm="0">
                                          <p:val>
                                            <p:fltVal val="0"/>
                                          </p:val>
                                        </p:tav>
                                        <p:tav tm="100000">
                                          <p:val>
                                            <p:strVal val="#ppt_w"/>
                                          </p:val>
                                        </p:tav>
                                      </p:tavLst>
                                    </p:anim>
                                    <p:anim calcmode="lin" valueType="num">
                                      <p:cBhvr>
                                        <p:cTn id="33" dur="500" fill="hold"/>
                                        <p:tgtEl>
                                          <p:spTgt spid="39"/>
                                        </p:tgtEl>
                                        <p:attrNameLst>
                                          <p:attrName>ppt_h</p:attrName>
                                        </p:attrNameLst>
                                      </p:cBhvr>
                                      <p:tavLst>
                                        <p:tav tm="0">
                                          <p:val>
                                            <p:fltVal val="0"/>
                                          </p:val>
                                        </p:tav>
                                        <p:tav tm="100000">
                                          <p:val>
                                            <p:strVal val="#ppt_h"/>
                                          </p:val>
                                        </p:tav>
                                      </p:tavLst>
                                    </p:anim>
                                    <p:animEffect transition="in" filter="fade">
                                      <p:cBhvr>
                                        <p:cTn id="34" dur="500"/>
                                        <p:tgtEl>
                                          <p:spTgt spid="3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anim calcmode="lin" valueType="num">
                                      <p:cBhvr>
                                        <p:cTn id="37" dur="500" fill="hold"/>
                                        <p:tgtEl>
                                          <p:spTgt spid="89"/>
                                        </p:tgtEl>
                                        <p:attrNameLst>
                                          <p:attrName>ppt_w</p:attrName>
                                        </p:attrNameLst>
                                      </p:cBhvr>
                                      <p:tavLst>
                                        <p:tav tm="0">
                                          <p:val>
                                            <p:fltVal val="0"/>
                                          </p:val>
                                        </p:tav>
                                        <p:tav tm="100000">
                                          <p:val>
                                            <p:strVal val="#ppt_w"/>
                                          </p:val>
                                        </p:tav>
                                      </p:tavLst>
                                    </p:anim>
                                    <p:anim calcmode="lin" valueType="num">
                                      <p:cBhvr>
                                        <p:cTn id="38" dur="500" fill="hold"/>
                                        <p:tgtEl>
                                          <p:spTgt spid="89"/>
                                        </p:tgtEl>
                                        <p:attrNameLst>
                                          <p:attrName>ppt_h</p:attrName>
                                        </p:attrNameLst>
                                      </p:cBhvr>
                                      <p:tavLst>
                                        <p:tav tm="0">
                                          <p:val>
                                            <p:fltVal val="0"/>
                                          </p:val>
                                        </p:tav>
                                        <p:tav tm="100000">
                                          <p:val>
                                            <p:strVal val="#ppt_h"/>
                                          </p:val>
                                        </p:tav>
                                      </p:tavLst>
                                    </p:anim>
                                    <p:animEffect transition="in" filter="fade">
                                      <p:cBhvr>
                                        <p:cTn id="39" dur="500"/>
                                        <p:tgtEl>
                                          <p:spTgt spid="89"/>
                                        </p:tgtEl>
                                      </p:cBhvr>
                                    </p:animEffect>
                                  </p:childTnLst>
                                </p:cTn>
                              </p:par>
                              <p:par>
                                <p:cTn id="40" presetID="53" presetClass="entr" presetSubtype="16" fill="hold" nodeType="withEffect">
                                  <p:stCondLst>
                                    <p:cond delay="0"/>
                                  </p:stCondLst>
                                  <p:childTnLst>
                                    <p:set>
                                      <p:cBhvr>
                                        <p:cTn id="41" dur="1" fill="hold">
                                          <p:stCondLst>
                                            <p:cond delay="0"/>
                                          </p:stCondLst>
                                        </p:cTn>
                                        <p:tgtEl>
                                          <p:spTgt spid="13316"/>
                                        </p:tgtEl>
                                        <p:attrNameLst>
                                          <p:attrName>style.visibility</p:attrName>
                                        </p:attrNameLst>
                                      </p:cBhvr>
                                      <p:to>
                                        <p:strVal val="visible"/>
                                      </p:to>
                                    </p:set>
                                    <p:anim calcmode="lin" valueType="num">
                                      <p:cBhvr>
                                        <p:cTn id="42" dur="500" fill="hold"/>
                                        <p:tgtEl>
                                          <p:spTgt spid="13316"/>
                                        </p:tgtEl>
                                        <p:attrNameLst>
                                          <p:attrName>ppt_w</p:attrName>
                                        </p:attrNameLst>
                                      </p:cBhvr>
                                      <p:tavLst>
                                        <p:tav tm="0">
                                          <p:val>
                                            <p:fltVal val="0"/>
                                          </p:val>
                                        </p:tav>
                                        <p:tav tm="100000">
                                          <p:val>
                                            <p:strVal val="#ppt_w"/>
                                          </p:val>
                                        </p:tav>
                                      </p:tavLst>
                                    </p:anim>
                                    <p:anim calcmode="lin" valueType="num">
                                      <p:cBhvr>
                                        <p:cTn id="43" dur="500" fill="hold"/>
                                        <p:tgtEl>
                                          <p:spTgt spid="13316"/>
                                        </p:tgtEl>
                                        <p:attrNameLst>
                                          <p:attrName>ppt_h</p:attrName>
                                        </p:attrNameLst>
                                      </p:cBhvr>
                                      <p:tavLst>
                                        <p:tav tm="0">
                                          <p:val>
                                            <p:fltVal val="0"/>
                                          </p:val>
                                        </p:tav>
                                        <p:tav tm="100000">
                                          <p:val>
                                            <p:strVal val="#ppt_h"/>
                                          </p:val>
                                        </p:tav>
                                      </p:tavLst>
                                    </p:anim>
                                    <p:animEffect transition="in" filter="fade">
                                      <p:cBhvr>
                                        <p:cTn id="44" dur="500"/>
                                        <p:tgtEl>
                                          <p:spTgt spid="13316"/>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nodeType="clickEffect">
                                  <p:stCondLst>
                                    <p:cond delay="0"/>
                                  </p:stCondLst>
                                  <p:childTnLst>
                                    <p:anim calcmode="lin" valueType="num">
                                      <p:cBhvr additive="base">
                                        <p:cTn id="48" dur="500"/>
                                        <p:tgtEl>
                                          <p:spTgt spid="13316"/>
                                        </p:tgtEl>
                                        <p:attrNameLst>
                                          <p:attrName>ppt_x</p:attrName>
                                        </p:attrNameLst>
                                      </p:cBhvr>
                                      <p:tavLst>
                                        <p:tav tm="0">
                                          <p:val>
                                            <p:strVal val="ppt_x"/>
                                          </p:val>
                                        </p:tav>
                                        <p:tav tm="100000">
                                          <p:val>
                                            <p:strVal val="ppt_x"/>
                                          </p:val>
                                        </p:tav>
                                      </p:tavLst>
                                    </p:anim>
                                    <p:anim calcmode="lin" valueType="num">
                                      <p:cBhvr additive="base">
                                        <p:cTn id="49" dur="500"/>
                                        <p:tgtEl>
                                          <p:spTgt spid="13316"/>
                                        </p:tgtEl>
                                        <p:attrNameLst>
                                          <p:attrName>ppt_y</p:attrName>
                                        </p:attrNameLst>
                                      </p:cBhvr>
                                      <p:tavLst>
                                        <p:tav tm="0">
                                          <p:val>
                                            <p:strVal val="ppt_y"/>
                                          </p:val>
                                        </p:tav>
                                        <p:tav tm="100000">
                                          <p:val>
                                            <p:strVal val="1+ppt_h/2"/>
                                          </p:val>
                                        </p:tav>
                                      </p:tavLst>
                                    </p:anim>
                                    <p:set>
                                      <p:cBhvr>
                                        <p:cTn id="50" dur="1" fill="hold">
                                          <p:stCondLst>
                                            <p:cond delay="499"/>
                                          </p:stCondLst>
                                        </p:cTn>
                                        <p:tgtEl>
                                          <p:spTgt spid="1331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500" fill="hold"/>
                                        <p:tgtEl>
                                          <p:spTgt spid="24"/>
                                        </p:tgtEl>
                                        <p:attrNameLst>
                                          <p:attrName>ppt_w</p:attrName>
                                        </p:attrNameLst>
                                      </p:cBhvr>
                                      <p:tavLst>
                                        <p:tav tm="0">
                                          <p:val>
                                            <p:fltVal val="0"/>
                                          </p:val>
                                        </p:tav>
                                        <p:tav tm="100000">
                                          <p:val>
                                            <p:strVal val="#ppt_w"/>
                                          </p:val>
                                        </p:tav>
                                      </p:tavLst>
                                    </p:anim>
                                    <p:anim calcmode="lin" valueType="num">
                                      <p:cBhvr>
                                        <p:cTn id="56" dur="500" fill="hold"/>
                                        <p:tgtEl>
                                          <p:spTgt spid="24"/>
                                        </p:tgtEl>
                                        <p:attrNameLst>
                                          <p:attrName>ppt_h</p:attrName>
                                        </p:attrNameLst>
                                      </p:cBhvr>
                                      <p:tavLst>
                                        <p:tav tm="0">
                                          <p:val>
                                            <p:fltVal val="0"/>
                                          </p:val>
                                        </p:tav>
                                        <p:tav tm="100000">
                                          <p:val>
                                            <p:strVal val="#ppt_h"/>
                                          </p:val>
                                        </p:tav>
                                      </p:tavLst>
                                    </p:anim>
                                    <p:anim calcmode="lin" valueType="num">
                                      <p:cBhvr>
                                        <p:cTn id="57" dur="500" fill="hold"/>
                                        <p:tgtEl>
                                          <p:spTgt spid="24"/>
                                        </p:tgtEl>
                                        <p:attrNameLst>
                                          <p:attrName>style.rotation</p:attrName>
                                        </p:attrNameLst>
                                      </p:cBhvr>
                                      <p:tavLst>
                                        <p:tav tm="0">
                                          <p:val>
                                            <p:fltVal val="360"/>
                                          </p:val>
                                        </p:tav>
                                        <p:tav tm="100000">
                                          <p:val>
                                            <p:fltVal val="0"/>
                                          </p:val>
                                        </p:tav>
                                      </p:tavLst>
                                    </p:anim>
                                    <p:animEffect transition="in" filter="fade">
                                      <p:cBhvr>
                                        <p:cTn id="58" dur="500"/>
                                        <p:tgtEl>
                                          <p:spTgt spid="24"/>
                                        </p:tgtEl>
                                      </p:cBhvr>
                                    </p:animEffect>
                                  </p:childTnLst>
                                </p:cTn>
                              </p:par>
                              <p:par>
                                <p:cTn id="59" presetID="49" presetClass="entr" presetSubtype="0" decel="10000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anim calcmode="lin" valueType="num">
                                      <p:cBhvr>
                                        <p:cTn id="61" dur="500" fill="hold"/>
                                        <p:tgtEl>
                                          <p:spTgt spid="41"/>
                                        </p:tgtEl>
                                        <p:attrNameLst>
                                          <p:attrName>ppt_w</p:attrName>
                                        </p:attrNameLst>
                                      </p:cBhvr>
                                      <p:tavLst>
                                        <p:tav tm="0">
                                          <p:val>
                                            <p:fltVal val="0"/>
                                          </p:val>
                                        </p:tav>
                                        <p:tav tm="100000">
                                          <p:val>
                                            <p:strVal val="#ppt_w"/>
                                          </p:val>
                                        </p:tav>
                                      </p:tavLst>
                                    </p:anim>
                                    <p:anim calcmode="lin" valueType="num">
                                      <p:cBhvr>
                                        <p:cTn id="62" dur="500" fill="hold"/>
                                        <p:tgtEl>
                                          <p:spTgt spid="41"/>
                                        </p:tgtEl>
                                        <p:attrNameLst>
                                          <p:attrName>ppt_h</p:attrName>
                                        </p:attrNameLst>
                                      </p:cBhvr>
                                      <p:tavLst>
                                        <p:tav tm="0">
                                          <p:val>
                                            <p:fltVal val="0"/>
                                          </p:val>
                                        </p:tav>
                                        <p:tav tm="100000">
                                          <p:val>
                                            <p:strVal val="#ppt_h"/>
                                          </p:val>
                                        </p:tav>
                                      </p:tavLst>
                                    </p:anim>
                                    <p:anim calcmode="lin" valueType="num">
                                      <p:cBhvr>
                                        <p:cTn id="63" dur="500" fill="hold"/>
                                        <p:tgtEl>
                                          <p:spTgt spid="41"/>
                                        </p:tgtEl>
                                        <p:attrNameLst>
                                          <p:attrName>style.rotation</p:attrName>
                                        </p:attrNameLst>
                                      </p:cBhvr>
                                      <p:tavLst>
                                        <p:tav tm="0">
                                          <p:val>
                                            <p:fltVal val="360"/>
                                          </p:val>
                                        </p:tav>
                                        <p:tav tm="100000">
                                          <p:val>
                                            <p:fltVal val="0"/>
                                          </p:val>
                                        </p:tav>
                                      </p:tavLst>
                                    </p:anim>
                                    <p:animEffect transition="in" filter="fade">
                                      <p:cBhvr>
                                        <p:cTn id="64" dur="500"/>
                                        <p:tgtEl>
                                          <p:spTgt spid="41"/>
                                        </p:tgtEl>
                                      </p:cBhvr>
                                    </p:animEffect>
                                  </p:childTnLst>
                                </p:cTn>
                              </p:par>
                              <p:par>
                                <p:cTn id="65" presetID="49" presetClass="entr" presetSubtype="0" decel="10000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 calcmode="lin" valueType="num">
                                      <p:cBhvr>
                                        <p:cTn id="67" dur="500" fill="hold"/>
                                        <p:tgtEl>
                                          <p:spTgt spid="49"/>
                                        </p:tgtEl>
                                        <p:attrNameLst>
                                          <p:attrName>ppt_w</p:attrName>
                                        </p:attrNameLst>
                                      </p:cBhvr>
                                      <p:tavLst>
                                        <p:tav tm="0">
                                          <p:val>
                                            <p:fltVal val="0"/>
                                          </p:val>
                                        </p:tav>
                                        <p:tav tm="100000">
                                          <p:val>
                                            <p:strVal val="#ppt_w"/>
                                          </p:val>
                                        </p:tav>
                                      </p:tavLst>
                                    </p:anim>
                                    <p:anim calcmode="lin" valueType="num">
                                      <p:cBhvr>
                                        <p:cTn id="68" dur="500" fill="hold"/>
                                        <p:tgtEl>
                                          <p:spTgt spid="49"/>
                                        </p:tgtEl>
                                        <p:attrNameLst>
                                          <p:attrName>ppt_h</p:attrName>
                                        </p:attrNameLst>
                                      </p:cBhvr>
                                      <p:tavLst>
                                        <p:tav tm="0">
                                          <p:val>
                                            <p:fltVal val="0"/>
                                          </p:val>
                                        </p:tav>
                                        <p:tav tm="100000">
                                          <p:val>
                                            <p:strVal val="#ppt_h"/>
                                          </p:val>
                                        </p:tav>
                                      </p:tavLst>
                                    </p:anim>
                                    <p:anim calcmode="lin" valueType="num">
                                      <p:cBhvr>
                                        <p:cTn id="69" dur="500" fill="hold"/>
                                        <p:tgtEl>
                                          <p:spTgt spid="49"/>
                                        </p:tgtEl>
                                        <p:attrNameLst>
                                          <p:attrName>style.rotation</p:attrName>
                                        </p:attrNameLst>
                                      </p:cBhvr>
                                      <p:tavLst>
                                        <p:tav tm="0">
                                          <p:val>
                                            <p:fltVal val="360"/>
                                          </p:val>
                                        </p:tav>
                                        <p:tav tm="100000">
                                          <p:val>
                                            <p:fltVal val="0"/>
                                          </p:val>
                                        </p:tav>
                                      </p:tavLst>
                                    </p:anim>
                                    <p:animEffect transition="in" filter="fade">
                                      <p:cBhvr>
                                        <p:cTn id="70" dur="500"/>
                                        <p:tgtEl>
                                          <p:spTgt spid="49"/>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71"/>
                                        </p:tgtEl>
                                        <p:attrNameLst>
                                          <p:attrName>style.visibility</p:attrName>
                                        </p:attrNameLst>
                                      </p:cBhvr>
                                      <p:to>
                                        <p:strVal val="visible"/>
                                      </p:to>
                                    </p:set>
                                    <p:anim calcmode="lin" valueType="num">
                                      <p:cBhvr>
                                        <p:cTn id="75" dur="500" fill="hold"/>
                                        <p:tgtEl>
                                          <p:spTgt spid="71"/>
                                        </p:tgtEl>
                                        <p:attrNameLst>
                                          <p:attrName>ppt_w</p:attrName>
                                        </p:attrNameLst>
                                      </p:cBhvr>
                                      <p:tavLst>
                                        <p:tav tm="0">
                                          <p:val>
                                            <p:fltVal val="0"/>
                                          </p:val>
                                        </p:tav>
                                        <p:tav tm="100000">
                                          <p:val>
                                            <p:strVal val="#ppt_w"/>
                                          </p:val>
                                        </p:tav>
                                      </p:tavLst>
                                    </p:anim>
                                    <p:anim calcmode="lin" valueType="num">
                                      <p:cBhvr>
                                        <p:cTn id="76" dur="500" fill="hold"/>
                                        <p:tgtEl>
                                          <p:spTgt spid="71"/>
                                        </p:tgtEl>
                                        <p:attrNameLst>
                                          <p:attrName>ppt_h</p:attrName>
                                        </p:attrNameLst>
                                      </p:cBhvr>
                                      <p:tavLst>
                                        <p:tav tm="0">
                                          <p:val>
                                            <p:fltVal val="0"/>
                                          </p:val>
                                        </p:tav>
                                        <p:tav tm="100000">
                                          <p:val>
                                            <p:strVal val="#ppt_h"/>
                                          </p:val>
                                        </p:tav>
                                      </p:tavLst>
                                    </p:anim>
                                    <p:animEffect transition="in" filter="fade">
                                      <p:cBhvr>
                                        <p:cTn id="77" dur="500"/>
                                        <p:tgtEl>
                                          <p:spTgt spid="71"/>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90"/>
                                        </p:tgtEl>
                                        <p:attrNameLst>
                                          <p:attrName>style.visibility</p:attrName>
                                        </p:attrNameLst>
                                      </p:cBhvr>
                                      <p:to>
                                        <p:strVal val="visible"/>
                                      </p:to>
                                    </p:set>
                                    <p:anim calcmode="lin" valueType="num">
                                      <p:cBhvr>
                                        <p:cTn id="80" dur="500" fill="hold"/>
                                        <p:tgtEl>
                                          <p:spTgt spid="90"/>
                                        </p:tgtEl>
                                        <p:attrNameLst>
                                          <p:attrName>ppt_w</p:attrName>
                                        </p:attrNameLst>
                                      </p:cBhvr>
                                      <p:tavLst>
                                        <p:tav tm="0">
                                          <p:val>
                                            <p:fltVal val="0"/>
                                          </p:val>
                                        </p:tav>
                                        <p:tav tm="100000">
                                          <p:val>
                                            <p:strVal val="#ppt_w"/>
                                          </p:val>
                                        </p:tav>
                                      </p:tavLst>
                                    </p:anim>
                                    <p:anim calcmode="lin" valueType="num">
                                      <p:cBhvr>
                                        <p:cTn id="81" dur="500" fill="hold"/>
                                        <p:tgtEl>
                                          <p:spTgt spid="90"/>
                                        </p:tgtEl>
                                        <p:attrNameLst>
                                          <p:attrName>ppt_h</p:attrName>
                                        </p:attrNameLst>
                                      </p:cBhvr>
                                      <p:tavLst>
                                        <p:tav tm="0">
                                          <p:val>
                                            <p:fltVal val="0"/>
                                          </p:val>
                                        </p:tav>
                                        <p:tav tm="100000">
                                          <p:val>
                                            <p:strVal val="#ppt_h"/>
                                          </p:val>
                                        </p:tav>
                                      </p:tavLst>
                                    </p:anim>
                                    <p:animEffect transition="in" filter="fade">
                                      <p:cBhvr>
                                        <p:cTn id="82" dur="500"/>
                                        <p:tgtEl>
                                          <p:spTgt spid="90"/>
                                        </p:tgtEl>
                                      </p:cBhvr>
                                    </p:animEffect>
                                  </p:childTnLst>
                                </p:cTn>
                              </p:par>
                              <p:par>
                                <p:cTn id="83" presetID="53" presetClass="entr" presetSubtype="16" fill="hold" nodeType="withEffect">
                                  <p:stCondLst>
                                    <p:cond delay="0"/>
                                  </p:stCondLst>
                                  <p:childTnLst>
                                    <p:set>
                                      <p:cBhvr>
                                        <p:cTn id="84" dur="1" fill="hold">
                                          <p:stCondLst>
                                            <p:cond delay="0"/>
                                          </p:stCondLst>
                                        </p:cTn>
                                        <p:tgtEl>
                                          <p:spTgt spid="13320"/>
                                        </p:tgtEl>
                                        <p:attrNameLst>
                                          <p:attrName>style.visibility</p:attrName>
                                        </p:attrNameLst>
                                      </p:cBhvr>
                                      <p:to>
                                        <p:strVal val="visible"/>
                                      </p:to>
                                    </p:set>
                                    <p:anim calcmode="lin" valueType="num">
                                      <p:cBhvr>
                                        <p:cTn id="85" dur="500" fill="hold"/>
                                        <p:tgtEl>
                                          <p:spTgt spid="13320"/>
                                        </p:tgtEl>
                                        <p:attrNameLst>
                                          <p:attrName>ppt_w</p:attrName>
                                        </p:attrNameLst>
                                      </p:cBhvr>
                                      <p:tavLst>
                                        <p:tav tm="0">
                                          <p:val>
                                            <p:fltVal val="0"/>
                                          </p:val>
                                        </p:tav>
                                        <p:tav tm="100000">
                                          <p:val>
                                            <p:strVal val="#ppt_w"/>
                                          </p:val>
                                        </p:tav>
                                      </p:tavLst>
                                    </p:anim>
                                    <p:anim calcmode="lin" valueType="num">
                                      <p:cBhvr>
                                        <p:cTn id="86" dur="500" fill="hold"/>
                                        <p:tgtEl>
                                          <p:spTgt spid="13320"/>
                                        </p:tgtEl>
                                        <p:attrNameLst>
                                          <p:attrName>ppt_h</p:attrName>
                                        </p:attrNameLst>
                                      </p:cBhvr>
                                      <p:tavLst>
                                        <p:tav tm="0">
                                          <p:val>
                                            <p:fltVal val="0"/>
                                          </p:val>
                                        </p:tav>
                                        <p:tav tm="100000">
                                          <p:val>
                                            <p:strVal val="#ppt_h"/>
                                          </p:val>
                                        </p:tav>
                                      </p:tavLst>
                                    </p:anim>
                                    <p:animEffect transition="in" filter="fade">
                                      <p:cBhvr>
                                        <p:cTn id="87" dur="500"/>
                                        <p:tgtEl>
                                          <p:spTgt spid="13320"/>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xit" presetSubtype="4" fill="hold" nodeType="clickEffect">
                                  <p:stCondLst>
                                    <p:cond delay="0"/>
                                  </p:stCondLst>
                                  <p:childTnLst>
                                    <p:anim calcmode="lin" valueType="num">
                                      <p:cBhvr additive="base">
                                        <p:cTn id="91" dur="500"/>
                                        <p:tgtEl>
                                          <p:spTgt spid="13320"/>
                                        </p:tgtEl>
                                        <p:attrNameLst>
                                          <p:attrName>ppt_x</p:attrName>
                                        </p:attrNameLst>
                                      </p:cBhvr>
                                      <p:tavLst>
                                        <p:tav tm="0">
                                          <p:val>
                                            <p:strVal val="ppt_x"/>
                                          </p:val>
                                        </p:tav>
                                        <p:tav tm="100000">
                                          <p:val>
                                            <p:strVal val="ppt_x"/>
                                          </p:val>
                                        </p:tav>
                                      </p:tavLst>
                                    </p:anim>
                                    <p:anim calcmode="lin" valueType="num">
                                      <p:cBhvr additive="base">
                                        <p:cTn id="92" dur="500"/>
                                        <p:tgtEl>
                                          <p:spTgt spid="13320"/>
                                        </p:tgtEl>
                                        <p:attrNameLst>
                                          <p:attrName>ppt_y</p:attrName>
                                        </p:attrNameLst>
                                      </p:cBhvr>
                                      <p:tavLst>
                                        <p:tav tm="0">
                                          <p:val>
                                            <p:strVal val="ppt_y"/>
                                          </p:val>
                                        </p:tav>
                                        <p:tav tm="100000">
                                          <p:val>
                                            <p:strVal val="1+ppt_h/2"/>
                                          </p:val>
                                        </p:tav>
                                      </p:tavLst>
                                    </p:anim>
                                    <p:set>
                                      <p:cBhvr>
                                        <p:cTn id="93" dur="1" fill="hold">
                                          <p:stCondLst>
                                            <p:cond delay="499"/>
                                          </p:stCondLst>
                                        </p:cTn>
                                        <p:tgtEl>
                                          <p:spTgt spid="1332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49" presetClass="entr" presetSubtype="0" decel="100000" fill="hold" nodeType="clickEffect">
                                  <p:stCondLst>
                                    <p:cond delay="0"/>
                                  </p:stCondLst>
                                  <p:childTnLst>
                                    <p:set>
                                      <p:cBhvr>
                                        <p:cTn id="97" dur="1" fill="hold">
                                          <p:stCondLst>
                                            <p:cond delay="0"/>
                                          </p:stCondLst>
                                        </p:cTn>
                                        <p:tgtEl>
                                          <p:spTgt spid="61"/>
                                        </p:tgtEl>
                                        <p:attrNameLst>
                                          <p:attrName>style.visibility</p:attrName>
                                        </p:attrNameLst>
                                      </p:cBhvr>
                                      <p:to>
                                        <p:strVal val="visible"/>
                                      </p:to>
                                    </p:set>
                                    <p:anim calcmode="lin" valueType="num">
                                      <p:cBhvr>
                                        <p:cTn id="98" dur="500" fill="hold"/>
                                        <p:tgtEl>
                                          <p:spTgt spid="61"/>
                                        </p:tgtEl>
                                        <p:attrNameLst>
                                          <p:attrName>ppt_w</p:attrName>
                                        </p:attrNameLst>
                                      </p:cBhvr>
                                      <p:tavLst>
                                        <p:tav tm="0">
                                          <p:val>
                                            <p:fltVal val="0"/>
                                          </p:val>
                                        </p:tav>
                                        <p:tav tm="100000">
                                          <p:val>
                                            <p:strVal val="#ppt_w"/>
                                          </p:val>
                                        </p:tav>
                                      </p:tavLst>
                                    </p:anim>
                                    <p:anim calcmode="lin" valueType="num">
                                      <p:cBhvr>
                                        <p:cTn id="99" dur="500" fill="hold"/>
                                        <p:tgtEl>
                                          <p:spTgt spid="61"/>
                                        </p:tgtEl>
                                        <p:attrNameLst>
                                          <p:attrName>ppt_h</p:attrName>
                                        </p:attrNameLst>
                                      </p:cBhvr>
                                      <p:tavLst>
                                        <p:tav tm="0">
                                          <p:val>
                                            <p:fltVal val="0"/>
                                          </p:val>
                                        </p:tav>
                                        <p:tav tm="100000">
                                          <p:val>
                                            <p:strVal val="#ppt_h"/>
                                          </p:val>
                                        </p:tav>
                                      </p:tavLst>
                                    </p:anim>
                                    <p:anim calcmode="lin" valueType="num">
                                      <p:cBhvr>
                                        <p:cTn id="100" dur="500" fill="hold"/>
                                        <p:tgtEl>
                                          <p:spTgt spid="61"/>
                                        </p:tgtEl>
                                        <p:attrNameLst>
                                          <p:attrName>style.rotation</p:attrName>
                                        </p:attrNameLst>
                                      </p:cBhvr>
                                      <p:tavLst>
                                        <p:tav tm="0">
                                          <p:val>
                                            <p:fltVal val="360"/>
                                          </p:val>
                                        </p:tav>
                                        <p:tav tm="100000">
                                          <p:val>
                                            <p:fltVal val="0"/>
                                          </p:val>
                                        </p:tav>
                                      </p:tavLst>
                                    </p:anim>
                                    <p:animEffect transition="in" filter="fade">
                                      <p:cBhvr>
                                        <p:cTn id="101" dur="500"/>
                                        <p:tgtEl>
                                          <p:spTgt spid="61"/>
                                        </p:tgtEl>
                                      </p:cBhvr>
                                    </p:animEffect>
                                  </p:childTnLst>
                                </p:cTn>
                              </p:par>
                              <p:par>
                                <p:cTn id="102" presetID="49" presetClass="entr" presetSubtype="0" decel="10000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 calcmode="lin" valueType="num">
                                      <p:cBhvr>
                                        <p:cTn id="104" dur="500" fill="hold"/>
                                        <p:tgtEl>
                                          <p:spTgt spid="42"/>
                                        </p:tgtEl>
                                        <p:attrNameLst>
                                          <p:attrName>ppt_w</p:attrName>
                                        </p:attrNameLst>
                                      </p:cBhvr>
                                      <p:tavLst>
                                        <p:tav tm="0">
                                          <p:val>
                                            <p:fltVal val="0"/>
                                          </p:val>
                                        </p:tav>
                                        <p:tav tm="100000">
                                          <p:val>
                                            <p:strVal val="#ppt_w"/>
                                          </p:val>
                                        </p:tav>
                                      </p:tavLst>
                                    </p:anim>
                                    <p:anim calcmode="lin" valueType="num">
                                      <p:cBhvr>
                                        <p:cTn id="105" dur="500" fill="hold"/>
                                        <p:tgtEl>
                                          <p:spTgt spid="42"/>
                                        </p:tgtEl>
                                        <p:attrNameLst>
                                          <p:attrName>ppt_h</p:attrName>
                                        </p:attrNameLst>
                                      </p:cBhvr>
                                      <p:tavLst>
                                        <p:tav tm="0">
                                          <p:val>
                                            <p:fltVal val="0"/>
                                          </p:val>
                                        </p:tav>
                                        <p:tav tm="100000">
                                          <p:val>
                                            <p:strVal val="#ppt_h"/>
                                          </p:val>
                                        </p:tav>
                                      </p:tavLst>
                                    </p:anim>
                                    <p:anim calcmode="lin" valueType="num">
                                      <p:cBhvr>
                                        <p:cTn id="106" dur="500" fill="hold"/>
                                        <p:tgtEl>
                                          <p:spTgt spid="42"/>
                                        </p:tgtEl>
                                        <p:attrNameLst>
                                          <p:attrName>style.rotation</p:attrName>
                                        </p:attrNameLst>
                                      </p:cBhvr>
                                      <p:tavLst>
                                        <p:tav tm="0">
                                          <p:val>
                                            <p:fltVal val="360"/>
                                          </p:val>
                                        </p:tav>
                                        <p:tav tm="100000">
                                          <p:val>
                                            <p:fltVal val="0"/>
                                          </p:val>
                                        </p:tav>
                                      </p:tavLst>
                                    </p:anim>
                                    <p:animEffect transition="in" filter="fade">
                                      <p:cBhvr>
                                        <p:cTn id="107" dur="500"/>
                                        <p:tgtEl>
                                          <p:spTgt spid="42"/>
                                        </p:tgtEl>
                                      </p:cBhvr>
                                    </p:animEffect>
                                  </p:childTnLst>
                                </p:cTn>
                              </p:par>
                              <p:par>
                                <p:cTn id="108" presetID="49" presetClass="entr" presetSubtype="0" decel="100000" fill="hold" nodeType="withEffect">
                                  <p:stCondLst>
                                    <p:cond delay="0"/>
                                  </p:stCondLst>
                                  <p:childTnLst>
                                    <p:set>
                                      <p:cBhvr>
                                        <p:cTn id="109" dur="1" fill="hold">
                                          <p:stCondLst>
                                            <p:cond delay="0"/>
                                          </p:stCondLst>
                                        </p:cTn>
                                        <p:tgtEl>
                                          <p:spTgt spid="52"/>
                                        </p:tgtEl>
                                        <p:attrNameLst>
                                          <p:attrName>style.visibility</p:attrName>
                                        </p:attrNameLst>
                                      </p:cBhvr>
                                      <p:to>
                                        <p:strVal val="visible"/>
                                      </p:to>
                                    </p:set>
                                    <p:anim calcmode="lin" valueType="num">
                                      <p:cBhvr>
                                        <p:cTn id="110" dur="500" fill="hold"/>
                                        <p:tgtEl>
                                          <p:spTgt spid="52"/>
                                        </p:tgtEl>
                                        <p:attrNameLst>
                                          <p:attrName>ppt_w</p:attrName>
                                        </p:attrNameLst>
                                      </p:cBhvr>
                                      <p:tavLst>
                                        <p:tav tm="0">
                                          <p:val>
                                            <p:fltVal val="0"/>
                                          </p:val>
                                        </p:tav>
                                        <p:tav tm="100000">
                                          <p:val>
                                            <p:strVal val="#ppt_w"/>
                                          </p:val>
                                        </p:tav>
                                      </p:tavLst>
                                    </p:anim>
                                    <p:anim calcmode="lin" valueType="num">
                                      <p:cBhvr>
                                        <p:cTn id="111" dur="500" fill="hold"/>
                                        <p:tgtEl>
                                          <p:spTgt spid="52"/>
                                        </p:tgtEl>
                                        <p:attrNameLst>
                                          <p:attrName>ppt_h</p:attrName>
                                        </p:attrNameLst>
                                      </p:cBhvr>
                                      <p:tavLst>
                                        <p:tav tm="0">
                                          <p:val>
                                            <p:fltVal val="0"/>
                                          </p:val>
                                        </p:tav>
                                        <p:tav tm="100000">
                                          <p:val>
                                            <p:strVal val="#ppt_h"/>
                                          </p:val>
                                        </p:tav>
                                      </p:tavLst>
                                    </p:anim>
                                    <p:anim calcmode="lin" valueType="num">
                                      <p:cBhvr>
                                        <p:cTn id="112" dur="500" fill="hold"/>
                                        <p:tgtEl>
                                          <p:spTgt spid="52"/>
                                        </p:tgtEl>
                                        <p:attrNameLst>
                                          <p:attrName>style.rotation</p:attrName>
                                        </p:attrNameLst>
                                      </p:cBhvr>
                                      <p:tavLst>
                                        <p:tav tm="0">
                                          <p:val>
                                            <p:fltVal val="360"/>
                                          </p:val>
                                        </p:tav>
                                        <p:tav tm="100000">
                                          <p:val>
                                            <p:fltVal val="0"/>
                                          </p:val>
                                        </p:tav>
                                      </p:tavLst>
                                    </p:anim>
                                    <p:animEffect transition="in" filter="fade">
                                      <p:cBhvr>
                                        <p:cTn id="113" dur="500"/>
                                        <p:tgtEl>
                                          <p:spTgt spid="52"/>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grpId="0" nodeType="clickEffect">
                                  <p:stCondLst>
                                    <p:cond delay="0"/>
                                  </p:stCondLst>
                                  <p:childTnLst>
                                    <p:set>
                                      <p:cBhvr>
                                        <p:cTn id="117" dur="1" fill="hold">
                                          <p:stCondLst>
                                            <p:cond delay="0"/>
                                          </p:stCondLst>
                                        </p:cTn>
                                        <p:tgtEl>
                                          <p:spTgt spid="72"/>
                                        </p:tgtEl>
                                        <p:attrNameLst>
                                          <p:attrName>style.visibility</p:attrName>
                                        </p:attrNameLst>
                                      </p:cBhvr>
                                      <p:to>
                                        <p:strVal val="visible"/>
                                      </p:to>
                                    </p:set>
                                    <p:anim calcmode="lin" valueType="num">
                                      <p:cBhvr>
                                        <p:cTn id="118" dur="500" fill="hold"/>
                                        <p:tgtEl>
                                          <p:spTgt spid="72"/>
                                        </p:tgtEl>
                                        <p:attrNameLst>
                                          <p:attrName>ppt_w</p:attrName>
                                        </p:attrNameLst>
                                      </p:cBhvr>
                                      <p:tavLst>
                                        <p:tav tm="0">
                                          <p:val>
                                            <p:fltVal val="0"/>
                                          </p:val>
                                        </p:tav>
                                        <p:tav tm="100000">
                                          <p:val>
                                            <p:strVal val="#ppt_w"/>
                                          </p:val>
                                        </p:tav>
                                      </p:tavLst>
                                    </p:anim>
                                    <p:anim calcmode="lin" valueType="num">
                                      <p:cBhvr>
                                        <p:cTn id="119" dur="500" fill="hold"/>
                                        <p:tgtEl>
                                          <p:spTgt spid="72"/>
                                        </p:tgtEl>
                                        <p:attrNameLst>
                                          <p:attrName>ppt_h</p:attrName>
                                        </p:attrNameLst>
                                      </p:cBhvr>
                                      <p:tavLst>
                                        <p:tav tm="0">
                                          <p:val>
                                            <p:fltVal val="0"/>
                                          </p:val>
                                        </p:tav>
                                        <p:tav tm="100000">
                                          <p:val>
                                            <p:strVal val="#ppt_h"/>
                                          </p:val>
                                        </p:tav>
                                      </p:tavLst>
                                    </p:anim>
                                    <p:animEffect transition="in" filter="fade">
                                      <p:cBhvr>
                                        <p:cTn id="120" dur="500"/>
                                        <p:tgtEl>
                                          <p:spTgt spid="72"/>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91"/>
                                        </p:tgtEl>
                                        <p:attrNameLst>
                                          <p:attrName>style.visibility</p:attrName>
                                        </p:attrNameLst>
                                      </p:cBhvr>
                                      <p:to>
                                        <p:strVal val="visible"/>
                                      </p:to>
                                    </p:set>
                                    <p:anim calcmode="lin" valueType="num">
                                      <p:cBhvr>
                                        <p:cTn id="123" dur="500" fill="hold"/>
                                        <p:tgtEl>
                                          <p:spTgt spid="91"/>
                                        </p:tgtEl>
                                        <p:attrNameLst>
                                          <p:attrName>ppt_w</p:attrName>
                                        </p:attrNameLst>
                                      </p:cBhvr>
                                      <p:tavLst>
                                        <p:tav tm="0">
                                          <p:val>
                                            <p:fltVal val="0"/>
                                          </p:val>
                                        </p:tav>
                                        <p:tav tm="100000">
                                          <p:val>
                                            <p:strVal val="#ppt_w"/>
                                          </p:val>
                                        </p:tav>
                                      </p:tavLst>
                                    </p:anim>
                                    <p:anim calcmode="lin" valueType="num">
                                      <p:cBhvr>
                                        <p:cTn id="124" dur="500" fill="hold"/>
                                        <p:tgtEl>
                                          <p:spTgt spid="91"/>
                                        </p:tgtEl>
                                        <p:attrNameLst>
                                          <p:attrName>ppt_h</p:attrName>
                                        </p:attrNameLst>
                                      </p:cBhvr>
                                      <p:tavLst>
                                        <p:tav tm="0">
                                          <p:val>
                                            <p:fltVal val="0"/>
                                          </p:val>
                                        </p:tav>
                                        <p:tav tm="100000">
                                          <p:val>
                                            <p:strVal val="#ppt_h"/>
                                          </p:val>
                                        </p:tav>
                                      </p:tavLst>
                                    </p:anim>
                                    <p:animEffect transition="in" filter="fade">
                                      <p:cBhvr>
                                        <p:cTn id="125" dur="500"/>
                                        <p:tgtEl>
                                          <p:spTgt spid="91"/>
                                        </p:tgtEl>
                                      </p:cBhvr>
                                    </p:animEffect>
                                  </p:childTnLst>
                                </p:cTn>
                              </p:par>
                              <p:par>
                                <p:cTn id="126" presetID="53" presetClass="entr" presetSubtype="16" fill="hold" nodeType="withEffect">
                                  <p:stCondLst>
                                    <p:cond delay="0"/>
                                  </p:stCondLst>
                                  <p:childTnLst>
                                    <p:set>
                                      <p:cBhvr>
                                        <p:cTn id="127" dur="1" fill="hold">
                                          <p:stCondLst>
                                            <p:cond delay="0"/>
                                          </p:stCondLst>
                                        </p:cTn>
                                        <p:tgtEl>
                                          <p:spTgt spid="13324"/>
                                        </p:tgtEl>
                                        <p:attrNameLst>
                                          <p:attrName>style.visibility</p:attrName>
                                        </p:attrNameLst>
                                      </p:cBhvr>
                                      <p:to>
                                        <p:strVal val="visible"/>
                                      </p:to>
                                    </p:set>
                                    <p:anim calcmode="lin" valueType="num">
                                      <p:cBhvr>
                                        <p:cTn id="128" dur="500" fill="hold"/>
                                        <p:tgtEl>
                                          <p:spTgt spid="13324"/>
                                        </p:tgtEl>
                                        <p:attrNameLst>
                                          <p:attrName>ppt_w</p:attrName>
                                        </p:attrNameLst>
                                      </p:cBhvr>
                                      <p:tavLst>
                                        <p:tav tm="0">
                                          <p:val>
                                            <p:fltVal val="0"/>
                                          </p:val>
                                        </p:tav>
                                        <p:tav tm="100000">
                                          <p:val>
                                            <p:strVal val="#ppt_w"/>
                                          </p:val>
                                        </p:tav>
                                      </p:tavLst>
                                    </p:anim>
                                    <p:anim calcmode="lin" valueType="num">
                                      <p:cBhvr>
                                        <p:cTn id="129" dur="500" fill="hold"/>
                                        <p:tgtEl>
                                          <p:spTgt spid="13324"/>
                                        </p:tgtEl>
                                        <p:attrNameLst>
                                          <p:attrName>ppt_h</p:attrName>
                                        </p:attrNameLst>
                                      </p:cBhvr>
                                      <p:tavLst>
                                        <p:tav tm="0">
                                          <p:val>
                                            <p:fltVal val="0"/>
                                          </p:val>
                                        </p:tav>
                                        <p:tav tm="100000">
                                          <p:val>
                                            <p:strVal val="#ppt_h"/>
                                          </p:val>
                                        </p:tav>
                                      </p:tavLst>
                                    </p:anim>
                                    <p:animEffect transition="in" filter="fade">
                                      <p:cBhvr>
                                        <p:cTn id="130" dur="500"/>
                                        <p:tgtEl>
                                          <p:spTgt spid="13324"/>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xit" presetSubtype="4" fill="hold" nodeType="clickEffect">
                                  <p:stCondLst>
                                    <p:cond delay="0"/>
                                  </p:stCondLst>
                                  <p:childTnLst>
                                    <p:anim calcmode="lin" valueType="num">
                                      <p:cBhvr additive="base">
                                        <p:cTn id="134" dur="500"/>
                                        <p:tgtEl>
                                          <p:spTgt spid="13324"/>
                                        </p:tgtEl>
                                        <p:attrNameLst>
                                          <p:attrName>ppt_x</p:attrName>
                                        </p:attrNameLst>
                                      </p:cBhvr>
                                      <p:tavLst>
                                        <p:tav tm="0">
                                          <p:val>
                                            <p:strVal val="ppt_x"/>
                                          </p:val>
                                        </p:tav>
                                        <p:tav tm="100000">
                                          <p:val>
                                            <p:strVal val="ppt_x"/>
                                          </p:val>
                                        </p:tav>
                                      </p:tavLst>
                                    </p:anim>
                                    <p:anim calcmode="lin" valueType="num">
                                      <p:cBhvr additive="base">
                                        <p:cTn id="135" dur="500"/>
                                        <p:tgtEl>
                                          <p:spTgt spid="13324"/>
                                        </p:tgtEl>
                                        <p:attrNameLst>
                                          <p:attrName>ppt_y</p:attrName>
                                        </p:attrNameLst>
                                      </p:cBhvr>
                                      <p:tavLst>
                                        <p:tav tm="0">
                                          <p:val>
                                            <p:strVal val="ppt_y"/>
                                          </p:val>
                                        </p:tav>
                                        <p:tav tm="100000">
                                          <p:val>
                                            <p:strVal val="1+ppt_h/2"/>
                                          </p:val>
                                        </p:tav>
                                      </p:tavLst>
                                    </p:anim>
                                    <p:set>
                                      <p:cBhvr>
                                        <p:cTn id="136" dur="1" fill="hold">
                                          <p:stCondLst>
                                            <p:cond delay="499"/>
                                          </p:stCondLst>
                                        </p:cTn>
                                        <p:tgtEl>
                                          <p:spTgt spid="133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1" grpId="0"/>
      <p:bldP spid="42" grpId="0"/>
      <p:bldP spid="71" grpId="0"/>
      <p:bldP spid="72" grpId="0"/>
      <p:bldP spid="89" grpId="0"/>
      <p:bldP spid="90" grpId="0"/>
      <p:bldP spid="91"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90947"/>
        </a:solidFill>
        <a:effectLst/>
      </p:bgPr>
    </p:bg>
    <p:spTree>
      <p:nvGrpSpPr>
        <p:cNvPr id="1" name=""/>
        <p:cNvGrpSpPr/>
        <p:nvPr/>
      </p:nvGrpSpPr>
      <p:grpSpPr>
        <a:xfrm>
          <a:off x="0" y="0"/>
          <a:ext cx="0" cy="0"/>
          <a:chOff x="0" y="0"/>
          <a:chExt cx="0" cy="0"/>
        </a:xfrm>
      </p:grpSpPr>
      <p:sp>
        <p:nvSpPr>
          <p:cNvPr id="3" name="Freeform 3"/>
          <p:cNvSpPr/>
          <p:nvPr/>
        </p:nvSpPr>
        <p:spPr>
          <a:xfrm>
            <a:off x="-7038970" y="2449617"/>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2">
              <a:alphaModFix amt="49000"/>
              <a:extLst>
                <a:ext uri="{96DAC541-7B7A-43D3-8B79-37D633B846F1}">
                  <asvg:svgBlip xmlns="" xmlns:asvg="http://schemas.microsoft.com/office/drawing/2016/SVG/main" r:embed="rId4"/>
                </a:ext>
              </a:extLst>
            </a:blip>
            <a:stretch>
              <a:fillRect/>
            </a:stretch>
          </a:blipFill>
        </p:spPr>
      </p:sp>
      <p:sp>
        <p:nvSpPr>
          <p:cNvPr id="7" name="TextBox 7"/>
          <p:cNvSpPr txBox="1"/>
          <p:nvPr/>
        </p:nvSpPr>
        <p:spPr>
          <a:xfrm>
            <a:off x="1268267" y="8420322"/>
            <a:ext cx="5117138" cy="837978"/>
          </a:xfrm>
          <a:prstGeom prst="rect">
            <a:avLst/>
          </a:prstGeom>
        </p:spPr>
        <p:txBody>
          <a:bodyPr lIns="50800" tIns="50800" rIns="50800" bIns="50800" rtlCol="0" anchor="ctr"/>
          <a:lstStyle/>
          <a:p>
            <a:pPr algn="ctr">
              <a:lnSpc>
                <a:spcPts val="2150"/>
              </a:lnSpc>
            </a:pPr>
            <a:endParaRPr/>
          </a:p>
        </p:txBody>
      </p:sp>
      <p:sp>
        <p:nvSpPr>
          <p:cNvPr id="12" name="Freeform 12"/>
          <p:cNvSpPr/>
          <p:nvPr/>
        </p:nvSpPr>
        <p:spPr>
          <a:xfrm>
            <a:off x="13138836" y="4300666"/>
            <a:ext cx="10298328" cy="10298328"/>
          </a:xfrm>
          <a:custGeom>
            <a:avLst/>
            <a:gdLst/>
            <a:ahLst/>
            <a:cxnLst/>
            <a:rect l="l" t="t" r="r" b="b"/>
            <a:pathLst>
              <a:path w="10298328" h="10298328">
                <a:moveTo>
                  <a:pt x="0" y="0"/>
                </a:moveTo>
                <a:lnTo>
                  <a:pt x="10298328" y="0"/>
                </a:lnTo>
                <a:lnTo>
                  <a:pt x="10298328" y="10298328"/>
                </a:lnTo>
                <a:lnTo>
                  <a:pt x="0" y="10298328"/>
                </a:lnTo>
                <a:lnTo>
                  <a:pt x="0" y="0"/>
                </a:lnTo>
                <a:close/>
              </a:path>
            </a:pathLst>
          </a:custGeom>
          <a:blipFill>
            <a:blip r:embed="rId2">
              <a:alphaModFix amt="49000"/>
              <a:extLst>
                <a:ext uri="{96DAC541-7B7A-43D3-8B79-37D633B846F1}">
                  <asvg:svgBlip xmlns="" xmlns:asvg="http://schemas.microsoft.com/office/drawing/2016/SVG/main" r:embed="rId4"/>
                </a:ext>
              </a:extLst>
            </a:blip>
            <a:stretch>
              <a:fillRect/>
            </a:stretch>
          </a:blipFill>
        </p:spPr>
      </p:sp>
      <p:sp>
        <p:nvSpPr>
          <p:cNvPr id="19" name="Freeform 19"/>
          <p:cNvSpPr/>
          <p:nvPr/>
        </p:nvSpPr>
        <p:spPr>
          <a:xfrm>
            <a:off x="5350817" y="-5137660"/>
            <a:ext cx="7587277" cy="7587277"/>
          </a:xfrm>
          <a:custGeom>
            <a:avLst/>
            <a:gdLst/>
            <a:ahLst/>
            <a:cxnLst/>
            <a:rect l="l" t="t" r="r" b="b"/>
            <a:pathLst>
              <a:path w="7587277" h="7587277">
                <a:moveTo>
                  <a:pt x="0" y="0"/>
                </a:moveTo>
                <a:lnTo>
                  <a:pt x="7587277" y="0"/>
                </a:lnTo>
                <a:lnTo>
                  <a:pt x="7587277" y="7587277"/>
                </a:lnTo>
                <a:lnTo>
                  <a:pt x="0" y="7587277"/>
                </a:lnTo>
                <a:lnTo>
                  <a:pt x="0" y="0"/>
                </a:lnTo>
                <a:close/>
              </a:path>
            </a:pathLst>
          </a:custGeom>
          <a:blipFill>
            <a:blip r:embed="rId2">
              <a:alphaModFix amt="49000"/>
              <a:extLst>
                <a:ext uri="{96DAC541-7B7A-43D3-8B79-37D633B846F1}">
                  <asvg:svgBlip xmlns="" xmlns:asvg="http://schemas.microsoft.com/office/drawing/2016/SVG/main" r:embed="rId4"/>
                </a:ext>
              </a:extLst>
            </a:blip>
            <a:stretch>
              <a:fillRect/>
            </a:stretch>
          </a:blipFill>
        </p:spPr>
      </p:sp>
      <p:sp>
        <p:nvSpPr>
          <p:cNvPr id="20" name="Freeform 20"/>
          <p:cNvSpPr/>
          <p:nvPr/>
        </p:nvSpPr>
        <p:spPr>
          <a:xfrm>
            <a:off x="3459383" y="1623797"/>
            <a:ext cx="11369234" cy="6309925"/>
          </a:xfrm>
          <a:custGeom>
            <a:avLst/>
            <a:gdLst/>
            <a:ahLst/>
            <a:cxnLst/>
            <a:rect l="l" t="t" r="r" b="b"/>
            <a:pathLst>
              <a:path w="11369234" h="6309925">
                <a:moveTo>
                  <a:pt x="0" y="0"/>
                </a:moveTo>
                <a:lnTo>
                  <a:pt x="11369234" y="0"/>
                </a:lnTo>
                <a:lnTo>
                  <a:pt x="11369234" y="6309925"/>
                </a:lnTo>
                <a:lnTo>
                  <a:pt x="0" y="6309925"/>
                </a:lnTo>
                <a:lnTo>
                  <a:pt x="0" y="0"/>
                </a:lnTo>
                <a:close/>
              </a:path>
            </a:pathLst>
          </a:custGeom>
          <a:blipFill>
            <a:blip r:embed="rId5">
              <a:extLst>
                <a:ext uri="{96DAC541-7B7A-43D3-8B79-37D633B846F1}">
                  <asvg:svgBlip xmlns="" xmlns:asvg="http://schemas.microsoft.com/office/drawing/2016/SVG/main" r:embed="rId14"/>
                </a:ext>
              </a:extLst>
            </a:blip>
            <a:stretch>
              <a:fillRect/>
            </a:stretch>
          </a:blipFill>
        </p:spPr>
      </p:sp>
      <p:sp>
        <p:nvSpPr>
          <p:cNvPr id="21" name="TextBox 21"/>
          <p:cNvSpPr txBox="1"/>
          <p:nvPr/>
        </p:nvSpPr>
        <p:spPr>
          <a:xfrm>
            <a:off x="4424232" y="3030765"/>
            <a:ext cx="8839051" cy="2915606"/>
          </a:xfrm>
          <a:prstGeom prst="rect">
            <a:avLst/>
          </a:prstGeom>
        </p:spPr>
        <p:txBody>
          <a:bodyPr lIns="0" tIns="0" rIns="0" bIns="0" rtlCol="0" anchor="t">
            <a:spAutoFit/>
          </a:bodyPr>
          <a:lstStyle/>
          <a:p>
            <a:pPr algn="ctr">
              <a:lnSpc>
                <a:spcPts val="11721"/>
              </a:lnSpc>
              <a:spcBef>
                <a:spcPct val="0"/>
              </a:spcBef>
            </a:pPr>
            <a:r>
              <a:rPr lang="en-US" sz="8372" dirty="0" smtClean="0">
                <a:solidFill>
                  <a:srgbClr val="EED3FF"/>
                </a:solidFill>
                <a:latin typeface="Zen Dots"/>
                <a:ea typeface="Zen Dots"/>
                <a:cs typeface="Zen Dots"/>
                <a:sym typeface="Zen Dots"/>
              </a:rPr>
              <a:t>Any Questions?</a:t>
            </a:r>
            <a:endParaRPr lang="en-US" sz="8372" dirty="0">
              <a:solidFill>
                <a:srgbClr val="EED3FF"/>
              </a:solidFill>
              <a:latin typeface="Zen Dots"/>
              <a:ea typeface="Zen Dots"/>
              <a:cs typeface="Zen Dots"/>
              <a:sym typeface="Zen Dots"/>
            </a:endParaRPr>
          </a:p>
        </p:txBody>
      </p:sp>
      <p:sp>
        <p:nvSpPr>
          <p:cNvPr id="23" name="Freeform 23"/>
          <p:cNvSpPr/>
          <p:nvPr/>
        </p:nvSpPr>
        <p:spPr>
          <a:xfrm>
            <a:off x="-1634967" y="1146507"/>
            <a:ext cx="6685616" cy="4897602"/>
          </a:xfrm>
          <a:custGeom>
            <a:avLst/>
            <a:gdLst/>
            <a:ahLst/>
            <a:cxnLst/>
            <a:rect l="l" t="t" r="r" b="b"/>
            <a:pathLst>
              <a:path w="6685616" h="4897602">
                <a:moveTo>
                  <a:pt x="0" y="0"/>
                </a:moveTo>
                <a:lnTo>
                  <a:pt x="6685615" y="0"/>
                </a:lnTo>
                <a:lnTo>
                  <a:pt x="6685615" y="4897602"/>
                </a:lnTo>
                <a:lnTo>
                  <a:pt x="0" y="4897602"/>
                </a:lnTo>
                <a:lnTo>
                  <a:pt x="0" y="0"/>
                </a:lnTo>
                <a:close/>
              </a:path>
            </a:pathLst>
          </a:custGeom>
          <a:blipFill>
            <a:blip r:embed="rId15"/>
            <a:stretch>
              <a:fillRect/>
            </a:stretch>
          </a:blipFill>
        </p:spPr>
      </p:sp>
      <p:sp>
        <p:nvSpPr>
          <p:cNvPr id="24" name="Freeform 24"/>
          <p:cNvSpPr/>
          <p:nvPr/>
        </p:nvSpPr>
        <p:spPr>
          <a:xfrm flipH="1">
            <a:off x="13238262" y="1318465"/>
            <a:ext cx="6685616" cy="4897602"/>
          </a:xfrm>
          <a:custGeom>
            <a:avLst/>
            <a:gdLst/>
            <a:ahLst/>
            <a:cxnLst/>
            <a:rect l="l" t="t" r="r" b="b"/>
            <a:pathLst>
              <a:path w="6685616" h="4897602">
                <a:moveTo>
                  <a:pt x="6685615" y="0"/>
                </a:moveTo>
                <a:lnTo>
                  <a:pt x="0" y="0"/>
                </a:lnTo>
                <a:lnTo>
                  <a:pt x="0" y="4897602"/>
                </a:lnTo>
                <a:lnTo>
                  <a:pt x="6685615" y="4897602"/>
                </a:lnTo>
                <a:lnTo>
                  <a:pt x="6685615" y="0"/>
                </a:lnTo>
                <a:close/>
              </a:path>
            </a:pathLst>
          </a:custGeom>
          <a:blipFill>
            <a:blip r:embed="rId15"/>
            <a:stretch>
              <a:fillRect/>
            </a:stretch>
          </a:blipFill>
        </p:spPr>
      </p:sp>
      <p:sp>
        <p:nvSpPr>
          <p:cNvPr id="25" name="Freeform 25"/>
          <p:cNvSpPr/>
          <p:nvPr/>
        </p:nvSpPr>
        <p:spPr>
          <a:xfrm flipH="1">
            <a:off x="-597431" y="-1344496"/>
            <a:ext cx="3731397" cy="2968293"/>
          </a:xfrm>
          <a:custGeom>
            <a:avLst/>
            <a:gdLst/>
            <a:ahLst/>
            <a:cxnLst/>
            <a:rect l="l" t="t" r="r" b="b"/>
            <a:pathLst>
              <a:path w="3731397" h="2968293">
                <a:moveTo>
                  <a:pt x="3731397" y="0"/>
                </a:moveTo>
                <a:lnTo>
                  <a:pt x="0" y="0"/>
                </a:lnTo>
                <a:lnTo>
                  <a:pt x="0" y="2968293"/>
                </a:lnTo>
                <a:lnTo>
                  <a:pt x="3731397" y="2968293"/>
                </a:lnTo>
                <a:lnTo>
                  <a:pt x="3731397" y="0"/>
                </a:lnTo>
                <a:close/>
              </a:path>
            </a:pathLst>
          </a:custGeom>
          <a:blipFill>
            <a:blip r:embed="rId16">
              <a:extLst>
                <a:ext uri="{96DAC541-7B7A-43D3-8B79-37D633B846F1}">
                  <asvg:svgBlip xmlns="" xmlns:asvg="http://schemas.microsoft.com/office/drawing/2016/SVG/main" r:embed="rId19"/>
                </a:ext>
              </a:extLst>
            </a:blip>
            <a:stretch>
              <a:fillRect/>
            </a:stretch>
          </a:blipFill>
        </p:spPr>
      </p:sp>
      <p:sp>
        <p:nvSpPr>
          <p:cNvPr id="26" name="Freeform 26"/>
          <p:cNvSpPr/>
          <p:nvPr/>
        </p:nvSpPr>
        <p:spPr>
          <a:xfrm>
            <a:off x="15104842" y="-1344496"/>
            <a:ext cx="3731397" cy="2968293"/>
          </a:xfrm>
          <a:custGeom>
            <a:avLst/>
            <a:gdLst/>
            <a:ahLst/>
            <a:cxnLst/>
            <a:rect l="l" t="t" r="r" b="b"/>
            <a:pathLst>
              <a:path w="3731397" h="2968293">
                <a:moveTo>
                  <a:pt x="0" y="0"/>
                </a:moveTo>
                <a:lnTo>
                  <a:pt x="3731397" y="0"/>
                </a:lnTo>
                <a:lnTo>
                  <a:pt x="3731397" y="2968293"/>
                </a:lnTo>
                <a:lnTo>
                  <a:pt x="0" y="2968293"/>
                </a:lnTo>
                <a:lnTo>
                  <a:pt x="0" y="0"/>
                </a:lnTo>
                <a:close/>
              </a:path>
            </a:pathLst>
          </a:custGeom>
          <a:blipFill>
            <a:blip r:embed="rId16">
              <a:extLst>
                <a:ext uri="{96DAC541-7B7A-43D3-8B79-37D633B846F1}">
                  <asvg:svgBlip xmlns="" xmlns:asvg="http://schemas.microsoft.com/office/drawing/2016/SVG/main" r:embed="rId19"/>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2000">
        <p14:glitter pattern="hexago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C1D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1248</TotalTime>
  <Words>544</Words>
  <Application>Microsoft Office PowerPoint</Application>
  <PresentationFormat>Custom</PresentationFormat>
  <Paragraphs>177</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Open Sauce</vt:lpstr>
      <vt:lpstr>Calibri</vt:lpstr>
      <vt:lpstr>Open Sans</vt:lpstr>
      <vt:lpstr>Hobo</vt:lpstr>
      <vt:lpstr>Arial</vt:lpstr>
      <vt:lpstr>Zen Dots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DELL.CC</cp:lastModifiedBy>
  <cp:revision>47</cp:revision>
  <dcterms:created xsi:type="dcterms:W3CDTF">2006-08-16T00:00:00Z</dcterms:created>
  <dcterms:modified xsi:type="dcterms:W3CDTF">2025-09-06T07:32:30Z</dcterms:modified>
  <dc:identifier>DAGwy4-pL5A</dc:identifier>
</cp:coreProperties>
</file>