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744" r:id="rId4"/>
  </p:sldMasterIdLst>
  <p:notesMasterIdLst>
    <p:notesMasterId r:id="rId65"/>
  </p:notesMasterIdLst>
  <p:handoutMasterIdLst>
    <p:handoutMasterId r:id="rId66"/>
  </p:handoutMasterIdLst>
  <p:sldIdLst>
    <p:sldId id="256" r:id="rId5"/>
    <p:sldId id="258" r:id="rId6"/>
    <p:sldId id="275" r:id="rId7"/>
    <p:sldId id="277" r:id="rId8"/>
    <p:sldId id="305" r:id="rId9"/>
    <p:sldId id="278" r:id="rId10"/>
    <p:sldId id="279" r:id="rId11"/>
    <p:sldId id="284" r:id="rId12"/>
    <p:sldId id="286" r:id="rId13"/>
    <p:sldId id="280" r:id="rId14"/>
    <p:sldId id="285" r:id="rId15"/>
    <p:sldId id="287" r:id="rId16"/>
    <p:sldId id="281" r:id="rId17"/>
    <p:sldId id="288" r:id="rId18"/>
    <p:sldId id="289" r:id="rId19"/>
    <p:sldId id="290" r:id="rId20"/>
    <p:sldId id="291" r:id="rId21"/>
    <p:sldId id="282" r:id="rId22"/>
    <p:sldId id="292" r:id="rId23"/>
    <p:sldId id="307" r:id="rId24"/>
    <p:sldId id="308" r:id="rId25"/>
    <p:sldId id="314" r:id="rId26"/>
    <p:sldId id="318" r:id="rId27"/>
    <p:sldId id="283" r:id="rId28"/>
    <p:sldId id="293" r:id="rId29"/>
    <p:sldId id="294" r:id="rId30"/>
    <p:sldId id="298" r:id="rId31"/>
    <p:sldId id="299" r:id="rId32"/>
    <p:sldId id="300" r:id="rId33"/>
    <p:sldId id="296" r:id="rId34"/>
    <p:sldId id="311" r:id="rId35"/>
    <p:sldId id="315" r:id="rId36"/>
    <p:sldId id="316" r:id="rId37"/>
    <p:sldId id="317" r:id="rId38"/>
    <p:sldId id="310" r:id="rId39"/>
    <p:sldId id="303" r:id="rId40"/>
    <p:sldId id="313" r:id="rId41"/>
    <p:sldId id="312" r:id="rId42"/>
    <p:sldId id="319" r:id="rId43"/>
    <p:sldId id="320" r:id="rId44"/>
    <p:sldId id="301" r:id="rId45"/>
    <p:sldId id="302" r:id="rId46"/>
    <p:sldId id="321" r:id="rId47"/>
    <p:sldId id="322" r:id="rId48"/>
    <p:sldId id="323" r:id="rId49"/>
    <p:sldId id="324" r:id="rId50"/>
    <p:sldId id="325" r:id="rId51"/>
    <p:sldId id="326" r:id="rId52"/>
    <p:sldId id="327" r:id="rId53"/>
    <p:sldId id="328" r:id="rId54"/>
    <p:sldId id="329" r:id="rId55"/>
    <p:sldId id="330" r:id="rId56"/>
    <p:sldId id="331" r:id="rId57"/>
    <p:sldId id="332" r:id="rId58"/>
    <p:sldId id="297" r:id="rId59"/>
    <p:sldId id="304" r:id="rId60"/>
    <p:sldId id="306" r:id="rId61"/>
    <p:sldId id="274" r:id="rId62"/>
    <p:sldId id="333" r:id="rId63"/>
    <p:sldId id="334" r:id="rId6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96E"/>
    <a:srgbClr val="7385C7"/>
    <a:srgbClr val="788ACF"/>
    <a:srgbClr val="E571B5"/>
    <a:srgbClr val="E071B5"/>
    <a:srgbClr val="452B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0" autoAdjust="0"/>
    <p:restoredTop sz="50957" autoAdjust="0"/>
  </p:normalViewPr>
  <p:slideViewPr>
    <p:cSldViewPr snapToGrid="0" snapToObjects="1">
      <p:cViewPr varScale="1">
        <p:scale>
          <a:sx n="30" d="100"/>
          <a:sy n="30" d="100"/>
        </p:scale>
        <p:origin x="2067" y="33"/>
      </p:cViewPr>
      <p:guideLst>
        <p:guide orient="horz" pos="2160"/>
        <p:guide pos="3840"/>
      </p:guideLst>
    </p:cSldViewPr>
  </p:slideViewPr>
  <p:notesTextViewPr>
    <p:cViewPr>
      <p:scale>
        <a:sx n="3" d="2"/>
        <a:sy n="3" d="2"/>
      </p:scale>
      <p:origin x="0" y="0"/>
    </p:cViewPr>
  </p:notesTextViewPr>
  <p:notesViewPr>
    <p:cSldViewPr snapToGrid="0" snapToObjects="1">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BDA183-EA1A-48E3-988F-F74F61BDFA08}" type="doc">
      <dgm:prSet loTypeId="urn:microsoft.com/office/officeart/2008/layout/RadialCluster" loCatId="cycle" qsTypeId="urn:microsoft.com/office/officeart/2005/8/quickstyle/simple1" qsCatId="simple" csTypeId="urn:microsoft.com/office/officeart/2005/8/colors/accent1_2" csCatId="accent1" phldr="1"/>
      <dgm:spPr/>
      <dgm:t>
        <a:bodyPr/>
        <a:lstStyle/>
        <a:p>
          <a:endParaRPr lang="en-US"/>
        </a:p>
      </dgm:t>
    </dgm:pt>
    <dgm:pt modelId="{86B9E450-88D3-4218-ABF9-0BA9CD2C37A7}">
      <dgm:prSet phldrT="[Text]"/>
      <dgm:spPr/>
      <dgm:t>
        <a:bodyPr/>
        <a:lstStyle/>
        <a:p>
          <a:r>
            <a:rPr lang="en-US" dirty="0" smtClean="0"/>
            <a:t>LangChain</a:t>
          </a:r>
          <a:endParaRPr lang="en-US" dirty="0"/>
        </a:p>
      </dgm:t>
    </dgm:pt>
    <dgm:pt modelId="{8EC8BD22-C6AF-4F90-9524-3290B383A414}" type="parTrans" cxnId="{EBE28C33-FEAA-4445-B271-D85534C6CF17}">
      <dgm:prSet/>
      <dgm:spPr/>
      <dgm:t>
        <a:bodyPr/>
        <a:lstStyle/>
        <a:p>
          <a:endParaRPr lang="en-US"/>
        </a:p>
      </dgm:t>
    </dgm:pt>
    <dgm:pt modelId="{8A0D6A1B-363A-4456-84D6-AABA0AF2B5F7}" type="sibTrans" cxnId="{EBE28C33-FEAA-4445-B271-D85534C6CF17}">
      <dgm:prSet/>
      <dgm:spPr/>
      <dgm:t>
        <a:bodyPr/>
        <a:lstStyle/>
        <a:p>
          <a:endParaRPr lang="en-US"/>
        </a:p>
      </dgm:t>
    </dgm:pt>
    <dgm:pt modelId="{48C1705B-6AF2-44C3-AE67-8370732A8C60}">
      <dgm:prSet phldrT="[Text]"/>
      <dgm:spPr/>
      <dgm:t>
        <a:bodyPr/>
        <a:lstStyle/>
        <a:p>
          <a:r>
            <a:rPr lang="en-US" dirty="0" smtClean="0"/>
            <a:t>Tools</a:t>
          </a:r>
          <a:endParaRPr lang="en-US" dirty="0"/>
        </a:p>
      </dgm:t>
    </dgm:pt>
    <dgm:pt modelId="{64AD66CD-3F62-40C3-B3B1-43EF40852CE7}" type="parTrans" cxnId="{C1C50CC9-D85A-41FD-89B1-2F56173F1FC0}">
      <dgm:prSet/>
      <dgm:spPr/>
      <dgm:t>
        <a:bodyPr/>
        <a:lstStyle/>
        <a:p>
          <a:endParaRPr lang="en-US"/>
        </a:p>
      </dgm:t>
    </dgm:pt>
    <dgm:pt modelId="{5EF27B0F-E621-497B-8E04-6D6C317B8158}" type="sibTrans" cxnId="{C1C50CC9-D85A-41FD-89B1-2F56173F1FC0}">
      <dgm:prSet/>
      <dgm:spPr/>
      <dgm:t>
        <a:bodyPr/>
        <a:lstStyle/>
        <a:p>
          <a:endParaRPr lang="en-US"/>
        </a:p>
      </dgm:t>
    </dgm:pt>
    <dgm:pt modelId="{431E38AB-4E14-46E8-969C-136C85F3CF06}">
      <dgm:prSet phldrT="[Text]" custT="1"/>
      <dgm:spPr/>
      <dgm:t>
        <a:bodyPr/>
        <a:lstStyle/>
        <a:p>
          <a:r>
            <a:rPr lang="en-US" sz="1800" dirty="0" smtClean="0"/>
            <a:t>Agents</a:t>
          </a:r>
          <a:endParaRPr lang="en-US" sz="1800" dirty="0"/>
        </a:p>
      </dgm:t>
    </dgm:pt>
    <dgm:pt modelId="{25DF76CA-0D67-4F1C-8B2B-BE21437B900C}" type="parTrans" cxnId="{585EE5DE-CD15-442E-BB84-0CCC6D01D9AB}">
      <dgm:prSet/>
      <dgm:spPr/>
      <dgm:t>
        <a:bodyPr/>
        <a:lstStyle/>
        <a:p>
          <a:endParaRPr lang="en-US"/>
        </a:p>
      </dgm:t>
    </dgm:pt>
    <dgm:pt modelId="{E28B57ED-50A3-42D0-9399-D114CAAFF535}" type="sibTrans" cxnId="{585EE5DE-CD15-442E-BB84-0CCC6D01D9AB}">
      <dgm:prSet/>
      <dgm:spPr/>
      <dgm:t>
        <a:bodyPr/>
        <a:lstStyle/>
        <a:p>
          <a:endParaRPr lang="en-US"/>
        </a:p>
      </dgm:t>
    </dgm:pt>
    <dgm:pt modelId="{D1F3DA70-8BF6-4AA8-ACDE-CF494FDA277F}">
      <dgm:prSet phldrT="[Text]" custT="1"/>
      <dgm:spPr/>
      <dgm:t>
        <a:bodyPr/>
        <a:lstStyle/>
        <a:p>
          <a:r>
            <a:rPr lang="en-US" sz="1800" dirty="0" smtClean="0"/>
            <a:t>LLMs</a:t>
          </a:r>
          <a:endParaRPr lang="en-US" sz="1800" dirty="0"/>
        </a:p>
      </dgm:t>
    </dgm:pt>
    <dgm:pt modelId="{64827C93-1DF9-4B6D-A1D1-A5BA5040DF40}" type="parTrans" cxnId="{1B975B39-DC28-4827-8BF2-EBDDED51D4AB}">
      <dgm:prSet/>
      <dgm:spPr/>
      <dgm:t>
        <a:bodyPr/>
        <a:lstStyle/>
        <a:p>
          <a:endParaRPr lang="en-US"/>
        </a:p>
      </dgm:t>
    </dgm:pt>
    <dgm:pt modelId="{664E3187-FED4-44B1-B534-1DF9DD11C28D}" type="sibTrans" cxnId="{1B975B39-DC28-4827-8BF2-EBDDED51D4AB}">
      <dgm:prSet/>
      <dgm:spPr/>
      <dgm:t>
        <a:bodyPr/>
        <a:lstStyle/>
        <a:p>
          <a:endParaRPr lang="en-US"/>
        </a:p>
      </dgm:t>
    </dgm:pt>
    <dgm:pt modelId="{70E75E3D-8FEF-465D-A9A4-3126B10989FA}">
      <dgm:prSet phldrT="[Text]" custT="1"/>
      <dgm:spPr/>
      <dgm:t>
        <a:bodyPr/>
        <a:lstStyle/>
        <a:p>
          <a:r>
            <a:rPr lang="en-US" sz="1600" dirty="0" smtClean="0"/>
            <a:t>Zep</a:t>
          </a:r>
        </a:p>
        <a:p>
          <a:r>
            <a:rPr lang="en-US" sz="1600" dirty="0" smtClean="0"/>
            <a:t>Memory</a:t>
          </a:r>
          <a:endParaRPr lang="en-US" sz="1600" dirty="0"/>
        </a:p>
      </dgm:t>
    </dgm:pt>
    <dgm:pt modelId="{5DD044FC-EF30-4DDC-97C4-A0D76CDB551E}" type="parTrans" cxnId="{8928755E-ACA6-483E-971E-540DBDC87B10}">
      <dgm:prSet/>
      <dgm:spPr/>
      <dgm:t>
        <a:bodyPr/>
        <a:lstStyle/>
        <a:p>
          <a:endParaRPr lang="en-US"/>
        </a:p>
      </dgm:t>
    </dgm:pt>
    <dgm:pt modelId="{A0B375B5-BD42-4DA4-99D0-3C8FE0DF7BC7}" type="sibTrans" cxnId="{8928755E-ACA6-483E-971E-540DBDC87B10}">
      <dgm:prSet/>
      <dgm:spPr/>
      <dgm:t>
        <a:bodyPr/>
        <a:lstStyle/>
        <a:p>
          <a:endParaRPr lang="en-US"/>
        </a:p>
      </dgm:t>
    </dgm:pt>
    <dgm:pt modelId="{3481FCD8-0127-4ABE-9E79-B7E04D1CA5DC}">
      <dgm:prSet phldrT="[Text]" custT="1"/>
      <dgm:spPr/>
      <dgm:t>
        <a:bodyPr/>
        <a:lstStyle/>
        <a:p>
          <a:r>
            <a:rPr lang="en-US" sz="1600" dirty="0" smtClean="0"/>
            <a:t>AIPulgin</a:t>
          </a:r>
        </a:p>
        <a:p>
          <a:r>
            <a:rPr lang="en-US" sz="1600" dirty="0" smtClean="0"/>
            <a:t>Tool</a:t>
          </a:r>
          <a:endParaRPr lang="en-US" sz="1600" dirty="0"/>
        </a:p>
      </dgm:t>
    </dgm:pt>
    <dgm:pt modelId="{6CDCAEF4-7585-48EC-A7B6-C35DD31BFDDA}" type="parTrans" cxnId="{A96771F8-39C3-4CAE-B2D7-4B43C8C73B00}">
      <dgm:prSet/>
      <dgm:spPr/>
      <dgm:t>
        <a:bodyPr/>
        <a:lstStyle/>
        <a:p>
          <a:endParaRPr lang="en-US"/>
        </a:p>
      </dgm:t>
    </dgm:pt>
    <dgm:pt modelId="{21181462-6BE4-4F8A-B4D1-437A88C254F4}" type="sibTrans" cxnId="{A96771F8-39C3-4CAE-B2D7-4B43C8C73B00}">
      <dgm:prSet/>
      <dgm:spPr/>
      <dgm:t>
        <a:bodyPr/>
        <a:lstStyle/>
        <a:p>
          <a:endParaRPr lang="en-US"/>
        </a:p>
      </dgm:t>
    </dgm:pt>
    <dgm:pt modelId="{8BEC7D2A-268B-4D07-87D2-56B04142E2A8}">
      <dgm:prSet phldrT="[Text]" custT="1"/>
      <dgm:spPr/>
      <dgm:t>
        <a:bodyPr/>
        <a:lstStyle/>
        <a:p>
          <a:r>
            <a:rPr lang="en-US" sz="1600" dirty="0" err="1" smtClean="0"/>
            <a:t>DuckDuck</a:t>
          </a:r>
          <a:endParaRPr lang="en-US" sz="1600" dirty="0" smtClean="0"/>
        </a:p>
        <a:p>
          <a:r>
            <a:rPr lang="en-US" sz="1600" dirty="0" err="1" smtClean="0"/>
            <a:t>GoSearchRun</a:t>
          </a:r>
          <a:endParaRPr lang="en-US" sz="1600" dirty="0"/>
        </a:p>
      </dgm:t>
    </dgm:pt>
    <dgm:pt modelId="{0B99C1DB-A2FC-40CB-9922-52FF1F3B3129}" type="parTrans" cxnId="{B12D7A76-48AA-403D-8390-8A69CC5573D9}">
      <dgm:prSet/>
      <dgm:spPr/>
      <dgm:t>
        <a:bodyPr/>
        <a:lstStyle/>
        <a:p>
          <a:endParaRPr lang="en-US"/>
        </a:p>
      </dgm:t>
    </dgm:pt>
    <dgm:pt modelId="{B142584E-3094-471F-AB3A-639D096482F0}" type="sibTrans" cxnId="{B12D7A76-48AA-403D-8390-8A69CC5573D9}">
      <dgm:prSet/>
      <dgm:spPr/>
      <dgm:t>
        <a:bodyPr/>
        <a:lstStyle/>
        <a:p>
          <a:endParaRPr lang="en-US"/>
        </a:p>
      </dgm:t>
    </dgm:pt>
    <dgm:pt modelId="{B3BA966F-7A33-4567-AB8C-21297A87F70D}">
      <dgm:prSet phldrT="[Text]"/>
      <dgm:spPr/>
      <dgm:t>
        <a:bodyPr/>
        <a:lstStyle/>
        <a:p>
          <a:r>
            <a:rPr lang="en-US" dirty="0" smtClean="0"/>
            <a:t>Memory</a:t>
          </a:r>
          <a:endParaRPr lang="en-US" dirty="0"/>
        </a:p>
      </dgm:t>
    </dgm:pt>
    <dgm:pt modelId="{0049D9EF-FAB3-45EB-8C33-BFBED142E1AD}" type="parTrans" cxnId="{9510EAD0-0592-47E8-A2B8-6F71487178BB}">
      <dgm:prSet/>
      <dgm:spPr/>
      <dgm:t>
        <a:bodyPr/>
        <a:lstStyle/>
        <a:p>
          <a:endParaRPr lang="en-US"/>
        </a:p>
      </dgm:t>
    </dgm:pt>
    <dgm:pt modelId="{486A12AA-8C8B-454B-9775-78CF43210A19}" type="sibTrans" cxnId="{9510EAD0-0592-47E8-A2B8-6F71487178BB}">
      <dgm:prSet/>
      <dgm:spPr/>
      <dgm:t>
        <a:bodyPr/>
        <a:lstStyle/>
        <a:p>
          <a:endParaRPr lang="en-US"/>
        </a:p>
      </dgm:t>
    </dgm:pt>
    <dgm:pt modelId="{C7DCAE32-C04E-494B-AEAB-F894DC59C81C}">
      <dgm:prSet phldrT="[Text]" custT="1"/>
      <dgm:spPr/>
      <dgm:t>
        <a:bodyPr/>
        <a:lstStyle/>
        <a:p>
          <a:r>
            <a:rPr lang="en-US" sz="1600" dirty="0" smtClean="0"/>
            <a:t>Vector</a:t>
          </a:r>
        </a:p>
        <a:p>
          <a:r>
            <a:rPr lang="en-US" sz="1600" dirty="0" smtClean="0"/>
            <a:t>Store</a:t>
          </a:r>
        </a:p>
        <a:p>
          <a:r>
            <a:rPr lang="en-US" sz="1600" dirty="0" smtClean="0"/>
            <a:t>Retrieve</a:t>
          </a:r>
        </a:p>
        <a:p>
          <a:r>
            <a:rPr lang="en-US" sz="1600" dirty="0" smtClean="0"/>
            <a:t>Memory</a:t>
          </a:r>
          <a:endParaRPr lang="en-US" sz="1600" dirty="0"/>
        </a:p>
      </dgm:t>
    </dgm:pt>
    <dgm:pt modelId="{D6A27FEE-B84B-4D35-BCF9-F853C6560AB3}" type="parTrans" cxnId="{CCE1961A-54F6-4E28-A895-577C7F535C20}">
      <dgm:prSet/>
      <dgm:spPr/>
      <dgm:t>
        <a:bodyPr/>
        <a:lstStyle/>
        <a:p>
          <a:endParaRPr lang="en-US"/>
        </a:p>
      </dgm:t>
    </dgm:pt>
    <dgm:pt modelId="{DCFDE651-C4CE-43F8-B4FB-BC9CEE6CCB84}" type="sibTrans" cxnId="{CCE1961A-54F6-4E28-A895-577C7F535C20}">
      <dgm:prSet/>
      <dgm:spPr/>
      <dgm:t>
        <a:bodyPr/>
        <a:lstStyle/>
        <a:p>
          <a:endParaRPr lang="en-US"/>
        </a:p>
      </dgm:t>
    </dgm:pt>
    <dgm:pt modelId="{1D64CA66-F4FF-458C-A329-FB36CA667828}">
      <dgm:prSet phldrT="[Text]" custT="1"/>
      <dgm:spPr/>
      <dgm:t>
        <a:bodyPr/>
        <a:lstStyle/>
        <a:p>
          <a:r>
            <a:rPr lang="en-US" sz="1600" dirty="0" smtClean="0"/>
            <a:t>Conservation</a:t>
          </a:r>
        </a:p>
        <a:p>
          <a:r>
            <a:rPr lang="en-US" sz="1600" dirty="0" smtClean="0"/>
            <a:t>Buffer</a:t>
          </a:r>
        </a:p>
        <a:p>
          <a:r>
            <a:rPr lang="en-US" sz="1600" dirty="0" smtClean="0"/>
            <a:t>memory</a:t>
          </a:r>
          <a:endParaRPr lang="en-US" sz="1600" dirty="0"/>
        </a:p>
      </dgm:t>
    </dgm:pt>
    <dgm:pt modelId="{CBC1F7C2-8FE5-4CED-BF53-FDB06FD38E16}" type="parTrans" cxnId="{E52352EC-3088-4B05-B20B-9C2851409D52}">
      <dgm:prSet/>
      <dgm:spPr/>
      <dgm:t>
        <a:bodyPr/>
        <a:lstStyle/>
        <a:p>
          <a:endParaRPr lang="en-US"/>
        </a:p>
      </dgm:t>
    </dgm:pt>
    <dgm:pt modelId="{3EB83CC0-52F5-4BBE-8B95-5249D7445B3D}" type="sibTrans" cxnId="{E52352EC-3088-4B05-B20B-9C2851409D52}">
      <dgm:prSet/>
      <dgm:spPr/>
      <dgm:t>
        <a:bodyPr/>
        <a:lstStyle/>
        <a:p>
          <a:endParaRPr lang="en-US"/>
        </a:p>
      </dgm:t>
    </dgm:pt>
    <dgm:pt modelId="{F23587B7-123B-40B9-AD79-C85ED78643ED}">
      <dgm:prSet phldrT="[Text]" custT="1"/>
      <dgm:spPr/>
      <dgm:t>
        <a:bodyPr/>
        <a:lstStyle/>
        <a:p>
          <a:r>
            <a:rPr lang="en-US" sz="1600" dirty="0" smtClean="0"/>
            <a:t>Conservation</a:t>
          </a:r>
        </a:p>
        <a:p>
          <a:r>
            <a:rPr lang="en-US" sz="1600" dirty="0" smtClean="0"/>
            <a:t>Summery</a:t>
          </a:r>
        </a:p>
        <a:p>
          <a:r>
            <a:rPr lang="en-US" sz="1600" dirty="0" smtClean="0"/>
            <a:t>Memory</a:t>
          </a:r>
          <a:endParaRPr lang="en-US" sz="1600" dirty="0"/>
        </a:p>
      </dgm:t>
    </dgm:pt>
    <dgm:pt modelId="{D648FC9D-58B7-4F8C-9A34-5953A23C16E2}" type="parTrans" cxnId="{7761F92C-51BB-4DA5-93E3-632E34106FFA}">
      <dgm:prSet/>
      <dgm:spPr/>
      <dgm:t>
        <a:bodyPr/>
        <a:lstStyle/>
        <a:p>
          <a:endParaRPr lang="en-US"/>
        </a:p>
      </dgm:t>
    </dgm:pt>
    <dgm:pt modelId="{BAF4CD7C-4673-4FCE-873E-6B86EA9FF068}" type="sibTrans" cxnId="{7761F92C-51BB-4DA5-93E3-632E34106FFA}">
      <dgm:prSet/>
      <dgm:spPr/>
      <dgm:t>
        <a:bodyPr/>
        <a:lstStyle/>
        <a:p>
          <a:endParaRPr lang="en-US"/>
        </a:p>
      </dgm:t>
    </dgm:pt>
    <dgm:pt modelId="{8F25AF35-CE98-490B-B67E-853AD08A966E}">
      <dgm:prSet phldrT="[Text]" custT="1"/>
      <dgm:spPr/>
      <dgm:t>
        <a:bodyPr/>
        <a:lstStyle/>
        <a:p>
          <a:r>
            <a:rPr lang="en-US" sz="1600" dirty="0" smtClean="0"/>
            <a:t>Conservation</a:t>
          </a:r>
        </a:p>
        <a:p>
          <a:r>
            <a:rPr lang="en-US" sz="1600" dirty="0" smtClean="0"/>
            <a:t>Buffer</a:t>
          </a:r>
        </a:p>
        <a:p>
          <a:r>
            <a:rPr lang="en-US" sz="1600" dirty="0" smtClean="0"/>
            <a:t>Window</a:t>
          </a:r>
        </a:p>
        <a:p>
          <a:r>
            <a:rPr lang="en-US" sz="1600" dirty="0" smtClean="0"/>
            <a:t>Memory</a:t>
          </a:r>
          <a:endParaRPr lang="en-US" sz="1600" dirty="0"/>
        </a:p>
      </dgm:t>
    </dgm:pt>
    <dgm:pt modelId="{04D88F1D-6766-4779-94E7-42319F2866FF}" type="parTrans" cxnId="{7CBB3DD8-5666-4CDA-9828-7ED96435478A}">
      <dgm:prSet/>
      <dgm:spPr/>
      <dgm:t>
        <a:bodyPr/>
        <a:lstStyle/>
        <a:p>
          <a:endParaRPr lang="en-US"/>
        </a:p>
      </dgm:t>
    </dgm:pt>
    <dgm:pt modelId="{4075E68B-11C4-451C-8E34-2FDD332E69E5}" type="sibTrans" cxnId="{7CBB3DD8-5666-4CDA-9828-7ED96435478A}">
      <dgm:prSet/>
      <dgm:spPr/>
      <dgm:t>
        <a:bodyPr/>
        <a:lstStyle/>
        <a:p>
          <a:endParaRPr lang="en-US"/>
        </a:p>
      </dgm:t>
    </dgm:pt>
    <dgm:pt modelId="{4D28E44B-38BB-47C5-9DAC-35B2A3DB0912}">
      <dgm:prSet phldrT="[Text]" custT="1"/>
      <dgm:spPr/>
      <dgm:t>
        <a:bodyPr/>
        <a:lstStyle/>
        <a:p>
          <a:r>
            <a:rPr lang="en-US" sz="1600" dirty="0" smtClean="0"/>
            <a:t>Load</a:t>
          </a:r>
        </a:p>
        <a:p>
          <a:r>
            <a:rPr lang="en-US" sz="1600" dirty="0" smtClean="0"/>
            <a:t>tools</a:t>
          </a:r>
          <a:endParaRPr lang="en-US" sz="1600" dirty="0"/>
        </a:p>
      </dgm:t>
    </dgm:pt>
    <dgm:pt modelId="{2AD583B3-6A47-4BC8-BB55-B006FF97F98A}" type="parTrans" cxnId="{312F11A0-91FF-468E-BF5C-4DE9BF161709}">
      <dgm:prSet/>
      <dgm:spPr/>
      <dgm:t>
        <a:bodyPr/>
        <a:lstStyle/>
        <a:p>
          <a:endParaRPr lang="en-US"/>
        </a:p>
      </dgm:t>
    </dgm:pt>
    <dgm:pt modelId="{5A9789AD-9919-4B84-A9E7-AF65CC581BC4}" type="sibTrans" cxnId="{312F11A0-91FF-468E-BF5C-4DE9BF161709}">
      <dgm:prSet/>
      <dgm:spPr/>
      <dgm:t>
        <a:bodyPr/>
        <a:lstStyle/>
        <a:p>
          <a:endParaRPr lang="en-US"/>
        </a:p>
      </dgm:t>
    </dgm:pt>
    <dgm:pt modelId="{88A0E4F0-9A12-4ACB-965D-0E23F9CB5112}">
      <dgm:prSet phldrT="[Text]" custT="1"/>
      <dgm:spPr/>
      <dgm:t>
        <a:bodyPr/>
        <a:lstStyle/>
        <a:p>
          <a:r>
            <a:rPr lang="en-US" sz="1600" dirty="0" smtClean="0"/>
            <a:t>Initialize</a:t>
          </a:r>
        </a:p>
        <a:p>
          <a:r>
            <a:rPr lang="en-US" sz="1600" dirty="0" smtClean="0"/>
            <a:t>Agent</a:t>
          </a:r>
          <a:endParaRPr lang="en-US" sz="1600" dirty="0"/>
        </a:p>
      </dgm:t>
    </dgm:pt>
    <dgm:pt modelId="{59F8AED6-BC5C-4B59-8B5B-54489CC172B6}" type="parTrans" cxnId="{96D833E3-9F9E-4E9C-9032-29A6E4D53395}">
      <dgm:prSet/>
      <dgm:spPr/>
      <dgm:t>
        <a:bodyPr/>
        <a:lstStyle/>
        <a:p>
          <a:endParaRPr lang="en-US"/>
        </a:p>
      </dgm:t>
    </dgm:pt>
    <dgm:pt modelId="{5D2B10B5-EF60-4095-99F9-4FA7A9A20143}" type="sibTrans" cxnId="{96D833E3-9F9E-4E9C-9032-29A6E4D53395}">
      <dgm:prSet/>
      <dgm:spPr/>
      <dgm:t>
        <a:bodyPr/>
        <a:lstStyle/>
        <a:p>
          <a:endParaRPr lang="en-US"/>
        </a:p>
      </dgm:t>
    </dgm:pt>
    <dgm:pt modelId="{71F4F07D-8527-4C1B-BBBA-5DAE34D98508}">
      <dgm:prSet phldrT="[Text]" custT="1"/>
      <dgm:spPr/>
      <dgm:t>
        <a:bodyPr/>
        <a:lstStyle/>
        <a:p>
          <a:r>
            <a:rPr lang="en-US" sz="1600" dirty="0" smtClean="0"/>
            <a:t>Prompt</a:t>
          </a:r>
          <a:endParaRPr lang="en-US" sz="1600" dirty="0"/>
        </a:p>
      </dgm:t>
    </dgm:pt>
    <dgm:pt modelId="{A3E871F3-DF94-4A9E-A8DB-D35867AD5AC8}" type="parTrans" cxnId="{2E9D66FF-FB14-4F0E-8756-C699B780C956}">
      <dgm:prSet/>
      <dgm:spPr/>
      <dgm:t>
        <a:bodyPr/>
        <a:lstStyle/>
        <a:p>
          <a:endParaRPr lang="en-US"/>
        </a:p>
      </dgm:t>
    </dgm:pt>
    <dgm:pt modelId="{DC6B64C6-628B-42C9-B60F-76A9479BA0E4}" type="sibTrans" cxnId="{2E9D66FF-FB14-4F0E-8756-C699B780C956}">
      <dgm:prSet/>
      <dgm:spPr/>
      <dgm:t>
        <a:bodyPr/>
        <a:lstStyle/>
        <a:p>
          <a:endParaRPr lang="en-US"/>
        </a:p>
      </dgm:t>
    </dgm:pt>
    <dgm:pt modelId="{5BD35809-9E6A-49E4-9FC6-5B0810707809}">
      <dgm:prSet phldrT="[Text]" custT="1"/>
      <dgm:spPr/>
      <dgm:t>
        <a:bodyPr/>
        <a:lstStyle/>
        <a:p>
          <a:r>
            <a:rPr lang="en-US" sz="1600" dirty="0" smtClean="0"/>
            <a:t>Open</a:t>
          </a:r>
        </a:p>
        <a:p>
          <a:r>
            <a:rPr lang="en-US" sz="1600" dirty="0" smtClean="0"/>
            <a:t>AI</a:t>
          </a:r>
          <a:endParaRPr lang="en-US" sz="1600" dirty="0"/>
        </a:p>
      </dgm:t>
    </dgm:pt>
    <dgm:pt modelId="{07596375-F813-4C4A-8726-E6F21E1933BE}" type="parTrans" cxnId="{D8306867-FDC7-45DE-A718-D6CBEF0CEE40}">
      <dgm:prSet/>
      <dgm:spPr/>
      <dgm:t>
        <a:bodyPr/>
        <a:lstStyle/>
        <a:p>
          <a:endParaRPr lang="en-US"/>
        </a:p>
      </dgm:t>
    </dgm:pt>
    <dgm:pt modelId="{31C62C76-4117-43D9-B348-ACD53D3152D5}" type="sibTrans" cxnId="{D8306867-FDC7-45DE-A718-D6CBEF0CEE40}">
      <dgm:prSet/>
      <dgm:spPr/>
      <dgm:t>
        <a:bodyPr/>
        <a:lstStyle/>
        <a:p>
          <a:endParaRPr lang="en-US"/>
        </a:p>
      </dgm:t>
    </dgm:pt>
    <dgm:pt modelId="{4EB0FDB4-680C-45A9-AEEA-82C259508C58}">
      <dgm:prSet phldrT="[Text]"/>
      <dgm:spPr/>
      <dgm:t>
        <a:bodyPr/>
        <a:lstStyle/>
        <a:p>
          <a:r>
            <a:rPr lang="en-US" dirty="0" smtClean="0"/>
            <a:t>Core</a:t>
          </a:r>
          <a:endParaRPr lang="en-US" dirty="0"/>
        </a:p>
      </dgm:t>
    </dgm:pt>
    <dgm:pt modelId="{2096782B-40C1-483F-89AC-FCDAA06E318B}" type="parTrans" cxnId="{FAFDF06C-115B-4123-BBD8-B5EBC60D9156}">
      <dgm:prSet/>
      <dgm:spPr/>
      <dgm:t>
        <a:bodyPr/>
        <a:lstStyle/>
        <a:p>
          <a:endParaRPr lang="en-US"/>
        </a:p>
      </dgm:t>
    </dgm:pt>
    <dgm:pt modelId="{0BD5A3BE-891A-4208-90C2-DBA451F725CC}" type="sibTrans" cxnId="{FAFDF06C-115B-4123-BBD8-B5EBC60D9156}">
      <dgm:prSet/>
      <dgm:spPr/>
      <dgm:t>
        <a:bodyPr/>
        <a:lstStyle/>
        <a:p>
          <a:endParaRPr lang="en-US"/>
        </a:p>
      </dgm:t>
    </dgm:pt>
    <dgm:pt modelId="{578C0F5F-39C4-4D3B-A6AE-2ACBB61A0EFD}">
      <dgm:prSet phldrT="[Text]" custT="1"/>
      <dgm:spPr/>
      <dgm:t>
        <a:bodyPr/>
        <a:lstStyle/>
        <a:p>
          <a:r>
            <a:rPr lang="en-US" sz="1600" dirty="0" smtClean="0"/>
            <a:t>Message</a:t>
          </a:r>
          <a:endParaRPr lang="en-US" sz="1600" dirty="0"/>
        </a:p>
      </dgm:t>
    </dgm:pt>
    <dgm:pt modelId="{A93B4DA4-4C3F-475F-B2F6-175379C4AD72}" type="parTrans" cxnId="{5A55511C-5792-4719-97FE-7E0C06DA7FF0}">
      <dgm:prSet/>
      <dgm:spPr/>
      <dgm:t>
        <a:bodyPr/>
        <a:lstStyle/>
        <a:p>
          <a:endParaRPr lang="en-US"/>
        </a:p>
      </dgm:t>
    </dgm:pt>
    <dgm:pt modelId="{74029DC5-1967-4B1B-ABCC-E805F330F2C3}" type="sibTrans" cxnId="{5A55511C-5792-4719-97FE-7E0C06DA7FF0}">
      <dgm:prSet/>
      <dgm:spPr/>
      <dgm:t>
        <a:bodyPr/>
        <a:lstStyle/>
        <a:p>
          <a:endParaRPr lang="en-US"/>
        </a:p>
      </dgm:t>
    </dgm:pt>
    <dgm:pt modelId="{E49F19A3-2A2F-46A3-94D5-5E6900D4547B}">
      <dgm:prSet phldrT="[Text]" custT="1"/>
      <dgm:spPr/>
      <dgm:t>
        <a:bodyPr/>
        <a:lstStyle/>
        <a:p>
          <a:r>
            <a:rPr lang="en-US" sz="1600" dirty="0" smtClean="0"/>
            <a:t>Runnable</a:t>
          </a:r>
          <a:endParaRPr lang="en-US" sz="1600" dirty="0"/>
        </a:p>
      </dgm:t>
    </dgm:pt>
    <dgm:pt modelId="{A8050A4A-3213-4885-8540-A5A05BF0F1CE}" type="parTrans" cxnId="{4E0D26D1-9960-40EA-9678-6678CACEEDCE}">
      <dgm:prSet/>
      <dgm:spPr/>
      <dgm:t>
        <a:bodyPr/>
        <a:lstStyle/>
        <a:p>
          <a:endParaRPr lang="en-US"/>
        </a:p>
      </dgm:t>
    </dgm:pt>
    <dgm:pt modelId="{0E7A82AF-4B00-4860-A9AD-AE1D1A34A04F}" type="sibTrans" cxnId="{4E0D26D1-9960-40EA-9678-6678CACEEDCE}">
      <dgm:prSet/>
      <dgm:spPr/>
      <dgm:t>
        <a:bodyPr/>
        <a:lstStyle/>
        <a:p>
          <a:endParaRPr lang="en-US"/>
        </a:p>
      </dgm:t>
    </dgm:pt>
    <dgm:pt modelId="{ACC54A2E-7AA8-414A-B670-A580491A0913}">
      <dgm:prSet phldrT="[Text]" custT="1"/>
      <dgm:spPr/>
      <dgm:t>
        <a:bodyPr/>
        <a:lstStyle/>
        <a:p>
          <a:r>
            <a:rPr lang="en-US" sz="1600" dirty="0" smtClean="0"/>
            <a:t>GPT4All</a:t>
          </a:r>
          <a:endParaRPr lang="en-US" sz="1600" dirty="0"/>
        </a:p>
      </dgm:t>
    </dgm:pt>
    <dgm:pt modelId="{EEB82972-E422-42AC-98C6-30CD7C17AC5E}" type="parTrans" cxnId="{F7517D7D-B1D1-420F-BB23-FE94121EEF90}">
      <dgm:prSet/>
      <dgm:spPr/>
      <dgm:t>
        <a:bodyPr/>
        <a:lstStyle/>
        <a:p>
          <a:endParaRPr lang="en-US"/>
        </a:p>
      </dgm:t>
    </dgm:pt>
    <dgm:pt modelId="{6B74DD80-B980-4667-B205-AE488F08715F}" type="sibTrans" cxnId="{F7517D7D-B1D1-420F-BB23-FE94121EEF90}">
      <dgm:prSet/>
      <dgm:spPr/>
      <dgm:t>
        <a:bodyPr/>
        <a:lstStyle/>
        <a:p>
          <a:endParaRPr lang="en-US"/>
        </a:p>
      </dgm:t>
    </dgm:pt>
    <dgm:pt modelId="{0A3C5422-4AAD-4234-B70C-8DE41F31ADA3}">
      <dgm:prSet phldrT="[Text]" custT="1"/>
      <dgm:spPr/>
      <dgm:t>
        <a:bodyPr/>
        <a:lstStyle/>
        <a:p>
          <a:r>
            <a:rPr lang="en-US" sz="1600" dirty="0" smtClean="0"/>
            <a:t>Llama</a:t>
          </a:r>
        </a:p>
        <a:p>
          <a:r>
            <a:rPr lang="en-US" sz="1600" dirty="0" smtClean="0"/>
            <a:t>cpp</a:t>
          </a:r>
          <a:endParaRPr lang="en-US" sz="1600" dirty="0"/>
        </a:p>
      </dgm:t>
    </dgm:pt>
    <dgm:pt modelId="{BF731363-DB3D-4AA5-80D3-6606D96B9051}" type="parTrans" cxnId="{1147E6AF-91CF-42A8-967A-1476BF6B1647}">
      <dgm:prSet/>
      <dgm:spPr/>
      <dgm:t>
        <a:bodyPr/>
        <a:lstStyle/>
        <a:p>
          <a:endParaRPr lang="en-US"/>
        </a:p>
      </dgm:t>
    </dgm:pt>
    <dgm:pt modelId="{2F5995A2-A932-4C26-B80C-F4D703264A87}" type="sibTrans" cxnId="{1147E6AF-91CF-42A8-967A-1476BF6B1647}">
      <dgm:prSet/>
      <dgm:spPr/>
      <dgm:t>
        <a:bodyPr/>
        <a:lstStyle/>
        <a:p>
          <a:endParaRPr lang="en-US"/>
        </a:p>
      </dgm:t>
    </dgm:pt>
    <dgm:pt modelId="{52B88600-9039-48E0-915B-45DC3E6CF996}">
      <dgm:prSet custT="1"/>
      <dgm:spPr/>
      <dgm:t>
        <a:bodyPr/>
        <a:lstStyle/>
        <a:p>
          <a:r>
            <a:rPr lang="en-US" sz="1600" dirty="0" smtClean="0"/>
            <a:t>Agent</a:t>
          </a:r>
        </a:p>
        <a:p>
          <a:r>
            <a:rPr lang="en-US" sz="1600" dirty="0" smtClean="0"/>
            <a:t>Type</a:t>
          </a:r>
          <a:endParaRPr lang="en-US" sz="1600" dirty="0"/>
        </a:p>
      </dgm:t>
    </dgm:pt>
    <dgm:pt modelId="{C0A692CA-A4E4-411D-88FF-1D71A0EF288F}" type="parTrans" cxnId="{2964A9A3-F892-445A-84FE-5BBB98C6161B}">
      <dgm:prSet/>
      <dgm:spPr/>
      <dgm:t>
        <a:bodyPr/>
        <a:lstStyle/>
        <a:p>
          <a:endParaRPr lang="en-US"/>
        </a:p>
      </dgm:t>
    </dgm:pt>
    <dgm:pt modelId="{AC19D953-84FD-4C98-ACF7-99F15B21FC82}" type="sibTrans" cxnId="{2964A9A3-F892-445A-84FE-5BBB98C6161B}">
      <dgm:prSet/>
      <dgm:spPr/>
      <dgm:t>
        <a:bodyPr/>
        <a:lstStyle/>
        <a:p>
          <a:endParaRPr lang="en-US"/>
        </a:p>
      </dgm:t>
    </dgm:pt>
    <dgm:pt modelId="{9ADCDF43-287D-4CDA-87BE-AFD54DE8DA43}">
      <dgm:prSet phldrT="[Text]" custT="1"/>
      <dgm:spPr/>
      <dgm:t>
        <a:bodyPr/>
        <a:lstStyle/>
        <a:p>
          <a:r>
            <a:rPr lang="en-US" sz="1600" dirty="0" err="1" smtClean="0"/>
            <a:t>GoogleSearchRun</a:t>
          </a:r>
          <a:endParaRPr lang="en-US" sz="1600" dirty="0"/>
        </a:p>
      </dgm:t>
    </dgm:pt>
    <dgm:pt modelId="{F8166538-1B82-45CC-B2E4-991CE74B8477}" type="parTrans" cxnId="{F93BFC4E-9CC7-4022-90EF-403577F411E1}">
      <dgm:prSet/>
      <dgm:spPr/>
      <dgm:t>
        <a:bodyPr/>
        <a:lstStyle/>
        <a:p>
          <a:endParaRPr lang="en-US"/>
        </a:p>
      </dgm:t>
    </dgm:pt>
    <dgm:pt modelId="{177FD947-AF89-4EF7-84CA-DD13F50B73C7}" type="sibTrans" cxnId="{F93BFC4E-9CC7-4022-90EF-403577F411E1}">
      <dgm:prSet/>
      <dgm:spPr/>
      <dgm:t>
        <a:bodyPr/>
        <a:lstStyle/>
        <a:p>
          <a:endParaRPr lang="en-US"/>
        </a:p>
      </dgm:t>
    </dgm:pt>
    <dgm:pt modelId="{8E3E59A8-4652-47FE-9B44-93E7AFCDDBCD}" type="pres">
      <dgm:prSet presAssocID="{8EBDA183-EA1A-48E3-988F-F74F61BDFA08}" presName="Name0" presStyleCnt="0">
        <dgm:presLayoutVars>
          <dgm:chMax val="1"/>
          <dgm:chPref val="1"/>
          <dgm:dir/>
          <dgm:animOne val="branch"/>
          <dgm:animLvl val="lvl"/>
        </dgm:presLayoutVars>
      </dgm:prSet>
      <dgm:spPr/>
      <dgm:t>
        <a:bodyPr/>
        <a:lstStyle/>
        <a:p>
          <a:endParaRPr lang="en-US"/>
        </a:p>
      </dgm:t>
    </dgm:pt>
    <dgm:pt modelId="{D1FDE7EE-C6E9-4F08-8E2B-C1B2EC229AC5}" type="pres">
      <dgm:prSet presAssocID="{86B9E450-88D3-4218-ABF9-0BA9CD2C37A7}" presName="textCenter" presStyleLbl="node1" presStyleIdx="0" presStyleCnt="23" custScaleX="142583" custScaleY="110425" custLinFactNeighborX="-71428" custLinFactNeighborY="-25861"/>
      <dgm:spPr/>
      <dgm:t>
        <a:bodyPr/>
        <a:lstStyle/>
        <a:p>
          <a:endParaRPr lang="en-US"/>
        </a:p>
      </dgm:t>
    </dgm:pt>
    <dgm:pt modelId="{9F359F57-2433-4ADA-AD46-D3953E8E4E8B}" type="pres">
      <dgm:prSet presAssocID="{86B9E450-88D3-4218-ABF9-0BA9CD2C37A7}" presName="cycle_1" presStyleCnt="0"/>
      <dgm:spPr/>
    </dgm:pt>
    <dgm:pt modelId="{A062DD24-C01B-4233-A409-472FE2ACC0DC}" type="pres">
      <dgm:prSet presAssocID="{48C1705B-6AF2-44C3-AE67-8370732A8C60}" presName="childCenter1" presStyleLbl="node1" presStyleIdx="1" presStyleCnt="23" custScaleX="241455" custLinFactNeighborX="7243" custLinFactNeighborY="22051"/>
      <dgm:spPr/>
      <dgm:t>
        <a:bodyPr/>
        <a:lstStyle/>
        <a:p>
          <a:endParaRPr lang="en-US"/>
        </a:p>
      </dgm:t>
    </dgm:pt>
    <dgm:pt modelId="{123F159E-3995-4993-833E-6BE07DD62BB3}" type="pres">
      <dgm:prSet presAssocID="{0B99C1DB-A2FC-40CB-9922-52FF1F3B3129}" presName="Name141" presStyleLbl="parChTrans1D3" presStyleIdx="0" presStyleCnt="17"/>
      <dgm:spPr/>
      <dgm:t>
        <a:bodyPr/>
        <a:lstStyle/>
        <a:p>
          <a:endParaRPr lang="en-US"/>
        </a:p>
      </dgm:t>
    </dgm:pt>
    <dgm:pt modelId="{6E269775-938E-4D2C-8140-ABB95301EF02}" type="pres">
      <dgm:prSet presAssocID="{8BEC7D2A-268B-4D07-87D2-56B04142E2A8}" presName="text1" presStyleLbl="node1" presStyleIdx="2" presStyleCnt="23" custScaleX="221426" custScaleY="153558" custRadScaleRad="93853" custRadScaleInc="-65864">
        <dgm:presLayoutVars>
          <dgm:bulletEnabled val="1"/>
        </dgm:presLayoutVars>
      </dgm:prSet>
      <dgm:spPr/>
      <dgm:t>
        <a:bodyPr/>
        <a:lstStyle/>
        <a:p>
          <a:endParaRPr lang="en-US"/>
        </a:p>
      </dgm:t>
    </dgm:pt>
    <dgm:pt modelId="{CCE8481F-8F16-4089-9C11-03069098A0D3}" type="pres">
      <dgm:prSet presAssocID="{F8166538-1B82-45CC-B2E4-991CE74B8477}" presName="Name141" presStyleLbl="parChTrans1D3" presStyleIdx="1" presStyleCnt="17"/>
      <dgm:spPr/>
      <dgm:t>
        <a:bodyPr/>
        <a:lstStyle/>
        <a:p>
          <a:endParaRPr lang="en-US"/>
        </a:p>
      </dgm:t>
    </dgm:pt>
    <dgm:pt modelId="{9EEB53B9-FC4E-45CD-B884-8F5882D83F61}" type="pres">
      <dgm:prSet presAssocID="{9ADCDF43-287D-4CDA-87BE-AFD54DE8DA43}" presName="text1" presStyleLbl="node1" presStyleIdx="3" presStyleCnt="23" custScaleX="276978" custScaleY="112947" custRadScaleRad="180093" custRadScaleInc="-114846">
        <dgm:presLayoutVars>
          <dgm:bulletEnabled val="1"/>
        </dgm:presLayoutVars>
      </dgm:prSet>
      <dgm:spPr/>
      <dgm:t>
        <a:bodyPr/>
        <a:lstStyle/>
        <a:p>
          <a:endParaRPr lang="en-US"/>
        </a:p>
      </dgm:t>
    </dgm:pt>
    <dgm:pt modelId="{7E2423E0-E5CE-4F6A-9653-9B41371E12C3}" type="pres">
      <dgm:prSet presAssocID="{6CDCAEF4-7585-48EC-A7B6-C35DD31BFDDA}" presName="Name141" presStyleLbl="parChTrans1D3" presStyleIdx="2" presStyleCnt="17"/>
      <dgm:spPr/>
      <dgm:t>
        <a:bodyPr/>
        <a:lstStyle/>
        <a:p>
          <a:endParaRPr lang="en-US"/>
        </a:p>
      </dgm:t>
    </dgm:pt>
    <dgm:pt modelId="{C81C4D02-27B0-4A95-B040-118B8C1E17F2}" type="pres">
      <dgm:prSet presAssocID="{3481FCD8-0127-4ABE-9E79-B7E04D1CA5DC}" presName="text1" presStyleLbl="node1" presStyleIdx="4" presStyleCnt="23" custScaleX="196447" custScaleY="142010" custRadScaleRad="226377" custRadScaleInc="42294">
        <dgm:presLayoutVars>
          <dgm:bulletEnabled val="1"/>
        </dgm:presLayoutVars>
      </dgm:prSet>
      <dgm:spPr/>
      <dgm:t>
        <a:bodyPr/>
        <a:lstStyle/>
        <a:p>
          <a:endParaRPr lang="en-US"/>
        </a:p>
      </dgm:t>
    </dgm:pt>
    <dgm:pt modelId="{1308AD1D-18A1-4683-96CB-0C94A5317668}" type="pres">
      <dgm:prSet presAssocID="{64AD66CD-3F62-40C3-B3B1-43EF40852CE7}" presName="Name144" presStyleLbl="parChTrans1D2" presStyleIdx="0" presStyleCnt="5"/>
      <dgm:spPr/>
      <dgm:t>
        <a:bodyPr/>
        <a:lstStyle/>
        <a:p>
          <a:endParaRPr lang="en-US"/>
        </a:p>
      </dgm:t>
    </dgm:pt>
    <dgm:pt modelId="{CF80900F-480A-44D7-8BFC-D204CE9DB24B}" type="pres">
      <dgm:prSet presAssocID="{86B9E450-88D3-4218-ABF9-0BA9CD2C37A7}" presName="cycle_2" presStyleCnt="0"/>
      <dgm:spPr/>
    </dgm:pt>
    <dgm:pt modelId="{52C487EE-4D29-4A65-A7A5-556C0A4E9151}" type="pres">
      <dgm:prSet presAssocID="{B3BA966F-7A33-4567-AB8C-21297A87F70D}" presName="childCenter2" presStyleLbl="node1" presStyleIdx="5" presStyleCnt="23" custScaleX="276762" custScaleY="150702" custLinFactNeighborX="-73" custLinFactNeighborY="22658"/>
      <dgm:spPr/>
      <dgm:t>
        <a:bodyPr/>
        <a:lstStyle/>
        <a:p>
          <a:endParaRPr lang="en-US"/>
        </a:p>
      </dgm:t>
    </dgm:pt>
    <dgm:pt modelId="{D111887A-AFBE-461E-8AD3-8047BDAE3D99}" type="pres">
      <dgm:prSet presAssocID="{D6A27FEE-B84B-4D35-BCF9-F853C6560AB3}" presName="Name218" presStyleLbl="parChTrans1D3" presStyleIdx="3" presStyleCnt="17"/>
      <dgm:spPr/>
      <dgm:t>
        <a:bodyPr/>
        <a:lstStyle/>
        <a:p>
          <a:endParaRPr lang="en-US"/>
        </a:p>
      </dgm:t>
    </dgm:pt>
    <dgm:pt modelId="{9C6A1187-DC35-4F01-9C8E-C9C8D786C61C}" type="pres">
      <dgm:prSet presAssocID="{C7DCAE32-C04E-494B-AEAB-F894DC59C81C}" presName="text2" presStyleLbl="node1" presStyleIdx="6" presStyleCnt="23" custScaleX="232944" custScaleY="282078" custRadScaleRad="254491" custRadScaleInc="110015">
        <dgm:presLayoutVars>
          <dgm:bulletEnabled val="1"/>
        </dgm:presLayoutVars>
      </dgm:prSet>
      <dgm:spPr/>
      <dgm:t>
        <a:bodyPr/>
        <a:lstStyle/>
        <a:p>
          <a:endParaRPr lang="en-US"/>
        </a:p>
      </dgm:t>
    </dgm:pt>
    <dgm:pt modelId="{88ED63E6-AFD9-4D76-A895-BD9889FD4F91}" type="pres">
      <dgm:prSet presAssocID="{CBC1F7C2-8FE5-4CED-BF53-FDB06FD38E16}" presName="Name218" presStyleLbl="parChTrans1D3" presStyleIdx="4" presStyleCnt="17"/>
      <dgm:spPr/>
      <dgm:t>
        <a:bodyPr/>
        <a:lstStyle/>
        <a:p>
          <a:endParaRPr lang="en-US"/>
        </a:p>
      </dgm:t>
    </dgm:pt>
    <dgm:pt modelId="{2106C459-BF00-41CC-955D-D931ECE47E1B}" type="pres">
      <dgm:prSet presAssocID="{1D64CA66-F4FF-458C-A329-FB36CA667828}" presName="text2" presStyleLbl="node1" presStyleIdx="7" presStyleCnt="23" custScaleX="311309" custScaleY="227303" custRadScaleRad="360513" custRadScaleInc="12856">
        <dgm:presLayoutVars>
          <dgm:bulletEnabled val="1"/>
        </dgm:presLayoutVars>
      </dgm:prSet>
      <dgm:spPr/>
      <dgm:t>
        <a:bodyPr/>
        <a:lstStyle/>
        <a:p>
          <a:endParaRPr lang="en-US"/>
        </a:p>
      </dgm:t>
    </dgm:pt>
    <dgm:pt modelId="{FF8856DA-8C9B-4E81-B26E-7543AAAD45C1}" type="pres">
      <dgm:prSet presAssocID="{D648FC9D-58B7-4F8C-9A34-5953A23C16E2}" presName="Name218" presStyleLbl="parChTrans1D3" presStyleIdx="5" presStyleCnt="17"/>
      <dgm:spPr/>
      <dgm:t>
        <a:bodyPr/>
        <a:lstStyle/>
        <a:p>
          <a:endParaRPr lang="en-US"/>
        </a:p>
      </dgm:t>
    </dgm:pt>
    <dgm:pt modelId="{DDA273B0-8D8C-4383-8D41-3E5DA5846DA3}" type="pres">
      <dgm:prSet presAssocID="{F23587B7-123B-40B9-AD79-C85ED78643ED}" presName="text2" presStyleLbl="node1" presStyleIdx="8" presStyleCnt="23" custScaleX="299958" custScaleY="230170" custRadScaleRad="371193" custRadScaleInc="-95650">
        <dgm:presLayoutVars>
          <dgm:bulletEnabled val="1"/>
        </dgm:presLayoutVars>
      </dgm:prSet>
      <dgm:spPr/>
      <dgm:t>
        <a:bodyPr/>
        <a:lstStyle/>
        <a:p>
          <a:endParaRPr lang="en-US"/>
        </a:p>
      </dgm:t>
    </dgm:pt>
    <dgm:pt modelId="{332E5D3E-26D5-4D6A-ACD2-32CB4A8F83CC}" type="pres">
      <dgm:prSet presAssocID="{04D88F1D-6766-4779-94E7-42319F2866FF}" presName="Name218" presStyleLbl="parChTrans1D3" presStyleIdx="6" presStyleCnt="17"/>
      <dgm:spPr/>
      <dgm:t>
        <a:bodyPr/>
        <a:lstStyle/>
        <a:p>
          <a:endParaRPr lang="en-US"/>
        </a:p>
      </dgm:t>
    </dgm:pt>
    <dgm:pt modelId="{5438BB42-4318-463A-9DD1-26834997EF65}" type="pres">
      <dgm:prSet presAssocID="{8F25AF35-CE98-490B-B67E-853AD08A966E}" presName="text2" presStyleLbl="node1" presStyleIdx="9" presStyleCnt="23" custScaleX="248785" custScaleY="319825" custRadScaleRad="295411" custRadScaleInc="-166837">
        <dgm:presLayoutVars>
          <dgm:bulletEnabled val="1"/>
        </dgm:presLayoutVars>
      </dgm:prSet>
      <dgm:spPr/>
      <dgm:t>
        <a:bodyPr/>
        <a:lstStyle/>
        <a:p>
          <a:endParaRPr lang="en-US"/>
        </a:p>
      </dgm:t>
    </dgm:pt>
    <dgm:pt modelId="{E1FB2B77-CF13-4FEF-8A1B-F2CE3220C5F4}" type="pres">
      <dgm:prSet presAssocID="{5DD044FC-EF30-4DDC-97C4-A0D76CDB551E}" presName="Name218" presStyleLbl="parChTrans1D3" presStyleIdx="7" presStyleCnt="17"/>
      <dgm:spPr/>
      <dgm:t>
        <a:bodyPr/>
        <a:lstStyle/>
        <a:p>
          <a:endParaRPr lang="en-US"/>
        </a:p>
      </dgm:t>
    </dgm:pt>
    <dgm:pt modelId="{A5B3C8CA-7623-4C93-9D62-A6B93BCA4231}" type="pres">
      <dgm:prSet presAssocID="{70E75E3D-8FEF-465D-A9A4-3126B10989FA}" presName="text2" presStyleLbl="node1" presStyleIdx="10" presStyleCnt="23" custScaleX="190756" custScaleY="203059" custRadScaleRad="154427" custRadScaleInc="194861">
        <dgm:presLayoutVars>
          <dgm:bulletEnabled val="1"/>
        </dgm:presLayoutVars>
      </dgm:prSet>
      <dgm:spPr/>
      <dgm:t>
        <a:bodyPr/>
        <a:lstStyle/>
        <a:p>
          <a:endParaRPr lang="en-US"/>
        </a:p>
      </dgm:t>
    </dgm:pt>
    <dgm:pt modelId="{3DB3E55C-F1DE-4280-AA41-C1488394EBE7}" type="pres">
      <dgm:prSet presAssocID="{0049D9EF-FAB3-45EB-8C33-BFBED142E1AD}" presName="Name221" presStyleLbl="parChTrans1D2" presStyleIdx="1" presStyleCnt="5"/>
      <dgm:spPr/>
      <dgm:t>
        <a:bodyPr/>
        <a:lstStyle/>
        <a:p>
          <a:endParaRPr lang="en-US"/>
        </a:p>
      </dgm:t>
    </dgm:pt>
    <dgm:pt modelId="{55ACF2EF-7875-4B5D-AA56-54D916E63FB4}" type="pres">
      <dgm:prSet presAssocID="{86B9E450-88D3-4218-ABF9-0BA9CD2C37A7}" presName="cycle_3" presStyleCnt="0"/>
      <dgm:spPr/>
    </dgm:pt>
    <dgm:pt modelId="{338533EE-F8E2-4941-A06B-F829BA6B7439}" type="pres">
      <dgm:prSet presAssocID="{431E38AB-4E14-46E8-969C-136C85F3CF06}" presName="childCenter3" presStyleLbl="node1" presStyleIdx="11" presStyleCnt="23" custScaleX="147426" custScaleY="120162" custLinFactNeighborX="-76250" custLinFactNeighborY="-69381"/>
      <dgm:spPr/>
      <dgm:t>
        <a:bodyPr/>
        <a:lstStyle/>
        <a:p>
          <a:endParaRPr lang="en-US"/>
        </a:p>
      </dgm:t>
    </dgm:pt>
    <dgm:pt modelId="{344B5F89-2BA6-4CDC-819D-EEA0269E220E}" type="pres">
      <dgm:prSet presAssocID="{C0A692CA-A4E4-411D-88FF-1D71A0EF288F}" presName="Name285" presStyleLbl="parChTrans1D3" presStyleIdx="8" presStyleCnt="17"/>
      <dgm:spPr/>
      <dgm:t>
        <a:bodyPr/>
        <a:lstStyle/>
        <a:p>
          <a:endParaRPr lang="en-US"/>
        </a:p>
      </dgm:t>
    </dgm:pt>
    <dgm:pt modelId="{BC77F89A-25C5-49CF-BBC5-3658A4BA31B9}" type="pres">
      <dgm:prSet presAssocID="{52B88600-9039-48E0-915B-45DC3E6CF996}" presName="text3" presStyleLbl="node1" presStyleIdx="12" presStyleCnt="23" custScaleX="171312" custScaleY="107451" custRadScaleRad="111889" custRadScaleInc="3149">
        <dgm:presLayoutVars>
          <dgm:bulletEnabled val="1"/>
        </dgm:presLayoutVars>
      </dgm:prSet>
      <dgm:spPr/>
      <dgm:t>
        <a:bodyPr/>
        <a:lstStyle/>
        <a:p>
          <a:endParaRPr lang="en-US"/>
        </a:p>
      </dgm:t>
    </dgm:pt>
    <dgm:pt modelId="{8BB2E4D6-E229-4E1C-867A-9FA3DC9BE234}" type="pres">
      <dgm:prSet presAssocID="{2AD583B3-6A47-4BC8-BB55-B006FF97F98A}" presName="Name285" presStyleLbl="parChTrans1D3" presStyleIdx="9" presStyleCnt="17"/>
      <dgm:spPr/>
      <dgm:t>
        <a:bodyPr/>
        <a:lstStyle/>
        <a:p>
          <a:endParaRPr lang="en-US"/>
        </a:p>
      </dgm:t>
    </dgm:pt>
    <dgm:pt modelId="{D2F17281-8A85-4DB0-ADA8-670DE17FAA1E}" type="pres">
      <dgm:prSet presAssocID="{4D28E44B-38BB-47C5-9DAC-35B2A3DB0912}" presName="text3" presStyleLbl="node1" presStyleIdx="13" presStyleCnt="23" custScaleX="139877" custScaleY="118085" custRadScaleRad="64220" custRadScaleInc="196141">
        <dgm:presLayoutVars>
          <dgm:bulletEnabled val="1"/>
        </dgm:presLayoutVars>
      </dgm:prSet>
      <dgm:spPr/>
      <dgm:t>
        <a:bodyPr/>
        <a:lstStyle/>
        <a:p>
          <a:endParaRPr lang="en-US"/>
        </a:p>
      </dgm:t>
    </dgm:pt>
    <dgm:pt modelId="{C28CDF67-6D68-46FF-9492-08BF2EE5AFA2}" type="pres">
      <dgm:prSet presAssocID="{59F8AED6-BC5C-4B59-8B5B-54489CC172B6}" presName="Name285" presStyleLbl="parChTrans1D3" presStyleIdx="10" presStyleCnt="17"/>
      <dgm:spPr/>
      <dgm:t>
        <a:bodyPr/>
        <a:lstStyle/>
        <a:p>
          <a:endParaRPr lang="en-US"/>
        </a:p>
      </dgm:t>
    </dgm:pt>
    <dgm:pt modelId="{C45BD6D3-5ABA-43D2-9740-2FCB487592A3}" type="pres">
      <dgm:prSet presAssocID="{88A0E4F0-9A12-4ACB-965D-0E23F9CB5112}" presName="text3" presStyleLbl="node1" presStyleIdx="14" presStyleCnt="23" custScaleX="191854" custScaleY="143237" custRadScaleRad="243400" custRadScaleInc="45296">
        <dgm:presLayoutVars>
          <dgm:bulletEnabled val="1"/>
        </dgm:presLayoutVars>
      </dgm:prSet>
      <dgm:spPr/>
      <dgm:t>
        <a:bodyPr/>
        <a:lstStyle/>
        <a:p>
          <a:endParaRPr lang="en-US"/>
        </a:p>
      </dgm:t>
    </dgm:pt>
    <dgm:pt modelId="{D9F7AD67-E476-4F62-8E80-56A3023D5FE6}" type="pres">
      <dgm:prSet presAssocID="{25DF76CA-0D67-4F1C-8B2B-BE21437B900C}" presName="Name288" presStyleLbl="parChTrans1D2" presStyleIdx="2" presStyleCnt="5"/>
      <dgm:spPr/>
      <dgm:t>
        <a:bodyPr/>
        <a:lstStyle/>
        <a:p>
          <a:endParaRPr lang="en-US"/>
        </a:p>
      </dgm:t>
    </dgm:pt>
    <dgm:pt modelId="{BE29135C-022E-42D9-9206-23D4544AFD1F}" type="pres">
      <dgm:prSet presAssocID="{86B9E450-88D3-4218-ABF9-0BA9CD2C37A7}" presName="cycle_4" presStyleCnt="0"/>
      <dgm:spPr/>
    </dgm:pt>
    <dgm:pt modelId="{4DE54E37-4AC2-48C5-A31B-FA925BA84460}" type="pres">
      <dgm:prSet presAssocID="{D1F3DA70-8BF6-4AA8-ACDE-CF494FDA277F}" presName="childCenter4" presStyleLbl="node1" presStyleIdx="15" presStyleCnt="23" custScaleX="160051" custLinFactNeighborX="-81710" custLinFactNeighborY="-53654"/>
      <dgm:spPr/>
      <dgm:t>
        <a:bodyPr/>
        <a:lstStyle/>
        <a:p>
          <a:endParaRPr lang="en-US"/>
        </a:p>
      </dgm:t>
    </dgm:pt>
    <dgm:pt modelId="{01035EBB-4CAB-4031-B966-265512CAA99B}" type="pres">
      <dgm:prSet presAssocID="{BF731363-DB3D-4AA5-80D3-6606D96B9051}" presName="Name342" presStyleLbl="parChTrans1D3" presStyleIdx="11" presStyleCnt="17"/>
      <dgm:spPr/>
      <dgm:t>
        <a:bodyPr/>
        <a:lstStyle/>
        <a:p>
          <a:endParaRPr lang="en-US"/>
        </a:p>
      </dgm:t>
    </dgm:pt>
    <dgm:pt modelId="{0A077060-075A-4519-B8EB-B87971984D83}" type="pres">
      <dgm:prSet presAssocID="{0A3C5422-4AAD-4234-B70C-8DE41F31ADA3}" presName="text4" presStyleLbl="node1" presStyleIdx="16" presStyleCnt="23" custScaleX="154322" custScaleY="132108" custRadScaleRad="74190" custRadScaleInc="-147608">
        <dgm:presLayoutVars>
          <dgm:bulletEnabled val="1"/>
        </dgm:presLayoutVars>
      </dgm:prSet>
      <dgm:spPr/>
      <dgm:t>
        <a:bodyPr/>
        <a:lstStyle/>
        <a:p>
          <a:endParaRPr lang="en-US"/>
        </a:p>
      </dgm:t>
    </dgm:pt>
    <dgm:pt modelId="{EB108DC9-0838-411C-8CB2-F1D24259EB4F}" type="pres">
      <dgm:prSet presAssocID="{EEB82972-E422-42AC-98C6-30CD7C17AC5E}" presName="Name342" presStyleLbl="parChTrans1D3" presStyleIdx="12" presStyleCnt="17"/>
      <dgm:spPr/>
      <dgm:t>
        <a:bodyPr/>
        <a:lstStyle/>
        <a:p>
          <a:endParaRPr lang="en-US"/>
        </a:p>
      </dgm:t>
    </dgm:pt>
    <dgm:pt modelId="{5C8FC5C9-8D36-4137-9D6D-8E61135A5BF0}" type="pres">
      <dgm:prSet presAssocID="{ACC54A2E-7AA8-414A-B670-A580491A0913}" presName="text4" presStyleLbl="node1" presStyleIdx="17" presStyleCnt="23" custScaleX="172793" custRadScaleRad="251095" custRadScaleInc="246352">
        <dgm:presLayoutVars>
          <dgm:bulletEnabled val="1"/>
        </dgm:presLayoutVars>
      </dgm:prSet>
      <dgm:spPr/>
      <dgm:t>
        <a:bodyPr/>
        <a:lstStyle/>
        <a:p>
          <a:endParaRPr lang="en-US"/>
        </a:p>
      </dgm:t>
    </dgm:pt>
    <dgm:pt modelId="{B18675EB-FB59-45F6-B693-69D0F201C75B}" type="pres">
      <dgm:prSet presAssocID="{07596375-F813-4C4A-8726-E6F21E1933BE}" presName="Name342" presStyleLbl="parChTrans1D3" presStyleIdx="13" presStyleCnt="17"/>
      <dgm:spPr/>
      <dgm:t>
        <a:bodyPr/>
        <a:lstStyle/>
        <a:p>
          <a:endParaRPr lang="en-US"/>
        </a:p>
      </dgm:t>
    </dgm:pt>
    <dgm:pt modelId="{A9612961-F5CA-4D68-8ECC-E2F14A773582}" type="pres">
      <dgm:prSet presAssocID="{5BD35809-9E6A-49E4-9FC6-5B0810707809}" presName="text4" presStyleLbl="node1" presStyleIdx="18" presStyleCnt="23" custScaleX="165002" custRadScaleRad="340747" custRadScaleInc="75034">
        <dgm:presLayoutVars>
          <dgm:bulletEnabled val="1"/>
        </dgm:presLayoutVars>
      </dgm:prSet>
      <dgm:spPr/>
      <dgm:t>
        <a:bodyPr/>
        <a:lstStyle/>
        <a:p>
          <a:endParaRPr lang="en-US"/>
        </a:p>
      </dgm:t>
    </dgm:pt>
    <dgm:pt modelId="{9DB5187A-A3E9-4A64-9FD1-F56B64122B13}" type="pres">
      <dgm:prSet presAssocID="{64827C93-1DF9-4B6D-A1D1-A5BA5040DF40}" presName="Name345" presStyleLbl="parChTrans1D2" presStyleIdx="3" presStyleCnt="5"/>
      <dgm:spPr/>
      <dgm:t>
        <a:bodyPr/>
        <a:lstStyle/>
        <a:p>
          <a:endParaRPr lang="en-US"/>
        </a:p>
      </dgm:t>
    </dgm:pt>
    <dgm:pt modelId="{EC7CBEE7-EB35-4C20-9265-59B1E65D8BEB}" type="pres">
      <dgm:prSet presAssocID="{86B9E450-88D3-4218-ABF9-0BA9CD2C37A7}" presName="cycle_5" presStyleCnt="0"/>
      <dgm:spPr/>
    </dgm:pt>
    <dgm:pt modelId="{C785D16D-21F0-47FA-B781-18D1E5330133}" type="pres">
      <dgm:prSet presAssocID="{4EB0FDB4-680C-45A9-AEEA-82C259508C58}" presName="childCenter5" presStyleLbl="node1" presStyleIdx="19" presStyleCnt="23" custLinFactNeighborX="-63621" custLinFactNeighborY="-14607"/>
      <dgm:spPr/>
      <dgm:t>
        <a:bodyPr/>
        <a:lstStyle/>
        <a:p>
          <a:endParaRPr lang="en-US"/>
        </a:p>
      </dgm:t>
    </dgm:pt>
    <dgm:pt modelId="{E0405F32-D372-45FE-84C8-7FD06A0AA65D}" type="pres">
      <dgm:prSet presAssocID="{A93B4DA4-4C3F-475F-B2F6-175379C4AD72}" presName="Name389" presStyleLbl="parChTrans1D3" presStyleIdx="14" presStyleCnt="17"/>
      <dgm:spPr/>
      <dgm:t>
        <a:bodyPr/>
        <a:lstStyle/>
        <a:p>
          <a:endParaRPr lang="en-US"/>
        </a:p>
      </dgm:t>
    </dgm:pt>
    <dgm:pt modelId="{D651CD8F-01FD-476D-99D4-3E137B67F294}" type="pres">
      <dgm:prSet presAssocID="{578C0F5F-39C4-4D3B-A6AE-2ACBB61A0EFD}" presName="text5" presStyleLbl="node1" presStyleIdx="20" presStyleCnt="23" custScaleX="238163" custRadScaleRad="267743" custRadScaleInc="-96234">
        <dgm:presLayoutVars>
          <dgm:bulletEnabled val="1"/>
        </dgm:presLayoutVars>
      </dgm:prSet>
      <dgm:spPr/>
      <dgm:t>
        <a:bodyPr/>
        <a:lstStyle/>
        <a:p>
          <a:endParaRPr lang="en-US"/>
        </a:p>
      </dgm:t>
    </dgm:pt>
    <dgm:pt modelId="{C8906E9E-D37E-491B-8702-A82873F8CDE6}" type="pres">
      <dgm:prSet presAssocID="{A8050A4A-3213-4885-8540-A5A05BF0F1CE}" presName="Name389" presStyleLbl="parChTrans1D3" presStyleIdx="15" presStyleCnt="17"/>
      <dgm:spPr/>
      <dgm:t>
        <a:bodyPr/>
        <a:lstStyle/>
        <a:p>
          <a:endParaRPr lang="en-US"/>
        </a:p>
      </dgm:t>
    </dgm:pt>
    <dgm:pt modelId="{C0C714EA-B363-4DDE-9A86-84372E5C9B55}" type="pres">
      <dgm:prSet presAssocID="{E49F19A3-2A2F-46A3-94D5-5E6900D4547B}" presName="text5" presStyleLbl="node1" presStyleIdx="21" presStyleCnt="23" custScaleX="159236" custRadScaleRad="137353" custRadScaleInc="187356">
        <dgm:presLayoutVars>
          <dgm:bulletEnabled val="1"/>
        </dgm:presLayoutVars>
      </dgm:prSet>
      <dgm:spPr/>
      <dgm:t>
        <a:bodyPr/>
        <a:lstStyle/>
        <a:p>
          <a:endParaRPr lang="en-US"/>
        </a:p>
      </dgm:t>
    </dgm:pt>
    <dgm:pt modelId="{7BA36DA3-FE52-4D75-AC7F-8253A8FC18B1}" type="pres">
      <dgm:prSet presAssocID="{A3E871F3-DF94-4A9E-A8DB-D35867AD5AC8}" presName="Name389" presStyleLbl="parChTrans1D3" presStyleIdx="16" presStyleCnt="17"/>
      <dgm:spPr/>
      <dgm:t>
        <a:bodyPr/>
        <a:lstStyle/>
        <a:p>
          <a:endParaRPr lang="en-US"/>
        </a:p>
      </dgm:t>
    </dgm:pt>
    <dgm:pt modelId="{4C45D013-4891-4960-B495-6BBEF0FFE4A7}" type="pres">
      <dgm:prSet presAssocID="{71F4F07D-8527-4C1B-BBBA-5DAE34D98508}" presName="text5" presStyleLbl="node1" presStyleIdx="22" presStyleCnt="23" custScaleX="176332" custRadScaleRad="277304" custRadScaleInc="39362">
        <dgm:presLayoutVars>
          <dgm:bulletEnabled val="1"/>
        </dgm:presLayoutVars>
      </dgm:prSet>
      <dgm:spPr/>
      <dgm:t>
        <a:bodyPr/>
        <a:lstStyle/>
        <a:p>
          <a:endParaRPr lang="en-US"/>
        </a:p>
      </dgm:t>
    </dgm:pt>
    <dgm:pt modelId="{8FC41049-B195-4CFD-8333-4AC8E8A295E3}" type="pres">
      <dgm:prSet presAssocID="{2096782B-40C1-483F-89AC-FCDAA06E318B}" presName="Name392" presStyleLbl="parChTrans1D2" presStyleIdx="4" presStyleCnt="5"/>
      <dgm:spPr/>
      <dgm:t>
        <a:bodyPr/>
        <a:lstStyle/>
        <a:p>
          <a:endParaRPr lang="en-US"/>
        </a:p>
      </dgm:t>
    </dgm:pt>
  </dgm:ptLst>
  <dgm:cxnLst>
    <dgm:cxn modelId="{4117002F-F798-426C-8CC3-7901BFCEA0DE}" type="presOf" srcId="{D648FC9D-58B7-4F8C-9A34-5953A23C16E2}" destId="{FF8856DA-8C9B-4E81-B26E-7543AAAD45C1}" srcOrd="0" destOrd="0" presId="urn:microsoft.com/office/officeart/2008/layout/RadialCluster"/>
    <dgm:cxn modelId="{EBBAA177-E3DF-4FFE-A0F8-DE1519B9BD3D}" type="presOf" srcId="{70E75E3D-8FEF-465D-A9A4-3126B10989FA}" destId="{A5B3C8CA-7623-4C93-9D62-A6B93BCA4231}" srcOrd="0" destOrd="0" presId="urn:microsoft.com/office/officeart/2008/layout/RadialCluster"/>
    <dgm:cxn modelId="{D8306867-FDC7-45DE-A718-D6CBEF0CEE40}" srcId="{D1F3DA70-8BF6-4AA8-ACDE-CF494FDA277F}" destId="{5BD35809-9E6A-49E4-9FC6-5B0810707809}" srcOrd="2" destOrd="0" parTransId="{07596375-F813-4C4A-8726-E6F21E1933BE}" sibTransId="{31C62C76-4117-43D9-B348-ACD53D3152D5}"/>
    <dgm:cxn modelId="{562BEB45-6239-4164-932D-346EF93B47C9}" type="presOf" srcId="{CBC1F7C2-8FE5-4CED-BF53-FDB06FD38E16}" destId="{88ED63E6-AFD9-4D76-A895-BD9889FD4F91}" srcOrd="0" destOrd="0" presId="urn:microsoft.com/office/officeart/2008/layout/RadialCluster"/>
    <dgm:cxn modelId="{4E1E9F5B-E325-42D3-B888-E9A00EE75FE5}" type="presOf" srcId="{4EB0FDB4-680C-45A9-AEEA-82C259508C58}" destId="{C785D16D-21F0-47FA-B781-18D1E5330133}" srcOrd="0" destOrd="0" presId="urn:microsoft.com/office/officeart/2008/layout/RadialCluster"/>
    <dgm:cxn modelId="{8928755E-ACA6-483E-971E-540DBDC87B10}" srcId="{B3BA966F-7A33-4567-AB8C-21297A87F70D}" destId="{70E75E3D-8FEF-465D-A9A4-3126B10989FA}" srcOrd="4" destOrd="0" parTransId="{5DD044FC-EF30-4DDC-97C4-A0D76CDB551E}" sibTransId="{A0B375B5-BD42-4DA4-99D0-3C8FE0DF7BC7}"/>
    <dgm:cxn modelId="{D6E39B63-8A3C-4C97-B398-F8E7E99CCE5C}" type="presOf" srcId="{B3BA966F-7A33-4567-AB8C-21297A87F70D}" destId="{52C487EE-4D29-4A65-A7A5-556C0A4E9151}" srcOrd="0" destOrd="0" presId="urn:microsoft.com/office/officeart/2008/layout/RadialCluster"/>
    <dgm:cxn modelId="{3789F8C8-5360-42D2-9302-6A753D14887B}" type="presOf" srcId="{D1F3DA70-8BF6-4AA8-ACDE-CF494FDA277F}" destId="{4DE54E37-4AC2-48C5-A31B-FA925BA84460}" srcOrd="0" destOrd="0" presId="urn:microsoft.com/office/officeart/2008/layout/RadialCluster"/>
    <dgm:cxn modelId="{90E261D2-331F-45A1-9759-CB856D761921}" type="presOf" srcId="{64AD66CD-3F62-40C3-B3B1-43EF40852CE7}" destId="{1308AD1D-18A1-4683-96CB-0C94A5317668}" srcOrd="0" destOrd="0" presId="urn:microsoft.com/office/officeart/2008/layout/RadialCluster"/>
    <dgm:cxn modelId="{D114307A-9CB9-4D8F-95A6-AA54437BC422}" type="presOf" srcId="{ACC54A2E-7AA8-414A-B670-A580491A0913}" destId="{5C8FC5C9-8D36-4137-9D6D-8E61135A5BF0}" srcOrd="0" destOrd="0" presId="urn:microsoft.com/office/officeart/2008/layout/RadialCluster"/>
    <dgm:cxn modelId="{8605C8F8-D336-4406-8B6E-3BA5955D324B}" type="presOf" srcId="{6CDCAEF4-7585-48EC-A7B6-C35DD31BFDDA}" destId="{7E2423E0-E5CE-4F6A-9653-9B41371E12C3}" srcOrd="0" destOrd="0" presId="urn:microsoft.com/office/officeart/2008/layout/RadialCluster"/>
    <dgm:cxn modelId="{CCE1961A-54F6-4E28-A895-577C7F535C20}" srcId="{B3BA966F-7A33-4567-AB8C-21297A87F70D}" destId="{C7DCAE32-C04E-494B-AEAB-F894DC59C81C}" srcOrd="0" destOrd="0" parTransId="{D6A27FEE-B84B-4D35-BCF9-F853C6560AB3}" sibTransId="{DCFDE651-C4CE-43F8-B4FB-BC9CEE6CCB84}"/>
    <dgm:cxn modelId="{5B414319-D3CD-410F-8CF2-5C767E3AC916}" type="presOf" srcId="{F23587B7-123B-40B9-AD79-C85ED78643ED}" destId="{DDA273B0-8D8C-4383-8D41-3E5DA5846DA3}" srcOrd="0" destOrd="0" presId="urn:microsoft.com/office/officeart/2008/layout/RadialCluster"/>
    <dgm:cxn modelId="{A9C5A0C1-B48A-44B6-8C91-CABC9A0EC2D8}" type="presOf" srcId="{88A0E4F0-9A12-4ACB-965D-0E23F9CB5112}" destId="{C45BD6D3-5ABA-43D2-9740-2FCB487592A3}" srcOrd="0" destOrd="0" presId="urn:microsoft.com/office/officeart/2008/layout/RadialCluster"/>
    <dgm:cxn modelId="{46E4556C-462D-4ABF-8F96-E2AC6DA13451}" type="presOf" srcId="{48C1705B-6AF2-44C3-AE67-8370732A8C60}" destId="{A062DD24-C01B-4233-A409-472FE2ACC0DC}" srcOrd="0" destOrd="0" presId="urn:microsoft.com/office/officeart/2008/layout/RadialCluster"/>
    <dgm:cxn modelId="{1B975B39-DC28-4827-8BF2-EBDDED51D4AB}" srcId="{86B9E450-88D3-4218-ABF9-0BA9CD2C37A7}" destId="{D1F3DA70-8BF6-4AA8-ACDE-CF494FDA277F}" srcOrd="3" destOrd="0" parTransId="{64827C93-1DF9-4B6D-A1D1-A5BA5040DF40}" sibTransId="{664E3187-FED4-44B1-B534-1DF9DD11C28D}"/>
    <dgm:cxn modelId="{BFCE5A28-3CF2-421A-BD57-2CB3CF04C181}" type="presOf" srcId="{64827C93-1DF9-4B6D-A1D1-A5BA5040DF40}" destId="{9DB5187A-A3E9-4A64-9FD1-F56B64122B13}" srcOrd="0" destOrd="0" presId="urn:microsoft.com/office/officeart/2008/layout/RadialCluster"/>
    <dgm:cxn modelId="{7761F92C-51BB-4DA5-93E3-632E34106FFA}" srcId="{B3BA966F-7A33-4567-AB8C-21297A87F70D}" destId="{F23587B7-123B-40B9-AD79-C85ED78643ED}" srcOrd="2" destOrd="0" parTransId="{D648FC9D-58B7-4F8C-9A34-5953A23C16E2}" sibTransId="{BAF4CD7C-4673-4FCE-873E-6B86EA9FF068}"/>
    <dgm:cxn modelId="{81F5FB05-D494-443F-8060-BE8604BF3E9F}" type="presOf" srcId="{52B88600-9039-48E0-915B-45DC3E6CF996}" destId="{BC77F89A-25C5-49CF-BBC5-3658A4BA31B9}" srcOrd="0" destOrd="0" presId="urn:microsoft.com/office/officeart/2008/layout/RadialCluster"/>
    <dgm:cxn modelId="{CF99720A-80E5-4FA9-9FE8-6F4B288BA3E6}" type="presOf" srcId="{3481FCD8-0127-4ABE-9E79-B7E04D1CA5DC}" destId="{C81C4D02-27B0-4A95-B040-118B8C1E17F2}" srcOrd="0" destOrd="0" presId="urn:microsoft.com/office/officeart/2008/layout/RadialCluster"/>
    <dgm:cxn modelId="{1186DE51-6BC4-40BF-AD74-ACF822A7104A}" type="presOf" srcId="{8BEC7D2A-268B-4D07-87D2-56B04142E2A8}" destId="{6E269775-938E-4D2C-8140-ABB95301EF02}" srcOrd="0" destOrd="0" presId="urn:microsoft.com/office/officeart/2008/layout/RadialCluster"/>
    <dgm:cxn modelId="{F7517D7D-B1D1-420F-BB23-FE94121EEF90}" srcId="{D1F3DA70-8BF6-4AA8-ACDE-CF494FDA277F}" destId="{ACC54A2E-7AA8-414A-B670-A580491A0913}" srcOrd="1" destOrd="0" parTransId="{EEB82972-E422-42AC-98C6-30CD7C17AC5E}" sibTransId="{6B74DD80-B980-4667-B205-AE488F08715F}"/>
    <dgm:cxn modelId="{FFAC0E67-9752-4566-8389-25DC31E52FD5}" type="presOf" srcId="{07596375-F813-4C4A-8726-E6F21E1933BE}" destId="{B18675EB-FB59-45F6-B693-69D0F201C75B}" srcOrd="0" destOrd="0" presId="urn:microsoft.com/office/officeart/2008/layout/RadialCluster"/>
    <dgm:cxn modelId="{B7062B80-AABA-4E45-8047-586D70FCE2D3}" type="presOf" srcId="{8EBDA183-EA1A-48E3-988F-F74F61BDFA08}" destId="{8E3E59A8-4652-47FE-9B44-93E7AFCDDBCD}" srcOrd="0" destOrd="0" presId="urn:microsoft.com/office/officeart/2008/layout/RadialCluster"/>
    <dgm:cxn modelId="{585EE5DE-CD15-442E-BB84-0CCC6D01D9AB}" srcId="{86B9E450-88D3-4218-ABF9-0BA9CD2C37A7}" destId="{431E38AB-4E14-46E8-969C-136C85F3CF06}" srcOrd="2" destOrd="0" parTransId="{25DF76CA-0D67-4F1C-8B2B-BE21437B900C}" sibTransId="{E28B57ED-50A3-42D0-9399-D114CAAFF535}"/>
    <dgm:cxn modelId="{42C3D74A-8FD3-40E2-865A-5753F6DEB225}" type="presOf" srcId="{5BD35809-9E6A-49E4-9FC6-5B0810707809}" destId="{A9612961-F5CA-4D68-8ECC-E2F14A773582}" srcOrd="0" destOrd="0" presId="urn:microsoft.com/office/officeart/2008/layout/RadialCluster"/>
    <dgm:cxn modelId="{B12D7A76-48AA-403D-8390-8A69CC5573D9}" srcId="{48C1705B-6AF2-44C3-AE67-8370732A8C60}" destId="{8BEC7D2A-268B-4D07-87D2-56B04142E2A8}" srcOrd="0" destOrd="0" parTransId="{0B99C1DB-A2FC-40CB-9922-52FF1F3B3129}" sibTransId="{B142584E-3094-471F-AB3A-639D096482F0}"/>
    <dgm:cxn modelId="{4D6744F8-5B18-4872-913F-F3E04D275BC9}" type="presOf" srcId="{431E38AB-4E14-46E8-969C-136C85F3CF06}" destId="{338533EE-F8E2-4941-A06B-F829BA6B7439}" srcOrd="0" destOrd="0" presId="urn:microsoft.com/office/officeart/2008/layout/RadialCluster"/>
    <dgm:cxn modelId="{1CB4097C-9C45-4668-A971-A26F993AF13E}" type="presOf" srcId="{D6A27FEE-B84B-4D35-BCF9-F853C6560AB3}" destId="{D111887A-AFBE-461E-8AD3-8047BDAE3D99}" srcOrd="0" destOrd="0" presId="urn:microsoft.com/office/officeart/2008/layout/RadialCluster"/>
    <dgm:cxn modelId="{3AAC1455-7DBF-45BD-A049-C56971436C95}" type="presOf" srcId="{578C0F5F-39C4-4D3B-A6AE-2ACBB61A0EFD}" destId="{D651CD8F-01FD-476D-99D4-3E137B67F294}" srcOrd="0" destOrd="0" presId="urn:microsoft.com/office/officeart/2008/layout/RadialCluster"/>
    <dgm:cxn modelId="{4B126432-3C66-42E9-A88E-3CDFA87A1692}" type="presOf" srcId="{71F4F07D-8527-4C1B-BBBA-5DAE34D98508}" destId="{4C45D013-4891-4960-B495-6BBEF0FFE4A7}" srcOrd="0" destOrd="0" presId="urn:microsoft.com/office/officeart/2008/layout/RadialCluster"/>
    <dgm:cxn modelId="{0363A9D6-8067-49AA-8E32-BDF66E253436}" type="presOf" srcId="{C7DCAE32-C04E-494B-AEAB-F894DC59C81C}" destId="{9C6A1187-DC35-4F01-9C8E-C9C8D786C61C}" srcOrd="0" destOrd="0" presId="urn:microsoft.com/office/officeart/2008/layout/RadialCluster"/>
    <dgm:cxn modelId="{96D833E3-9F9E-4E9C-9032-29A6E4D53395}" srcId="{431E38AB-4E14-46E8-969C-136C85F3CF06}" destId="{88A0E4F0-9A12-4ACB-965D-0E23F9CB5112}" srcOrd="2" destOrd="0" parTransId="{59F8AED6-BC5C-4B59-8B5B-54489CC172B6}" sibTransId="{5D2B10B5-EF60-4095-99F9-4FA7A9A20143}"/>
    <dgm:cxn modelId="{4E0D26D1-9960-40EA-9678-6678CACEEDCE}" srcId="{4EB0FDB4-680C-45A9-AEEA-82C259508C58}" destId="{E49F19A3-2A2F-46A3-94D5-5E6900D4547B}" srcOrd="1" destOrd="0" parTransId="{A8050A4A-3213-4885-8540-A5A05BF0F1CE}" sibTransId="{0E7A82AF-4B00-4860-A9AD-AE1D1A34A04F}"/>
    <dgm:cxn modelId="{D307DA34-1A4D-49EA-85EB-70D5D8F589A7}" type="presOf" srcId="{0A3C5422-4AAD-4234-B70C-8DE41F31ADA3}" destId="{0A077060-075A-4519-B8EB-B87971984D83}" srcOrd="0" destOrd="0" presId="urn:microsoft.com/office/officeart/2008/layout/RadialCluster"/>
    <dgm:cxn modelId="{EEB43362-2F09-4F13-83BC-7D7AEF5D003B}" type="presOf" srcId="{59F8AED6-BC5C-4B59-8B5B-54489CC172B6}" destId="{C28CDF67-6D68-46FF-9492-08BF2EE5AFA2}" srcOrd="0" destOrd="0" presId="urn:microsoft.com/office/officeart/2008/layout/RadialCluster"/>
    <dgm:cxn modelId="{5A051B49-EC75-4F61-8A7D-EF63C8EB3ACA}" type="presOf" srcId="{A93B4DA4-4C3F-475F-B2F6-175379C4AD72}" destId="{E0405F32-D372-45FE-84C8-7FD06A0AA65D}" srcOrd="0" destOrd="0" presId="urn:microsoft.com/office/officeart/2008/layout/RadialCluster"/>
    <dgm:cxn modelId="{EBE28C33-FEAA-4445-B271-D85534C6CF17}" srcId="{8EBDA183-EA1A-48E3-988F-F74F61BDFA08}" destId="{86B9E450-88D3-4218-ABF9-0BA9CD2C37A7}" srcOrd="0" destOrd="0" parTransId="{8EC8BD22-C6AF-4F90-9524-3290B383A414}" sibTransId="{8A0D6A1B-363A-4456-84D6-AABA0AF2B5F7}"/>
    <dgm:cxn modelId="{E52352EC-3088-4B05-B20B-9C2851409D52}" srcId="{B3BA966F-7A33-4567-AB8C-21297A87F70D}" destId="{1D64CA66-F4FF-458C-A329-FB36CA667828}" srcOrd="1" destOrd="0" parTransId="{CBC1F7C2-8FE5-4CED-BF53-FDB06FD38E16}" sibTransId="{3EB83CC0-52F5-4BBE-8B95-5249D7445B3D}"/>
    <dgm:cxn modelId="{9510EAD0-0592-47E8-A2B8-6F71487178BB}" srcId="{86B9E450-88D3-4218-ABF9-0BA9CD2C37A7}" destId="{B3BA966F-7A33-4567-AB8C-21297A87F70D}" srcOrd="1" destOrd="0" parTransId="{0049D9EF-FAB3-45EB-8C33-BFBED142E1AD}" sibTransId="{486A12AA-8C8B-454B-9775-78CF43210A19}"/>
    <dgm:cxn modelId="{D7BCFED8-E9A8-4F4C-989D-7BE6C236DF17}" type="presOf" srcId="{BF731363-DB3D-4AA5-80D3-6606D96B9051}" destId="{01035EBB-4CAB-4031-B966-265512CAA99B}" srcOrd="0" destOrd="0" presId="urn:microsoft.com/office/officeart/2008/layout/RadialCluster"/>
    <dgm:cxn modelId="{0DD91AE6-01F0-4F2B-B377-E2E65A93AB41}" type="presOf" srcId="{2AD583B3-6A47-4BC8-BB55-B006FF97F98A}" destId="{8BB2E4D6-E229-4E1C-867A-9FA3DC9BE234}" srcOrd="0" destOrd="0" presId="urn:microsoft.com/office/officeart/2008/layout/RadialCluster"/>
    <dgm:cxn modelId="{267DCAF2-70EC-4F73-93D3-8B470F2FD494}" type="presOf" srcId="{0B99C1DB-A2FC-40CB-9922-52FF1F3B3129}" destId="{123F159E-3995-4993-833E-6BE07DD62BB3}" srcOrd="0" destOrd="0" presId="urn:microsoft.com/office/officeart/2008/layout/RadialCluster"/>
    <dgm:cxn modelId="{DFA78C87-9DBB-483B-B3D5-DBB808F799CA}" type="presOf" srcId="{04D88F1D-6766-4779-94E7-42319F2866FF}" destId="{332E5D3E-26D5-4D6A-ACD2-32CB4A8F83CC}" srcOrd="0" destOrd="0" presId="urn:microsoft.com/office/officeart/2008/layout/RadialCluster"/>
    <dgm:cxn modelId="{A96771F8-39C3-4CAE-B2D7-4B43C8C73B00}" srcId="{48C1705B-6AF2-44C3-AE67-8370732A8C60}" destId="{3481FCD8-0127-4ABE-9E79-B7E04D1CA5DC}" srcOrd="2" destOrd="0" parTransId="{6CDCAEF4-7585-48EC-A7B6-C35DD31BFDDA}" sibTransId="{21181462-6BE4-4F8A-B4D1-437A88C254F4}"/>
    <dgm:cxn modelId="{8900B22F-EFA7-4A01-946F-86731B6E3D4B}" type="presOf" srcId="{8F25AF35-CE98-490B-B67E-853AD08A966E}" destId="{5438BB42-4318-463A-9DD1-26834997EF65}" srcOrd="0" destOrd="0" presId="urn:microsoft.com/office/officeart/2008/layout/RadialCluster"/>
    <dgm:cxn modelId="{FAFDF06C-115B-4123-BBD8-B5EBC60D9156}" srcId="{86B9E450-88D3-4218-ABF9-0BA9CD2C37A7}" destId="{4EB0FDB4-680C-45A9-AEEA-82C259508C58}" srcOrd="4" destOrd="0" parTransId="{2096782B-40C1-483F-89AC-FCDAA06E318B}" sibTransId="{0BD5A3BE-891A-4208-90C2-DBA451F725CC}"/>
    <dgm:cxn modelId="{312F11A0-91FF-468E-BF5C-4DE9BF161709}" srcId="{431E38AB-4E14-46E8-969C-136C85F3CF06}" destId="{4D28E44B-38BB-47C5-9DAC-35B2A3DB0912}" srcOrd="1" destOrd="0" parTransId="{2AD583B3-6A47-4BC8-BB55-B006FF97F98A}" sibTransId="{5A9789AD-9919-4B84-A9E7-AF65CC581BC4}"/>
    <dgm:cxn modelId="{2E9D66FF-FB14-4F0E-8756-C699B780C956}" srcId="{4EB0FDB4-680C-45A9-AEEA-82C259508C58}" destId="{71F4F07D-8527-4C1B-BBBA-5DAE34D98508}" srcOrd="2" destOrd="0" parTransId="{A3E871F3-DF94-4A9E-A8DB-D35867AD5AC8}" sibTransId="{DC6B64C6-628B-42C9-B60F-76A9479BA0E4}"/>
    <dgm:cxn modelId="{1147E6AF-91CF-42A8-967A-1476BF6B1647}" srcId="{D1F3DA70-8BF6-4AA8-ACDE-CF494FDA277F}" destId="{0A3C5422-4AAD-4234-B70C-8DE41F31ADA3}" srcOrd="0" destOrd="0" parTransId="{BF731363-DB3D-4AA5-80D3-6606D96B9051}" sibTransId="{2F5995A2-A932-4C26-B80C-F4D703264A87}"/>
    <dgm:cxn modelId="{C1C50CC9-D85A-41FD-89B1-2F56173F1FC0}" srcId="{86B9E450-88D3-4218-ABF9-0BA9CD2C37A7}" destId="{48C1705B-6AF2-44C3-AE67-8370732A8C60}" srcOrd="0" destOrd="0" parTransId="{64AD66CD-3F62-40C3-B3B1-43EF40852CE7}" sibTransId="{5EF27B0F-E621-497B-8E04-6D6C317B8158}"/>
    <dgm:cxn modelId="{ADF471C7-FB97-4B96-A4A9-58CCE2237429}" type="presOf" srcId="{0049D9EF-FAB3-45EB-8C33-BFBED142E1AD}" destId="{3DB3E55C-F1DE-4280-AA41-C1488394EBE7}" srcOrd="0" destOrd="0" presId="urn:microsoft.com/office/officeart/2008/layout/RadialCluster"/>
    <dgm:cxn modelId="{8F7D9A13-6C2C-4651-BFA4-3B1D6A03FEBF}" type="presOf" srcId="{C0A692CA-A4E4-411D-88FF-1D71A0EF288F}" destId="{344B5F89-2BA6-4CDC-819D-EEA0269E220E}" srcOrd="0" destOrd="0" presId="urn:microsoft.com/office/officeart/2008/layout/RadialCluster"/>
    <dgm:cxn modelId="{05F6B276-7A49-46C2-B159-C06A813D5CDF}" type="presOf" srcId="{2096782B-40C1-483F-89AC-FCDAA06E318B}" destId="{8FC41049-B195-4CFD-8333-4AC8E8A295E3}" srcOrd="0" destOrd="0" presId="urn:microsoft.com/office/officeart/2008/layout/RadialCluster"/>
    <dgm:cxn modelId="{135EA665-D509-4906-8847-6A177B8308BC}" type="presOf" srcId="{1D64CA66-F4FF-458C-A329-FB36CA667828}" destId="{2106C459-BF00-41CC-955D-D931ECE47E1B}" srcOrd="0" destOrd="0" presId="urn:microsoft.com/office/officeart/2008/layout/RadialCluster"/>
    <dgm:cxn modelId="{7CBB3DD8-5666-4CDA-9828-7ED96435478A}" srcId="{B3BA966F-7A33-4567-AB8C-21297A87F70D}" destId="{8F25AF35-CE98-490B-B67E-853AD08A966E}" srcOrd="3" destOrd="0" parTransId="{04D88F1D-6766-4779-94E7-42319F2866FF}" sibTransId="{4075E68B-11C4-451C-8E34-2FDD332E69E5}"/>
    <dgm:cxn modelId="{5A55511C-5792-4719-97FE-7E0C06DA7FF0}" srcId="{4EB0FDB4-680C-45A9-AEEA-82C259508C58}" destId="{578C0F5F-39C4-4D3B-A6AE-2ACBB61A0EFD}" srcOrd="0" destOrd="0" parTransId="{A93B4DA4-4C3F-475F-B2F6-175379C4AD72}" sibTransId="{74029DC5-1967-4B1B-ABCC-E805F330F2C3}"/>
    <dgm:cxn modelId="{465A2845-7668-4F84-B924-2B38664BCFA2}" type="presOf" srcId="{4D28E44B-38BB-47C5-9DAC-35B2A3DB0912}" destId="{D2F17281-8A85-4DB0-ADA8-670DE17FAA1E}" srcOrd="0" destOrd="0" presId="urn:microsoft.com/office/officeart/2008/layout/RadialCluster"/>
    <dgm:cxn modelId="{4757771B-4A1C-4348-BFA5-0F1DF43D5146}" type="presOf" srcId="{EEB82972-E422-42AC-98C6-30CD7C17AC5E}" destId="{EB108DC9-0838-411C-8CB2-F1D24259EB4F}" srcOrd="0" destOrd="0" presId="urn:microsoft.com/office/officeart/2008/layout/RadialCluster"/>
    <dgm:cxn modelId="{F93BFC4E-9CC7-4022-90EF-403577F411E1}" srcId="{48C1705B-6AF2-44C3-AE67-8370732A8C60}" destId="{9ADCDF43-287D-4CDA-87BE-AFD54DE8DA43}" srcOrd="1" destOrd="0" parTransId="{F8166538-1B82-45CC-B2E4-991CE74B8477}" sibTransId="{177FD947-AF89-4EF7-84CA-DD13F50B73C7}"/>
    <dgm:cxn modelId="{3F7575C4-F057-4CD1-B0EF-078DEEA33B00}" type="presOf" srcId="{A3E871F3-DF94-4A9E-A8DB-D35867AD5AC8}" destId="{7BA36DA3-FE52-4D75-AC7F-8253A8FC18B1}" srcOrd="0" destOrd="0" presId="urn:microsoft.com/office/officeart/2008/layout/RadialCluster"/>
    <dgm:cxn modelId="{6DFAC460-4A13-4BCA-953C-B95338FD8005}" type="presOf" srcId="{A8050A4A-3213-4885-8540-A5A05BF0F1CE}" destId="{C8906E9E-D37E-491B-8702-A82873F8CDE6}" srcOrd="0" destOrd="0" presId="urn:microsoft.com/office/officeart/2008/layout/RadialCluster"/>
    <dgm:cxn modelId="{4C41DA68-9D05-4771-BED1-AA5BFD3CC02D}" type="presOf" srcId="{E49F19A3-2A2F-46A3-94D5-5E6900D4547B}" destId="{C0C714EA-B363-4DDE-9A86-84372E5C9B55}" srcOrd="0" destOrd="0" presId="urn:microsoft.com/office/officeart/2008/layout/RadialCluster"/>
    <dgm:cxn modelId="{9DE8300B-6993-49E3-B9F8-37C14F5CE793}" type="presOf" srcId="{9ADCDF43-287D-4CDA-87BE-AFD54DE8DA43}" destId="{9EEB53B9-FC4E-45CD-B884-8F5882D83F61}" srcOrd="0" destOrd="0" presId="urn:microsoft.com/office/officeart/2008/layout/RadialCluster"/>
    <dgm:cxn modelId="{F86B6D72-0934-4211-B643-6ECA8F8D88E8}" type="presOf" srcId="{86B9E450-88D3-4218-ABF9-0BA9CD2C37A7}" destId="{D1FDE7EE-C6E9-4F08-8E2B-C1B2EC229AC5}" srcOrd="0" destOrd="0" presId="urn:microsoft.com/office/officeart/2008/layout/RadialCluster"/>
    <dgm:cxn modelId="{2E7627C0-FA8C-4FDC-9BA2-E0E44AD46DB2}" type="presOf" srcId="{25DF76CA-0D67-4F1C-8B2B-BE21437B900C}" destId="{D9F7AD67-E476-4F62-8E80-56A3023D5FE6}" srcOrd="0" destOrd="0" presId="urn:microsoft.com/office/officeart/2008/layout/RadialCluster"/>
    <dgm:cxn modelId="{2964A9A3-F892-445A-84FE-5BBB98C6161B}" srcId="{431E38AB-4E14-46E8-969C-136C85F3CF06}" destId="{52B88600-9039-48E0-915B-45DC3E6CF996}" srcOrd="0" destOrd="0" parTransId="{C0A692CA-A4E4-411D-88FF-1D71A0EF288F}" sibTransId="{AC19D953-84FD-4C98-ACF7-99F15B21FC82}"/>
    <dgm:cxn modelId="{B9204D6D-5A50-40CD-88A3-F7BFA333CF08}" type="presOf" srcId="{5DD044FC-EF30-4DDC-97C4-A0D76CDB551E}" destId="{E1FB2B77-CF13-4FEF-8A1B-F2CE3220C5F4}" srcOrd="0" destOrd="0" presId="urn:microsoft.com/office/officeart/2008/layout/RadialCluster"/>
    <dgm:cxn modelId="{84B8A2C9-4C00-4452-B61E-1F5FE614142E}" type="presOf" srcId="{F8166538-1B82-45CC-B2E4-991CE74B8477}" destId="{CCE8481F-8F16-4089-9C11-03069098A0D3}" srcOrd="0" destOrd="0" presId="urn:microsoft.com/office/officeart/2008/layout/RadialCluster"/>
    <dgm:cxn modelId="{6B4B98B5-D4F1-422B-926A-30CBFA2F4FFD}" type="presParOf" srcId="{8E3E59A8-4652-47FE-9B44-93E7AFCDDBCD}" destId="{D1FDE7EE-C6E9-4F08-8E2B-C1B2EC229AC5}" srcOrd="0" destOrd="0" presId="urn:microsoft.com/office/officeart/2008/layout/RadialCluster"/>
    <dgm:cxn modelId="{C180824A-24F6-4083-9F75-0C7F8E9228E4}" type="presParOf" srcId="{8E3E59A8-4652-47FE-9B44-93E7AFCDDBCD}" destId="{9F359F57-2433-4ADA-AD46-D3953E8E4E8B}" srcOrd="1" destOrd="0" presId="urn:microsoft.com/office/officeart/2008/layout/RadialCluster"/>
    <dgm:cxn modelId="{581292D9-D4A0-4918-9AF4-FCDD624A1B1D}" type="presParOf" srcId="{9F359F57-2433-4ADA-AD46-D3953E8E4E8B}" destId="{A062DD24-C01B-4233-A409-472FE2ACC0DC}" srcOrd="0" destOrd="0" presId="urn:microsoft.com/office/officeart/2008/layout/RadialCluster"/>
    <dgm:cxn modelId="{6347DAFF-9B93-49B5-9904-D74BEA93593D}" type="presParOf" srcId="{9F359F57-2433-4ADA-AD46-D3953E8E4E8B}" destId="{123F159E-3995-4993-833E-6BE07DD62BB3}" srcOrd="1" destOrd="0" presId="urn:microsoft.com/office/officeart/2008/layout/RadialCluster"/>
    <dgm:cxn modelId="{0E0BB926-7458-4E4E-A231-1076F0D4A9D0}" type="presParOf" srcId="{9F359F57-2433-4ADA-AD46-D3953E8E4E8B}" destId="{6E269775-938E-4D2C-8140-ABB95301EF02}" srcOrd="2" destOrd="0" presId="urn:microsoft.com/office/officeart/2008/layout/RadialCluster"/>
    <dgm:cxn modelId="{A7E389EC-52E9-48DE-8A74-33821904B4A3}" type="presParOf" srcId="{9F359F57-2433-4ADA-AD46-D3953E8E4E8B}" destId="{CCE8481F-8F16-4089-9C11-03069098A0D3}" srcOrd="3" destOrd="0" presId="urn:microsoft.com/office/officeart/2008/layout/RadialCluster"/>
    <dgm:cxn modelId="{8304AFD0-CAE6-4049-BA99-AE591C0828C6}" type="presParOf" srcId="{9F359F57-2433-4ADA-AD46-D3953E8E4E8B}" destId="{9EEB53B9-FC4E-45CD-B884-8F5882D83F61}" srcOrd="4" destOrd="0" presId="urn:microsoft.com/office/officeart/2008/layout/RadialCluster"/>
    <dgm:cxn modelId="{1D4628E3-E55B-484B-AA22-8ADC0DF7F8B4}" type="presParOf" srcId="{9F359F57-2433-4ADA-AD46-D3953E8E4E8B}" destId="{7E2423E0-E5CE-4F6A-9653-9B41371E12C3}" srcOrd="5" destOrd="0" presId="urn:microsoft.com/office/officeart/2008/layout/RadialCluster"/>
    <dgm:cxn modelId="{E563B1EE-F47F-4193-B7E3-9F8B97380C73}" type="presParOf" srcId="{9F359F57-2433-4ADA-AD46-D3953E8E4E8B}" destId="{C81C4D02-27B0-4A95-B040-118B8C1E17F2}" srcOrd="6" destOrd="0" presId="urn:microsoft.com/office/officeart/2008/layout/RadialCluster"/>
    <dgm:cxn modelId="{E6C13E59-DD1E-4026-9B10-214A430D8643}" type="presParOf" srcId="{8E3E59A8-4652-47FE-9B44-93E7AFCDDBCD}" destId="{1308AD1D-18A1-4683-96CB-0C94A5317668}" srcOrd="2" destOrd="0" presId="urn:microsoft.com/office/officeart/2008/layout/RadialCluster"/>
    <dgm:cxn modelId="{DBD6F5BA-9D27-415A-ABB8-3FDDEFA7733F}" type="presParOf" srcId="{8E3E59A8-4652-47FE-9B44-93E7AFCDDBCD}" destId="{CF80900F-480A-44D7-8BFC-D204CE9DB24B}" srcOrd="3" destOrd="0" presId="urn:microsoft.com/office/officeart/2008/layout/RadialCluster"/>
    <dgm:cxn modelId="{9F06DA03-BAC5-4532-9314-53FC8F67F825}" type="presParOf" srcId="{CF80900F-480A-44D7-8BFC-D204CE9DB24B}" destId="{52C487EE-4D29-4A65-A7A5-556C0A4E9151}" srcOrd="0" destOrd="0" presId="urn:microsoft.com/office/officeart/2008/layout/RadialCluster"/>
    <dgm:cxn modelId="{EF5B3853-3EE8-4EFB-94F0-3C8F9D1B4495}" type="presParOf" srcId="{CF80900F-480A-44D7-8BFC-D204CE9DB24B}" destId="{D111887A-AFBE-461E-8AD3-8047BDAE3D99}" srcOrd="1" destOrd="0" presId="urn:microsoft.com/office/officeart/2008/layout/RadialCluster"/>
    <dgm:cxn modelId="{5AD8A51B-0C17-47B0-B7D7-1072575FF752}" type="presParOf" srcId="{CF80900F-480A-44D7-8BFC-D204CE9DB24B}" destId="{9C6A1187-DC35-4F01-9C8E-C9C8D786C61C}" srcOrd="2" destOrd="0" presId="urn:microsoft.com/office/officeart/2008/layout/RadialCluster"/>
    <dgm:cxn modelId="{8A07F728-A9F2-4263-B1E6-B1A3B2693808}" type="presParOf" srcId="{CF80900F-480A-44D7-8BFC-D204CE9DB24B}" destId="{88ED63E6-AFD9-4D76-A895-BD9889FD4F91}" srcOrd="3" destOrd="0" presId="urn:microsoft.com/office/officeart/2008/layout/RadialCluster"/>
    <dgm:cxn modelId="{65D25800-B983-4F33-A139-53EC1671E5DB}" type="presParOf" srcId="{CF80900F-480A-44D7-8BFC-D204CE9DB24B}" destId="{2106C459-BF00-41CC-955D-D931ECE47E1B}" srcOrd="4" destOrd="0" presId="urn:microsoft.com/office/officeart/2008/layout/RadialCluster"/>
    <dgm:cxn modelId="{BBEA5236-DE1B-4BE3-8CAB-CB69E0059C6A}" type="presParOf" srcId="{CF80900F-480A-44D7-8BFC-D204CE9DB24B}" destId="{FF8856DA-8C9B-4E81-B26E-7543AAAD45C1}" srcOrd="5" destOrd="0" presId="urn:microsoft.com/office/officeart/2008/layout/RadialCluster"/>
    <dgm:cxn modelId="{F1FBF989-2A19-4132-824B-495BAFF7BDBC}" type="presParOf" srcId="{CF80900F-480A-44D7-8BFC-D204CE9DB24B}" destId="{DDA273B0-8D8C-4383-8D41-3E5DA5846DA3}" srcOrd="6" destOrd="0" presId="urn:microsoft.com/office/officeart/2008/layout/RadialCluster"/>
    <dgm:cxn modelId="{C5B964EE-2EFF-4650-9012-3F59A7B2AFD1}" type="presParOf" srcId="{CF80900F-480A-44D7-8BFC-D204CE9DB24B}" destId="{332E5D3E-26D5-4D6A-ACD2-32CB4A8F83CC}" srcOrd="7" destOrd="0" presId="urn:microsoft.com/office/officeart/2008/layout/RadialCluster"/>
    <dgm:cxn modelId="{3F182FC9-50F2-4201-AB7E-706114A6A881}" type="presParOf" srcId="{CF80900F-480A-44D7-8BFC-D204CE9DB24B}" destId="{5438BB42-4318-463A-9DD1-26834997EF65}" srcOrd="8" destOrd="0" presId="urn:microsoft.com/office/officeart/2008/layout/RadialCluster"/>
    <dgm:cxn modelId="{6AC6AECF-55BF-459B-AA76-3D57D168299B}" type="presParOf" srcId="{CF80900F-480A-44D7-8BFC-D204CE9DB24B}" destId="{E1FB2B77-CF13-4FEF-8A1B-F2CE3220C5F4}" srcOrd="9" destOrd="0" presId="urn:microsoft.com/office/officeart/2008/layout/RadialCluster"/>
    <dgm:cxn modelId="{6454164A-B082-4154-8E91-1D114C1D5E1C}" type="presParOf" srcId="{CF80900F-480A-44D7-8BFC-D204CE9DB24B}" destId="{A5B3C8CA-7623-4C93-9D62-A6B93BCA4231}" srcOrd="10" destOrd="0" presId="urn:microsoft.com/office/officeart/2008/layout/RadialCluster"/>
    <dgm:cxn modelId="{FA135215-42F5-4C3B-A191-6CA963A49E00}" type="presParOf" srcId="{8E3E59A8-4652-47FE-9B44-93E7AFCDDBCD}" destId="{3DB3E55C-F1DE-4280-AA41-C1488394EBE7}" srcOrd="4" destOrd="0" presId="urn:microsoft.com/office/officeart/2008/layout/RadialCluster"/>
    <dgm:cxn modelId="{EAC4D120-9127-4ABC-9463-B736CFFFBAD4}" type="presParOf" srcId="{8E3E59A8-4652-47FE-9B44-93E7AFCDDBCD}" destId="{55ACF2EF-7875-4B5D-AA56-54D916E63FB4}" srcOrd="5" destOrd="0" presId="urn:microsoft.com/office/officeart/2008/layout/RadialCluster"/>
    <dgm:cxn modelId="{4F0AEA6A-854D-4594-9BC0-C236713DB0E8}" type="presParOf" srcId="{55ACF2EF-7875-4B5D-AA56-54D916E63FB4}" destId="{338533EE-F8E2-4941-A06B-F829BA6B7439}" srcOrd="0" destOrd="0" presId="urn:microsoft.com/office/officeart/2008/layout/RadialCluster"/>
    <dgm:cxn modelId="{E8FD2EB8-7A44-47D5-BCA0-1FEB5284A7A3}" type="presParOf" srcId="{55ACF2EF-7875-4B5D-AA56-54D916E63FB4}" destId="{344B5F89-2BA6-4CDC-819D-EEA0269E220E}" srcOrd="1" destOrd="0" presId="urn:microsoft.com/office/officeart/2008/layout/RadialCluster"/>
    <dgm:cxn modelId="{16EC356D-50F4-4D8A-9894-5AA247B9BC6B}" type="presParOf" srcId="{55ACF2EF-7875-4B5D-AA56-54D916E63FB4}" destId="{BC77F89A-25C5-49CF-BBC5-3658A4BA31B9}" srcOrd="2" destOrd="0" presId="urn:microsoft.com/office/officeart/2008/layout/RadialCluster"/>
    <dgm:cxn modelId="{3781D853-DAE5-4654-8FF1-9084C643F998}" type="presParOf" srcId="{55ACF2EF-7875-4B5D-AA56-54D916E63FB4}" destId="{8BB2E4D6-E229-4E1C-867A-9FA3DC9BE234}" srcOrd="3" destOrd="0" presId="urn:microsoft.com/office/officeart/2008/layout/RadialCluster"/>
    <dgm:cxn modelId="{B721D78C-26C5-4DBB-96F5-383FD931FD31}" type="presParOf" srcId="{55ACF2EF-7875-4B5D-AA56-54D916E63FB4}" destId="{D2F17281-8A85-4DB0-ADA8-670DE17FAA1E}" srcOrd="4" destOrd="0" presId="urn:microsoft.com/office/officeart/2008/layout/RadialCluster"/>
    <dgm:cxn modelId="{DB2133A0-E13B-419F-BD08-895CD294FD60}" type="presParOf" srcId="{55ACF2EF-7875-4B5D-AA56-54D916E63FB4}" destId="{C28CDF67-6D68-46FF-9492-08BF2EE5AFA2}" srcOrd="5" destOrd="0" presId="urn:microsoft.com/office/officeart/2008/layout/RadialCluster"/>
    <dgm:cxn modelId="{0B44E1D3-ED27-4E4F-A6FE-0011E95F69D9}" type="presParOf" srcId="{55ACF2EF-7875-4B5D-AA56-54D916E63FB4}" destId="{C45BD6D3-5ABA-43D2-9740-2FCB487592A3}" srcOrd="6" destOrd="0" presId="urn:microsoft.com/office/officeart/2008/layout/RadialCluster"/>
    <dgm:cxn modelId="{D87A90E1-F8AF-425F-A5A9-2A651591AE83}" type="presParOf" srcId="{8E3E59A8-4652-47FE-9B44-93E7AFCDDBCD}" destId="{D9F7AD67-E476-4F62-8E80-56A3023D5FE6}" srcOrd="6" destOrd="0" presId="urn:microsoft.com/office/officeart/2008/layout/RadialCluster"/>
    <dgm:cxn modelId="{AAA21937-3E3D-4939-B9FB-64CD9DC55FD1}" type="presParOf" srcId="{8E3E59A8-4652-47FE-9B44-93E7AFCDDBCD}" destId="{BE29135C-022E-42D9-9206-23D4544AFD1F}" srcOrd="7" destOrd="0" presId="urn:microsoft.com/office/officeart/2008/layout/RadialCluster"/>
    <dgm:cxn modelId="{44D83B7C-D461-483F-9131-1ED1A16FD2E4}" type="presParOf" srcId="{BE29135C-022E-42D9-9206-23D4544AFD1F}" destId="{4DE54E37-4AC2-48C5-A31B-FA925BA84460}" srcOrd="0" destOrd="0" presId="urn:microsoft.com/office/officeart/2008/layout/RadialCluster"/>
    <dgm:cxn modelId="{4FE8AC63-8E4E-4C6E-A0A7-43BCB52474FA}" type="presParOf" srcId="{BE29135C-022E-42D9-9206-23D4544AFD1F}" destId="{01035EBB-4CAB-4031-B966-265512CAA99B}" srcOrd="1" destOrd="0" presId="urn:microsoft.com/office/officeart/2008/layout/RadialCluster"/>
    <dgm:cxn modelId="{29522487-EED2-4FC7-8FA3-9E5CDF53E9D3}" type="presParOf" srcId="{BE29135C-022E-42D9-9206-23D4544AFD1F}" destId="{0A077060-075A-4519-B8EB-B87971984D83}" srcOrd="2" destOrd="0" presId="urn:microsoft.com/office/officeart/2008/layout/RadialCluster"/>
    <dgm:cxn modelId="{3CB10693-DFB3-4445-926A-1A9BB587B7A3}" type="presParOf" srcId="{BE29135C-022E-42D9-9206-23D4544AFD1F}" destId="{EB108DC9-0838-411C-8CB2-F1D24259EB4F}" srcOrd="3" destOrd="0" presId="urn:microsoft.com/office/officeart/2008/layout/RadialCluster"/>
    <dgm:cxn modelId="{F99A8C0F-D037-485B-A457-A20CAF74D7E1}" type="presParOf" srcId="{BE29135C-022E-42D9-9206-23D4544AFD1F}" destId="{5C8FC5C9-8D36-4137-9D6D-8E61135A5BF0}" srcOrd="4" destOrd="0" presId="urn:microsoft.com/office/officeart/2008/layout/RadialCluster"/>
    <dgm:cxn modelId="{D0D2C1AB-CCC8-4902-8BFC-1F652894C65C}" type="presParOf" srcId="{BE29135C-022E-42D9-9206-23D4544AFD1F}" destId="{B18675EB-FB59-45F6-B693-69D0F201C75B}" srcOrd="5" destOrd="0" presId="urn:microsoft.com/office/officeart/2008/layout/RadialCluster"/>
    <dgm:cxn modelId="{0A61B697-6853-4C0E-AC4C-57360C1FB0F9}" type="presParOf" srcId="{BE29135C-022E-42D9-9206-23D4544AFD1F}" destId="{A9612961-F5CA-4D68-8ECC-E2F14A773582}" srcOrd="6" destOrd="0" presId="urn:microsoft.com/office/officeart/2008/layout/RadialCluster"/>
    <dgm:cxn modelId="{83E56AA0-A806-4F1D-BE62-AED018DFF18E}" type="presParOf" srcId="{8E3E59A8-4652-47FE-9B44-93E7AFCDDBCD}" destId="{9DB5187A-A3E9-4A64-9FD1-F56B64122B13}" srcOrd="8" destOrd="0" presId="urn:microsoft.com/office/officeart/2008/layout/RadialCluster"/>
    <dgm:cxn modelId="{AF43733B-F6BC-4B6A-8920-6CFB679D799F}" type="presParOf" srcId="{8E3E59A8-4652-47FE-9B44-93E7AFCDDBCD}" destId="{EC7CBEE7-EB35-4C20-9265-59B1E65D8BEB}" srcOrd="9" destOrd="0" presId="urn:microsoft.com/office/officeart/2008/layout/RadialCluster"/>
    <dgm:cxn modelId="{D461E83B-636F-47D2-BF2F-24411FE7EF2D}" type="presParOf" srcId="{EC7CBEE7-EB35-4C20-9265-59B1E65D8BEB}" destId="{C785D16D-21F0-47FA-B781-18D1E5330133}" srcOrd="0" destOrd="0" presId="urn:microsoft.com/office/officeart/2008/layout/RadialCluster"/>
    <dgm:cxn modelId="{AD0C2A71-85DE-41DD-9D68-70C338B08DC5}" type="presParOf" srcId="{EC7CBEE7-EB35-4C20-9265-59B1E65D8BEB}" destId="{E0405F32-D372-45FE-84C8-7FD06A0AA65D}" srcOrd="1" destOrd="0" presId="urn:microsoft.com/office/officeart/2008/layout/RadialCluster"/>
    <dgm:cxn modelId="{BEDF0F5B-5355-475E-A4F4-D69D023A882B}" type="presParOf" srcId="{EC7CBEE7-EB35-4C20-9265-59B1E65D8BEB}" destId="{D651CD8F-01FD-476D-99D4-3E137B67F294}" srcOrd="2" destOrd="0" presId="urn:microsoft.com/office/officeart/2008/layout/RadialCluster"/>
    <dgm:cxn modelId="{CFEFCC83-117B-4446-AB3A-EC85A8DBA9F8}" type="presParOf" srcId="{EC7CBEE7-EB35-4C20-9265-59B1E65D8BEB}" destId="{C8906E9E-D37E-491B-8702-A82873F8CDE6}" srcOrd="3" destOrd="0" presId="urn:microsoft.com/office/officeart/2008/layout/RadialCluster"/>
    <dgm:cxn modelId="{5E758193-17CA-49EC-8CA2-EA2584B333F3}" type="presParOf" srcId="{EC7CBEE7-EB35-4C20-9265-59B1E65D8BEB}" destId="{C0C714EA-B363-4DDE-9A86-84372E5C9B55}" srcOrd="4" destOrd="0" presId="urn:microsoft.com/office/officeart/2008/layout/RadialCluster"/>
    <dgm:cxn modelId="{EF370100-FEC4-4C8D-8571-8A54163F8869}" type="presParOf" srcId="{EC7CBEE7-EB35-4C20-9265-59B1E65D8BEB}" destId="{7BA36DA3-FE52-4D75-AC7F-8253A8FC18B1}" srcOrd="5" destOrd="0" presId="urn:microsoft.com/office/officeart/2008/layout/RadialCluster"/>
    <dgm:cxn modelId="{1DB9AEAD-7240-4DB6-A65F-6E60678D6490}" type="presParOf" srcId="{EC7CBEE7-EB35-4C20-9265-59B1E65D8BEB}" destId="{4C45D013-4891-4960-B495-6BBEF0FFE4A7}" srcOrd="6" destOrd="0" presId="urn:microsoft.com/office/officeart/2008/layout/RadialCluster"/>
    <dgm:cxn modelId="{32CEBAD3-D116-4F6E-A8CE-F544FFA49A95}" type="presParOf" srcId="{8E3E59A8-4652-47FE-9B44-93E7AFCDDBCD}" destId="{8FC41049-B195-4CFD-8333-4AC8E8A295E3}" srcOrd="10" destOrd="0" presId="urn:microsoft.com/office/officeart/2008/layout/RadialCluster"/>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21EF8F-6AC8-4660-8008-692FF5C431B5}" type="doc">
      <dgm:prSet loTypeId="urn:microsoft.com/office/officeart/2008/layout/RadialCluster" loCatId="cycle" qsTypeId="urn:microsoft.com/office/officeart/2005/8/quickstyle/simple1" qsCatId="simple" csTypeId="urn:microsoft.com/office/officeart/2005/8/colors/accent1_2" csCatId="accent1" phldr="1"/>
      <dgm:spPr/>
      <dgm:t>
        <a:bodyPr/>
        <a:lstStyle/>
        <a:p>
          <a:endParaRPr lang="en-US"/>
        </a:p>
      </dgm:t>
    </dgm:pt>
    <dgm:pt modelId="{40326FA7-3222-42DA-B6A8-05226E34D733}">
      <dgm:prSet phldrT="[Text]" custT="1"/>
      <dgm:spPr/>
      <dgm:t>
        <a:bodyPr/>
        <a:lstStyle/>
        <a:p>
          <a:r>
            <a:rPr lang="en-US" sz="2900" dirty="0" smtClean="0"/>
            <a:t>LlamaIndex</a:t>
          </a:r>
          <a:endParaRPr lang="en-US" sz="2900" dirty="0"/>
        </a:p>
      </dgm:t>
    </dgm:pt>
    <dgm:pt modelId="{1964314F-8A05-4E50-8728-6BCB84CC46A0}" type="parTrans" cxnId="{43F365F0-D932-4AE4-B1B3-E703E30EDE1E}">
      <dgm:prSet/>
      <dgm:spPr/>
      <dgm:t>
        <a:bodyPr/>
        <a:lstStyle/>
        <a:p>
          <a:endParaRPr lang="en-US"/>
        </a:p>
      </dgm:t>
    </dgm:pt>
    <dgm:pt modelId="{ACD69142-9CC5-431C-8014-94B8B67FA6C2}" type="sibTrans" cxnId="{43F365F0-D932-4AE4-B1B3-E703E30EDE1E}">
      <dgm:prSet/>
      <dgm:spPr/>
      <dgm:t>
        <a:bodyPr/>
        <a:lstStyle/>
        <a:p>
          <a:endParaRPr lang="en-US"/>
        </a:p>
      </dgm:t>
    </dgm:pt>
    <dgm:pt modelId="{CF7C347E-F1CC-4A18-96ED-66C826D6C5A2}">
      <dgm:prSet phldrT="[Text]"/>
      <dgm:spPr/>
      <dgm:t>
        <a:bodyPr/>
        <a:lstStyle/>
        <a:p>
          <a:r>
            <a:rPr lang="en-US" dirty="0" smtClean="0"/>
            <a:t>Core</a:t>
          </a:r>
          <a:endParaRPr lang="en-US" dirty="0"/>
        </a:p>
      </dgm:t>
    </dgm:pt>
    <dgm:pt modelId="{FDDBDE20-8845-4E8B-A0A7-4627FABD5973}" type="parTrans" cxnId="{0E6E1122-97C8-49AA-A7DA-EEE1521791C9}">
      <dgm:prSet/>
      <dgm:spPr/>
      <dgm:t>
        <a:bodyPr/>
        <a:lstStyle/>
        <a:p>
          <a:endParaRPr lang="en-US"/>
        </a:p>
      </dgm:t>
    </dgm:pt>
    <dgm:pt modelId="{831CA053-DE66-498D-84B0-2DCD615F0218}" type="sibTrans" cxnId="{0E6E1122-97C8-49AA-A7DA-EEE1521791C9}">
      <dgm:prSet/>
      <dgm:spPr/>
      <dgm:t>
        <a:bodyPr/>
        <a:lstStyle/>
        <a:p>
          <a:endParaRPr lang="en-US"/>
        </a:p>
      </dgm:t>
    </dgm:pt>
    <dgm:pt modelId="{D84FA030-CD28-4968-A796-91B2E844FA32}">
      <dgm:prSet phldrT="[Text]"/>
      <dgm:spPr/>
      <dgm:t>
        <a:bodyPr/>
        <a:lstStyle/>
        <a:p>
          <a:r>
            <a:rPr lang="en-US" dirty="0" smtClean="0"/>
            <a:t>Tools</a:t>
          </a:r>
          <a:endParaRPr lang="en-US" dirty="0"/>
        </a:p>
      </dgm:t>
    </dgm:pt>
    <dgm:pt modelId="{ECA29023-56AE-4225-86D3-FD6BD3E61120}" type="parTrans" cxnId="{273C57E1-E982-4308-A22F-63601E1EBE34}">
      <dgm:prSet/>
      <dgm:spPr/>
      <dgm:t>
        <a:bodyPr/>
        <a:lstStyle/>
        <a:p>
          <a:endParaRPr lang="en-US"/>
        </a:p>
      </dgm:t>
    </dgm:pt>
    <dgm:pt modelId="{06E8B101-49CB-4B42-BBB9-7541C3D89A30}" type="sibTrans" cxnId="{273C57E1-E982-4308-A22F-63601E1EBE34}">
      <dgm:prSet/>
      <dgm:spPr/>
      <dgm:t>
        <a:bodyPr/>
        <a:lstStyle/>
        <a:p>
          <a:endParaRPr lang="en-US"/>
        </a:p>
      </dgm:t>
    </dgm:pt>
    <dgm:pt modelId="{67A4D099-FA47-4BBB-A4CF-A5D8C45495D3}">
      <dgm:prSet phldrT="[Text]"/>
      <dgm:spPr/>
      <dgm:t>
        <a:bodyPr/>
        <a:lstStyle/>
        <a:p>
          <a:r>
            <a:rPr lang="en-US" dirty="0" smtClean="0"/>
            <a:t>LLMs</a:t>
          </a:r>
          <a:endParaRPr lang="en-US" dirty="0"/>
        </a:p>
      </dgm:t>
    </dgm:pt>
    <dgm:pt modelId="{C0F577E3-D26C-4547-8920-B17C05ED76CA}" type="parTrans" cxnId="{0A2E568D-5830-4E67-9288-826937A660AC}">
      <dgm:prSet/>
      <dgm:spPr/>
      <dgm:t>
        <a:bodyPr/>
        <a:lstStyle/>
        <a:p>
          <a:endParaRPr lang="en-US"/>
        </a:p>
      </dgm:t>
    </dgm:pt>
    <dgm:pt modelId="{681FCA9E-28B6-4DF8-9C43-87B87732C29F}" type="sibTrans" cxnId="{0A2E568D-5830-4E67-9288-826937A660AC}">
      <dgm:prSet/>
      <dgm:spPr/>
      <dgm:t>
        <a:bodyPr/>
        <a:lstStyle/>
        <a:p>
          <a:endParaRPr lang="en-US"/>
        </a:p>
      </dgm:t>
    </dgm:pt>
    <dgm:pt modelId="{DEC74C0E-666B-4B6C-96D9-7B6C90A92C3B}">
      <dgm:prSet phldrT="[Text]" custT="1"/>
      <dgm:spPr/>
      <dgm:t>
        <a:bodyPr/>
        <a:lstStyle/>
        <a:p>
          <a:r>
            <a:rPr lang="en-US" sz="1600" dirty="0" smtClean="0"/>
            <a:t>Vector</a:t>
          </a:r>
        </a:p>
        <a:p>
          <a:r>
            <a:rPr lang="en-US" sz="1600" dirty="0" smtClean="0"/>
            <a:t>Store</a:t>
          </a:r>
        </a:p>
        <a:p>
          <a:r>
            <a:rPr lang="en-US" sz="1600" dirty="0" smtClean="0"/>
            <a:t>Index</a:t>
          </a:r>
          <a:endParaRPr lang="en-US" sz="1600" dirty="0"/>
        </a:p>
      </dgm:t>
    </dgm:pt>
    <dgm:pt modelId="{3CA12B36-CC79-4571-B54A-4861448EB322}" type="parTrans" cxnId="{CBA29179-7542-4D25-A4E9-B5A90EA1DC6A}">
      <dgm:prSet/>
      <dgm:spPr/>
      <dgm:t>
        <a:bodyPr/>
        <a:lstStyle/>
        <a:p>
          <a:endParaRPr lang="en-US"/>
        </a:p>
      </dgm:t>
    </dgm:pt>
    <dgm:pt modelId="{7E2C65F1-40F0-4A1D-B948-6404064FA17D}" type="sibTrans" cxnId="{CBA29179-7542-4D25-A4E9-B5A90EA1DC6A}">
      <dgm:prSet/>
      <dgm:spPr/>
      <dgm:t>
        <a:bodyPr/>
        <a:lstStyle/>
        <a:p>
          <a:endParaRPr lang="en-US"/>
        </a:p>
      </dgm:t>
    </dgm:pt>
    <dgm:pt modelId="{0FBDACB3-FBF3-4E29-B339-23EE11347DC0}">
      <dgm:prSet phldrT="[Text]" custT="1"/>
      <dgm:spPr/>
      <dgm:t>
        <a:bodyPr/>
        <a:lstStyle/>
        <a:p>
          <a:r>
            <a:rPr lang="en-US" sz="1600" dirty="0" smtClean="0"/>
            <a:t>Service</a:t>
          </a:r>
        </a:p>
        <a:p>
          <a:r>
            <a:rPr lang="en-US" sz="1600" dirty="0" smtClean="0"/>
            <a:t>Context</a:t>
          </a:r>
          <a:endParaRPr lang="en-US" sz="1600" dirty="0"/>
        </a:p>
      </dgm:t>
    </dgm:pt>
    <dgm:pt modelId="{69627721-058D-4D09-BC09-6AC8E23F05B2}" type="parTrans" cxnId="{0CF62791-29A8-469A-85EC-A18D8F403C59}">
      <dgm:prSet/>
      <dgm:spPr/>
      <dgm:t>
        <a:bodyPr/>
        <a:lstStyle/>
        <a:p>
          <a:endParaRPr lang="en-US"/>
        </a:p>
      </dgm:t>
    </dgm:pt>
    <dgm:pt modelId="{8B57FB53-EC72-4189-9EB5-6A346C04307C}" type="sibTrans" cxnId="{0CF62791-29A8-469A-85EC-A18D8F403C59}">
      <dgm:prSet/>
      <dgm:spPr/>
      <dgm:t>
        <a:bodyPr/>
        <a:lstStyle/>
        <a:p>
          <a:endParaRPr lang="en-US"/>
        </a:p>
      </dgm:t>
    </dgm:pt>
    <dgm:pt modelId="{25B36B2E-69E0-4C82-A1DE-293356BCFAA3}">
      <dgm:prSet phldrT="[Text]" custT="1"/>
      <dgm:spPr/>
      <dgm:t>
        <a:bodyPr/>
        <a:lstStyle/>
        <a:p>
          <a:r>
            <a:rPr lang="en-US" sz="1600" dirty="0" smtClean="0"/>
            <a:t>Simple</a:t>
          </a:r>
        </a:p>
        <a:p>
          <a:r>
            <a:rPr lang="en-US" sz="1600" dirty="0" smtClean="0"/>
            <a:t>Directory</a:t>
          </a:r>
        </a:p>
        <a:p>
          <a:r>
            <a:rPr lang="en-US" sz="1600" dirty="0" smtClean="0"/>
            <a:t>Reader</a:t>
          </a:r>
          <a:endParaRPr lang="en-US" sz="1600" dirty="0"/>
        </a:p>
      </dgm:t>
    </dgm:pt>
    <dgm:pt modelId="{226EA0AB-7C51-47E8-B0FE-45B0DF73716D}" type="parTrans" cxnId="{A6AB18A9-95AA-4483-AD90-2C6AC6B9CFC6}">
      <dgm:prSet/>
      <dgm:spPr/>
      <dgm:t>
        <a:bodyPr/>
        <a:lstStyle/>
        <a:p>
          <a:endParaRPr lang="en-US"/>
        </a:p>
      </dgm:t>
    </dgm:pt>
    <dgm:pt modelId="{FAD4ABFB-AD8B-48F0-9D41-7C5AEE89D8A9}" type="sibTrans" cxnId="{A6AB18A9-95AA-4483-AD90-2C6AC6B9CFC6}">
      <dgm:prSet/>
      <dgm:spPr/>
      <dgm:t>
        <a:bodyPr/>
        <a:lstStyle/>
        <a:p>
          <a:endParaRPr lang="en-US"/>
        </a:p>
      </dgm:t>
    </dgm:pt>
    <dgm:pt modelId="{D844B62A-5A44-4100-94A0-0A513452C7D7}">
      <dgm:prSet phldrT="[Text]" custT="1"/>
      <dgm:spPr/>
      <dgm:t>
        <a:bodyPr/>
        <a:lstStyle/>
        <a:p>
          <a:r>
            <a:rPr lang="en-US" sz="1600" dirty="0" smtClean="0"/>
            <a:t>OpenAI</a:t>
          </a:r>
          <a:endParaRPr lang="en-US" sz="1600" dirty="0"/>
        </a:p>
      </dgm:t>
    </dgm:pt>
    <dgm:pt modelId="{179F6473-0F12-4F79-BBD7-841C6C1DCA87}" type="parTrans" cxnId="{799B2DDF-FDF0-4FA4-8541-03FED491D64B}">
      <dgm:prSet/>
      <dgm:spPr/>
      <dgm:t>
        <a:bodyPr/>
        <a:lstStyle/>
        <a:p>
          <a:endParaRPr lang="en-US"/>
        </a:p>
      </dgm:t>
    </dgm:pt>
    <dgm:pt modelId="{68AB8FC4-8CD1-4C87-AEC2-B8042861618C}" type="sibTrans" cxnId="{799B2DDF-FDF0-4FA4-8541-03FED491D64B}">
      <dgm:prSet/>
      <dgm:spPr/>
      <dgm:t>
        <a:bodyPr/>
        <a:lstStyle/>
        <a:p>
          <a:endParaRPr lang="en-US"/>
        </a:p>
      </dgm:t>
    </dgm:pt>
    <dgm:pt modelId="{4C314882-92B6-4D45-8A19-536163A74C0A}">
      <dgm:prSet phldrT="[Text]" custT="1"/>
      <dgm:spPr/>
      <dgm:t>
        <a:bodyPr/>
        <a:lstStyle/>
        <a:p>
          <a:r>
            <a:rPr lang="en-US" sz="1600" dirty="0" smtClean="0"/>
            <a:t>Query</a:t>
          </a:r>
        </a:p>
        <a:p>
          <a:r>
            <a:rPr lang="en-US" sz="1600" dirty="0" smtClean="0"/>
            <a:t>Engine</a:t>
          </a:r>
        </a:p>
        <a:p>
          <a:r>
            <a:rPr lang="en-US" sz="1600" dirty="0" smtClean="0"/>
            <a:t>Tool</a:t>
          </a:r>
          <a:endParaRPr lang="en-US" sz="1600" dirty="0"/>
        </a:p>
      </dgm:t>
    </dgm:pt>
    <dgm:pt modelId="{74B45D3E-D3FA-4185-BEEA-38BE3D23FD40}" type="parTrans" cxnId="{F8103CE8-9645-4CCD-B98D-A394CC4D4805}">
      <dgm:prSet/>
      <dgm:spPr/>
      <dgm:t>
        <a:bodyPr/>
        <a:lstStyle/>
        <a:p>
          <a:endParaRPr lang="en-US"/>
        </a:p>
      </dgm:t>
    </dgm:pt>
    <dgm:pt modelId="{B1A5ABFC-D399-409D-87BF-C69D33CB4614}" type="sibTrans" cxnId="{F8103CE8-9645-4CCD-B98D-A394CC4D4805}">
      <dgm:prSet/>
      <dgm:spPr/>
      <dgm:t>
        <a:bodyPr/>
        <a:lstStyle/>
        <a:p>
          <a:endParaRPr lang="en-US"/>
        </a:p>
      </dgm:t>
    </dgm:pt>
    <dgm:pt modelId="{45D89D23-F11B-4CEB-8AFF-C81AB28BBCD7}">
      <dgm:prSet custT="1"/>
      <dgm:spPr/>
      <dgm:t>
        <a:bodyPr/>
        <a:lstStyle/>
        <a:p>
          <a:r>
            <a:rPr lang="en-US" sz="1600" dirty="0" smtClean="0"/>
            <a:t>Anthropic</a:t>
          </a:r>
        </a:p>
      </dgm:t>
    </dgm:pt>
    <dgm:pt modelId="{EEC3B11B-EE06-459D-8CA1-466602E41BE6}" type="parTrans" cxnId="{D4340086-1955-44E5-AF1B-44A605A9F3BD}">
      <dgm:prSet/>
      <dgm:spPr/>
      <dgm:t>
        <a:bodyPr/>
        <a:lstStyle/>
        <a:p>
          <a:endParaRPr lang="en-US"/>
        </a:p>
      </dgm:t>
    </dgm:pt>
    <dgm:pt modelId="{8363AE86-460E-4FF3-8378-7E6CFC003B3C}" type="sibTrans" cxnId="{D4340086-1955-44E5-AF1B-44A605A9F3BD}">
      <dgm:prSet/>
      <dgm:spPr/>
      <dgm:t>
        <a:bodyPr/>
        <a:lstStyle/>
        <a:p>
          <a:endParaRPr lang="en-US"/>
        </a:p>
      </dgm:t>
    </dgm:pt>
    <dgm:pt modelId="{F42A3A3A-9C3F-4234-8287-B26081CB5021}">
      <dgm:prSet phldrT="[Text]" custT="1"/>
      <dgm:spPr/>
      <dgm:t>
        <a:bodyPr/>
        <a:lstStyle/>
        <a:p>
          <a:r>
            <a:rPr lang="en-US" sz="1600" dirty="0" smtClean="0"/>
            <a:t>Function</a:t>
          </a:r>
        </a:p>
        <a:p>
          <a:r>
            <a:rPr lang="en-US" sz="1600" dirty="0" smtClean="0"/>
            <a:t>Tool</a:t>
          </a:r>
          <a:endParaRPr lang="en-US" sz="1600" dirty="0"/>
        </a:p>
      </dgm:t>
    </dgm:pt>
    <dgm:pt modelId="{56FB7FFA-6222-4F20-BEBE-28B31F3CD545}" type="parTrans" cxnId="{59606A12-ABE8-4B6D-9D5E-B6A0ECC9B656}">
      <dgm:prSet/>
      <dgm:spPr/>
      <dgm:t>
        <a:bodyPr/>
        <a:lstStyle/>
        <a:p>
          <a:endParaRPr lang="en-US"/>
        </a:p>
      </dgm:t>
    </dgm:pt>
    <dgm:pt modelId="{BC0D4516-7EDB-4311-8371-8FF5C0F3B7D8}" type="sibTrans" cxnId="{59606A12-ABE8-4B6D-9D5E-B6A0ECC9B656}">
      <dgm:prSet/>
      <dgm:spPr/>
      <dgm:t>
        <a:bodyPr/>
        <a:lstStyle/>
        <a:p>
          <a:endParaRPr lang="en-US"/>
        </a:p>
      </dgm:t>
    </dgm:pt>
    <dgm:pt modelId="{810C83E2-7256-430A-A841-3D97E6F06753}">
      <dgm:prSet phldrT="[Text]" custT="1"/>
      <dgm:spPr/>
      <dgm:t>
        <a:bodyPr/>
        <a:lstStyle/>
        <a:p>
          <a:r>
            <a:rPr lang="en-US" sz="2200" dirty="0" smtClean="0"/>
            <a:t>Agent</a:t>
          </a:r>
          <a:endParaRPr lang="en-US" sz="2200" dirty="0"/>
        </a:p>
      </dgm:t>
    </dgm:pt>
    <dgm:pt modelId="{BFAF1DDC-54C2-4441-B7DE-2FFB609DE343}" type="parTrans" cxnId="{8C19914E-E206-466F-A69A-BAA3BEC2CC57}">
      <dgm:prSet/>
      <dgm:spPr/>
      <dgm:t>
        <a:bodyPr/>
        <a:lstStyle/>
        <a:p>
          <a:endParaRPr lang="en-US"/>
        </a:p>
      </dgm:t>
    </dgm:pt>
    <dgm:pt modelId="{BFA91793-A15A-4505-88E2-514548DEF497}" type="sibTrans" cxnId="{8C19914E-E206-466F-A69A-BAA3BEC2CC57}">
      <dgm:prSet/>
      <dgm:spPr/>
      <dgm:t>
        <a:bodyPr/>
        <a:lstStyle/>
        <a:p>
          <a:endParaRPr lang="en-US"/>
        </a:p>
      </dgm:t>
    </dgm:pt>
    <dgm:pt modelId="{763103B5-084C-4F08-B267-578A1AD848C8}">
      <dgm:prSet phldrT="[Text]" custT="1"/>
      <dgm:spPr/>
      <dgm:t>
        <a:bodyPr/>
        <a:lstStyle/>
        <a:p>
          <a:r>
            <a:rPr lang="en-US" sz="1600" dirty="0" smtClean="0"/>
            <a:t>ReAct</a:t>
          </a:r>
        </a:p>
        <a:p>
          <a:r>
            <a:rPr lang="en-US" sz="1600" dirty="0" smtClean="0"/>
            <a:t>Agent</a:t>
          </a:r>
          <a:endParaRPr lang="en-US" sz="1600" dirty="0"/>
        </a:p>
      </dgm:t>
    </dgm:pt>
    <dgm:pt modelId="{4F61CA77-D346-44B3-A638-5B0DA2187050}" type="parTrans" cxnId="{5C30B920-0BAC-4B59-B156-83BB46464FD0}">
      <dgm:prSet/>
      <dgm:spPr/>
      <dgm:t>
        <a:bodyPr/>
        <a:lstStyle/>
        <a:p>
          <a:endParaRPr lang="en-US"/>
        </a:p>
      </dgm:t>
    </dgm:pt>
    <dgm:pt modelId="{FFEA9612-5C12-4D36-83CA-FB7A6651627B}" type="sibTrans" cxnId="{5C30B920-0BAC-4B59-B156-83BB46464FD0}">
      <dgm:prSet/>
      <dgm:spPr/>
      <dgm:t>
        <a:bodyPr/>
        <a:lstStyle/>
        <a:p>
          <a:endParaRPr lang="en-US"/>
        </a:p>
      </dgm:t>
    </dgm:pt>
    <dgm:pt modelId="{B884FE52-7882-4B07-A5B2-4D6FEE0A4896}" type="pres">
      <dgm:prSet presAssocID="{D221EF8F-6AC8-4660-8008-692FF5C431B5}" presName="Name0" presStyleCnt="0">
        <dgm:presLayoutVars>
          <dgm:chMax val="1"/>
          <dgm:chPref val="1"/>
          <dgm:dir/>
          <dgm:animOne val="branch"/>
          <dgm:animLvl val="lvl"/>
        </dgm:presLayoutVars>
      </dgm:prSet>
      <dgm:spPr/>
      <dgm:t>
        <a:bodyPr/>
        <a:lstStyle/>
        <a:p>
          <a:endParaRPr lang="en-US"/>
        </a:p>
      </dgm:t>
    </dgm:pt>
    <dgm:pt modelId="{F7238AE0-1607-4C89-A7DB-2126E9329C05}" type="pres">
      <dgm:prSet presAssocID="{40326FA7-3222-42DA-B6A8-05226E34D733}" presName="textCenter" presStyleLbl="node1" presStyleIdx="0" presStyleCnt="13" custScaleX="212864" custScaleY="89311" custLinFactNeighborX="711" custLinFactNeighborY="-22756"/>
      <dgm:spPr/>
      <dgm:t>
        <a:bodyPr/>
        <a:lstStyle/>
        <a:p>
          <a:endParaRPr lang="en-US"/>
        </a:p>
      </dgm:t>
    </dgm:pt>
    <dgm:pt modelId="{7F5E007D-F7F4-4394-89D6-2DAA564096A0}" type="pres">
      <dgm:prSet presAssocID="{40326FA7-3222-42DA-B6A8-05226E34D733}" presName="cycle_1" presStyleCnt="0"/>
      <dgm:spPr/>
    </dgm:pt>
    <dgm:pt modelId="{449D61A7-BA14-4E3B-9B0B-17572294F2BE}" type="pres">
      <dgm:prSet presAssocID="{CF7C347E-F1CC-4A18-96ED-66C826D6C5A2}" presName="childCenter1" presStyleLbl="node1" presStyleIdx="1" presStyleCnt="13"/>
      <dgm:spPr/>
      <dgm:t>
        <a:bodyPr/>
        <a:lstStyle/>
        <a:p>
          <a:endParaRPr lang="en-US"/>
        </a:p>
      </dgm:t>
    </dgm:pt>
    <dgm:pt modelId="{263A22B3-9AB2-4A1A-9445-58654A60278B}" type="pres">
      <dgm:prSet presAssocID="{69627721-058D-4D09-BC09-6AC8E23F05B2}" presName="Name141" presStyleLbl="parChTrans1D3" presStyleIdx="0" presStyleCnt="8"/>
      <dgm:spPr/>
      <dgm:t>
        <a:bodyPr/>
        <a:lstStyle/>
        <a:p>
          <a:endParaRPr lang="en-US"/>
        </a:p>
      </dgm:t>
    </dgm:pt>
    <dgm:pt modelId="{7230931C-8475-40F6-B422-19531F321B6E}" type="pres">
      <dgm:prSet presAssocID="{0FBDACB3-FBF3-4E29-B339-23EE11347DC0}" presName="text1" presStyleLbl="node1" presStyleIdx="2" presStyleCnt="13" custScaleX="133720" custScaleY="114944" custRadScaleRad="142598" custRadScaleInc="6848">
        <dgm:presLayoutVars>
          <dgm:bulletEnabled val="1"/>
        </dgm:presLayoutVars>
      </dgm:prSet>
      <dgm:spPr/>
      <dgm:t>
        <a:bodyPr/>
        <a:lstStyle/>
        <a:p>
          <a:endParaRPr lang="en-US"/>
        </a:p>
      </dgm:t>
    </dgm:pt>
    <dgm:pt modelId="{AD6E6610-8FA9-4CD8-8FF9-EE754E75B6AE}" type="pres">
      <dgm:prSet presAssocID="{226EA0AB-7C51-47E8-B0FE-45B0DF73716D}" presName="Name141" presStyleLbl="parChTrans1D3" presStyleIdx="1" presStyleCnt="8"/>
      <dgm:spPr/>
      <dgm:t>
        <a:bodyPr/>
        <a:lstStyle/>
        <a:p>
          <a:endParaRPr lang="en-US"/>
        </a:p>
      </dgm:t>
    </dgm:pt>
    <dgm:pt modelId="{517A415F-1AD1-49C8-B587-5B3EC5B1687C}" type="pres">
      <dgm:prSet presAssocID="{25B36B2E-69E0-4C82-A1DE-293356BCFAA3}" presName="text1" presStyleLbl="node1" presStyleIdx="3" presStyleCnt="13" custScaleX="140523" custScaleY="133870">
        <dgm:presLayoutVars>
          <dgm:bulletEnabled val="1"/>
        </dgm:presLayoutVars>
      </dgm:prSet>
      <dgm:spPr/>
      <dgm:t>
        <a:bodyPr/>
        <a:lstStyle/>
        <a:p>
          <a:endParaRPr lang="en-US"/>
        </a:p>
      </dgm:t>
    </dgm:pt>
    <dgm:pt modelId="{DB14A1A9-E436-49D1-A4DB-F7CB689C6D8A}" type="pres">
      <dgm:prSet presAssocID="{3CA12B36-CC79-4571-B54A-4861448EB322}" presName="Name141" presStyleLbl="parChTrans1D3" presStyleIdx="2" presStyleCnt="8"/>
      <dgm:spPr/>
      <dgm:t>
        <a:bodyPr/>
        <a:lstStyle/>
        <a:p>
          <a:endParaRPr lang="en-US"/>
        </a:p>
      </dgm:t>
    </dgm:pt>
    <dgm:pt modelId="{A59AA188-D149-45F0-AA3E-43C6DEB417E5}" type="pres">
      <dgm:prSet presAssocID="{DEC74C0E-666B-4B6C-96D9-7B6C90A92C3B}" presName="text1" presStyleLbl="node1" presStyleIdx="4" presStyleCnt="13" custScaleX="157448" custScaleY="122760" custRadScaleRad="183996" custRadScaleInc="-4597">
        <dgm:presLayoutVars>
          <dgm:bulletEnabled val="1"/>
        </dgm:presLayoutVars>
      </dgm:prSet>
      <dgm:spPr/>
      <dgm:t>
        <a:bodyPr/>
        <a:lstStyle/>
        <a:p>
          <a:endParaRPr lang="en-US"/>
        </a:p>
      </dgm:t>
    </dgm:pt>
    <dgm:pt modelId="{133AE295-EFEF-428C-AD02-862AAC2BAEE0}" type="pres">
      <dgm:prSet presAssocID="{FDDBDE20-8845-4E8B-A0A7-4627FABD5973}" presName="Name144" presStyleLbl="parChTrans1D2" presStyleIdx="0" presStyleCnt="4"/>
      <dgm:spPr/>
      <dgm:t>
        <a:bodyPr/>
        <a:lstStyle/>
        <a:p>
          <a:endParaRPr lang="en-US"/>
        </a:p>
      </dgm:t>
    </dgm:pt>
    <dgm:pt modelId="{1D3092B0-7668-4DDB-8E1D-C110F9773534}" type="pres">
      <dgm:prSet presAssocID="{40326FA7-3222-42DA-B6A8-05226E34D733}" presName="cycle_2" presStyleCnt="0"/>
      <dgm:spPr/>
    </dgm:pt>
    <dgm:pt modelId="{2DDFABA1-349D-468C-AD06-4B84185068A1}" type="pres">
      <dgm:prSet presAssocID="{D84FA030-CD28-4968-A796-91B2E844FA32}" presName="childCenter2" presStyleLbl="node1" presStyleIdx="5" presStyleCnt="13" custLinFactNeighborX="24366" custLinFactNeighborY="-1327"/>
      <dgm:spPr/>
      <dgm:t>
        <a:bodyPr/>
        <a:lstStyle/>
        <a:p>
          <a:endParaRPr lang="en-US"/>
        </a:p>
      </dgm:t>
    </dgm:pt>
    <dgm:pt modelId="{37252F1D-8745-494F-9DE4-708B19BFD1F9}" type="pres">
      <dgm:prSet presAssocID="{74B45D3E-D3FA-4185-BEEA-38BE3D23FD40}" presName="Name218" presStyleLbl="parChTrans1D3" presStyleIdx="3" presStyleCnt="8"/>
      <dgm:spPr/>
      <dgm:t>
        <a:bodyPr/>
        <a:lstStyle/>
        <a:p>
          <a:endParaRPr lang="en-US"/>
        </a:p>
      </dgm:t>
    </dgm:pt>
    <dgm:pt modelId="{8105B61B-8B52-4588-A204-299342C92073}" type="pres">
      <dgm:prSet presAssocID="{4C314882-92B6-4D45-8A19-536163A74C0A}" presName="text2" presStyleLbl="node1" presStyleIdx="6" presStyleCnt="13" custScaleX="136806" custScaleY="125940" custRadScaleRad="147774" custRadScaleInc="27183">
        <dgm:presLayoutVars>
          <dgm:bulletEnabled val="1"/>
        </dgm:presLayoutVars>
      </dgm:prSet>
      <dgm:spPr/>
      <dgm:t>
        <a:bodyPr/>
        <a:lstStyle/>
        <a:p>
          <a:endParaRPr lang="en-US"/>
        </a:p>
      </dgm:t>
    </dgm:pt>
    <dgm:pt modelId="{C2B99277-74BC-4126-B828-8B6FE6BDA3BA}" type="pres">
      <dgm:prSet presAssocID="{56FB7FFA-6222-4F20-BEBE-28B31F3CD545}" presName="Name218" presStyleLbl="parChTrans1D3" presStyleIdx="4" presStyleCnt="8"/>
      <dgm:spPr/>
      <dgm:t>
        <a:bodyPr/>
        <a:lstStyle/>
        <a:p>
          <a:endParaRPr lang="en-US"/>
        </a:p>
      </dgm:t>
    </dgm:pt>
    <dgm:pt modelId="{D3BFCF09-5287-44F2-AC37-785D95F028C5}" type="pres">
      <dgm:prSet presAssocID="{F42A3A3A-9C3F-4234-8287-B26081CB5021}" presName="text2" presStyleLbl="node1" presStyleIdx="7" presStyleCnt="13" custScaleX="135165" custRadScaleRad="146524" custRadScaleInc="-31357">
        <dgm:presLayoutVars>
          <dgm:bulletEnabled val="1"/>
        </dgm:presLayoutVars>
      </dgm:prSet>
      <dgm:spPr/>
      <dgm:t>
        <a:bodyPr/>
        <a:lstStyle/>
        <a:p>
          <a:endParaRPr lang="en-US"/>
        </a:p>
      </dgm:t>
    </dgm:pt>
    <dgm:pt modelId="{639E2819-903C-4958-9FFC-0BBDF059CED3}" type="pres">
      <dgm:prSet presAssocID="{ECA29023-56AE-4225-86D3-FD6BD3E61120}" presName="Name221" presStyleLbl="parChTrans1D2" presStyleIdx="1" presStyleCnt="4"/>
      <dgm:spPr/>
      <dgm:t>
        <a:bodyPr/>
        <a:lstStyle/>
        <a:p>
          <a:endParaRPr lang="en-US"/>
        </a:p>
      </dgm:t>
    </dgm:pt>
    <dgm:pt modelId="{058240B2-B3B9-4331-BC06-15E37A49B066}" type="pres">
      <dgm:prSet presAssocID="{40326FA7-3222-42DA-B6A8-05226E34D733}" presName="cycle_3" presStyleCnt="0"/>
      <dgm:spPr/>
    </dgm:pt>
    <dgm:pt modelId="{01781C32-8EFB-40D7-9199-B0880D00D601}" type="pres">
      <dgm:prSet presAssocID="{67A4D099-FA47-4BBB-A4CF-A5D8C45495D3}" presName="childCenter3" presStyleLbl="node1" presStyleIdx="8" presStyleCnt="13" custLinFactNeighborX="2162" custLinFactNeighborY="-14513"/>
      <dgm:spPr/>
      <dgm:t>
        <a:bodyPr/>
        <a:lstStyle/>
        <a:p>
          <a:endParaRPr lang="en-US"/>
        </a:p>
      </dgm:t>
    </dgm:pt>
    <dgm:pt modelId="{71C4B80A-9763-419B-9AE5-B2C6A99C40A0}" type="pres">
      <dgm:prSet presAssocID="{EEC3B11B-EE06-459D-8CA1-466602E41BE6}" presName="Name285" presStyleLbl="parChTrans1D3" presStyleIdx="5" presStyleCnt="8"/>
      <dgm:spPr/>
      <dgm:t>
        <a:bodyPr/>
        <a:lstStyle/>
        <a:p>
          <a:endParaRPr lang="en-US"/>
        </a:p>
      </dgm:t>
    </dgm:pt>
    <dgm:pt modelId="{28DD53ED-A0D4-4DA0-9C86-932B81D892A1}" type="pres">
      <dgm:prSet presAssocID="{45D89D23-F11B-4CEB-8AFF-C81AB28BBCD7}" presName="text3" presStyleLbl="node1" presStyleIdx="9" presStyleCnt="13" custScaleX="164471" custRadScaleRad="106738" custRadScaleInc="-31112">
        <dgm:presLayoutVars>
          <dgm:bulletEnabled val="1"/>
        </dgm:presLayoutVars>
      </dgm:prSet>
      <dgm:spPr/>
      <dgm:t>
        <a:bodyPr/>
        <a:lstStyle/>
        <a:p>
          <a:endParaRPr lang="en-US"/>
        </a:p>
      </dgm:t>
    </dgm:pt>
    <dgm:pt modelId="{658219C6-0BE8-4676-8044-92BD6F75EA78}" type="pres">
      <dgm:prSet presAssocID="{179F6473-0F12-4F79-BBD7-841C6C1DCA87}" presName="Name285" presStyleLbl="parChTrans1D3" presStyleIdx="6" presStyleCnt="8"/>
      <dgm:spPr/>
      <dgm:t>
        <a:bodyPr/>
        <a:lstStyle/>
        <a:p>
          <a:endParaRPr lang="en-US"/>
        </a:p>
      </dgm:t>
    </dgm:pt>
    <dgm:pt modelId="{12370174-7FA4-4168-BCDE-B125100D36E9}" type="pres">
      <dgm:prSet presAssocID="{D844B62A-5A44-4100-94A0-0A513452C7D7}" presName="text3" presStyleLbl="node1" presStyleIdx="10" presStyleCnt="13" custScaleX="115960" custRadScaleRad="86936" custRadScaleInc="28131">
        <dgm:presLayoutVars>
          <dgm:bulletEnabled val="1"/>
        </dgm:presLayoutVars>
      </dgm:prSet>
      <dgm:spPr/>
      <dgm:t>
        <a:bodyPr/>
        <a:lstStyle/>
        <a:p>
          <a:endParaRPr lang="en-US"/>
        </a:p>
      </dgm:t>
    </dgm:pt>
    <dgm:pt modelId="{A532406A-F280-4045-8479-FC69F770CAB9}" type="pres">
      <dgm:prSet presAssocID="{C0F577E3-D26C-4547-8920-B17C05ED76CA}" presName="Name288" presStyleLbl="parChTrans1D2" presStyleIdx="2" presStyleCnt="4"/>
      <dgm:spPr/>
      <dgm:t>
        <a:bodyPr/>
        <a:lstStyle/>
        <a:p>
          <a:endParaRPr lang="en-US"/>
        </a:p>
      </dgm:t>
    </dgm:pt>
    <dgm:pt modelId="{DF0C4AF4-D309-4C42-81DA-3322AF02DB0F}" type="pres">
      <dgm:prSet presAssocID="{40326FA7-3222-42DA-B6A8-05226E34D733}" presName="cycle_4" presStyleCnt="0"/>
      <dgm:spPr/>
    </dgm:pt>
    <dgm:pt modelId="{0547AA9E-3187-467A-81CB-DFAC36FE587E}" type="pres">
      <dgm:prSet presAssocID="{810C83E2-7256-430A-A841-3D97E6F06753}" presName="childCenter4" presStyleLbl="node1" presStyleIdx="11" presStyleCnt="13" custScaleX="140805" custLinFactNeighborX="-35912" custLinFactNeighborY="-19116"/>
      <dgm:spPr/>
      <dgm:t>
        <a:bodyPr/>
        <a:lstStyle/>
        <a:p>
          <a:endParaRPr lang="en-US"/>
        </a:p>
      </dgm:t>
    </dgm:pt>
    <dgm:pt modelId="{3636CBE3-442B-42D1-B825-46D94B019FDA}" type="pres">
      <dgm:prSet presAssocID="{4F61CA77-D346-44B3-A638-5B0DA2187050}" presName="Name342" presStyleLbl="parChTrans1D3" presStyleIdx="7" presStyleCnt="8"/>
      <dgm:spPr/>
      <dgm:t>
        <a:bodyPr/>
        <a:lstStyle/>
        <a:p>
          <a:endParaRPr lang="en-US"/>
        </a:p>
      </dgm:t>
    </dgm:pt>
    <dgm:pt modelId="{90F71F4D-9613-48A7-A12E-8C8C41BC3D7E}" type="pres">
      <dgm:prSet presAssocID="{763103B5-084C-4F08-B267-578A1AD848C8}" presName="text4" presStyleLbl="node1" presStyleIdx="12" presStyleCnt="13" custScaleX="143921" custRadScaleRad="189431" custRadScaleInc="1835">
        <dgm:presLayoutVars>
          <dgm:bulletEnabled val="1"/>
        </dgm:presLayoutVars>
      </dgm:prSet>
      <dgm:spPr/>
      <dgm:t>
        <a:bodyPr/>
        <a:lstStyle/>
        <a:p>
          <a:endParaRPr lang="en-US"/>
        </a:p>
      </dgm:t>
    </dgm:pt>
    <dgm:pt modelId="{3B0A1536-A841-4299-9811-335F9B479269}" type="pres">
      <dgm:prSet presAssocID="{BFAF1DDC-54C2-4441-B7DE-2FFB609DE343}" presName="Name345" presStyleLbl="parChTrans1D2" presStyleIdx="3" presStyleCnt="4"/>
      <dgm:spPr/>
      <dgm:t>
        <a:bodyPr/>
        <a:lstStyle/>
        <a:p>
          <a:endParaRPr lang="en-US"/>
        </a:p>
      </dgm:t>
    </dgm:pt>
  </dgm:ptLst>
  <dgm:cxnLst>
    <dgm:cxn modelId="{3581A6FC-F2D2-4429-8748-2360E7B671A3}" type="presOf" srcId="{CF7C347E-F1CC-4A18-96ED-66C826D6C5A2}" destId="{449D61A7-BA14-4E3B-9B0B-17572294F2BE}" srcOrd="0" destOrd="0" presId="urn:microsoft.com/office/officeart/2008/layout/RadialCluster"/>
    <dgm:cxn modelId="{2D5DD68C-7C94-4CCF-A3C7-6280B63FEF71}" type="presOf" srcId="{810C83E2-7256-430A-A841-3D97E6F06753}" destId="{0547AA9E-3187-467A-81CB-DFAC36FE587E}" srcOrd="0" destOrd="0" presId="urn:microsoft.com/office/officeart/2008/layout/RadialCluster"/>
    <dgm:cxn modelId="{C464CB7A-70B9-4A68-A8C9-35A6C33A135D}" type="presOf" srcId="{BFAF1DDC-54C2-4441-B7DE-2FFB609DE343}" destId="{3B0A1536-A841-4299-9811-335F9B479269}" srcOrd="0" destOrd="0" presId="urn:microsoft.com/office/officeart/2008/layout/RadialCluster"/>
    <dgm:cxn modelId="{59606A12-ABE8-4B6D-9D5E-B6A0ECC9B656}" srcId="{D84FA030-CD28-4968-A796-91B2E844FA32}" destId="{F42A3A3A-9C3F-4234-8287-B26081CB5021}" srcOrd="1" destOrd="0" parTransId="{56FB7FFA-6222-4F20-BEBE-28B31F3CD545}" sibTransId="{BC0D4516-7EDB-4311-8371-8FF5C0F3B7D8}"/>
    <dgm:cxn modelId="{C6A0C38D-D880-4B76-9250-A2D4A92376BB}" type="presOf" srcId="{74B45D3E-D3FA-4185-BEEA-38BE3D23FD40}" destId="{37252F1D-8745-494F-9DE4-708B19BFD1F9}" srcOrd="0" destOrd="0" presId="urn:microsoft.com/office/officeart/2008/layout/RadialCluster"/>
    <dgm:cxn modelId="{C7C38083-E18B-40CB-AA9C-EAEAFB98788A}" type="presOf" srcId="{0FBDACB3-FBF3-4E29-B339-23EE11347DC0}" destId="{7230931C-8475-40F6-B422-19531F321B6E}" srcOrd="0" destOrd="0" presId="urn:microsoft.com/office/officeart/2008/layout/RadialCluster"/>
    <dgm:cxn modelId="{39BD9FFE-8BD4-4439-A0CD-2EA243545097}" type="presOf" srcId="{EEC3B11B-EE06-459D-8CA1-466602E41BE6}" destId="{71C4B80A-9763-419B-9AE5-B2C6A99C40A0}" srcOrd="0" destOrd="0" presId="urn:microsoft.com/office/officeart/2008/layout/RadialCluster"/>
    <dgm:cxn modelId="{5C30B920-0BAC-4B59-B156-83BB46464FD0}" srcId="{810C83E2-7256-430A-A841-3D97E6F06753}" destId="{763103B5-084C-4F08-B267-578A1AD848C8}" srcOrd="0" destOrd="0" parTransId="{4F61CA77-D346-44B3-A638-5B0DA2187050}" sibTransId="{FFEA9612-5C12-4D36-83CA-FB7A6651627B}"/>
    <dgm:cxn modelId="{0CF62791-29A8-469A-85EC-A18D8F403C59}" srcId="{CF7C347E-F1CC-4A18-96ED-66C826D6C5A2}" destId="{0FBDACB3-FBF3-4E29-B339-23EE11347DC0}" srcOrd="0" destOrd="0" parTransId="{69627721-058D-4D09-BC09-6AC8E23F05B2}" sibTransId="{8B57FB53-EC72-4189-9EB5-6A346C04307C}"/>
    <dgm:cxn modelId="{9B9C81D8-CA13-4660-84FA-008DB3698140}" type="presOf" srcId="{179F6473-0F12-4F79-BBD7-841C6C1DCA87}" destId="{658219C6-0BE8-4676-8044-92BD6F75EA78}" srcOrd="0" destOrd="0" presId="urn:microsoft.com/office/officeart/2008/layout/RadialCluster"/>
    <dgm:cxn modelId="{0E6E1122-97C8-49AA-A7DA-EEE1521791C9}" srcId="{40326FA7-3222-42DA-B6A8-05226E34D733}" destId="{CF7C347E-F1CC-4A18-96ED-66C826D6C5A2}" srcOrd="0" destOrd="0" parTransId="{FDDBDE20-8845-4E8B-A0A7-4627FABD5973}" sibTransId="{831CA053-DE66-498D-84B0-2DCD615F0218}"/>
    <dgm:cxn modelId="{CBA29179-7542-4D25-A4E9-B5A90EA1DC6A}" srcId="{CF7C347E-F1CC-4A18-96ED-66C826D6C5A2}" destId="{DEC74C0E-666B-4B6C-96D9-7B6C90A92C3B}" srcOrd="2" destOrd="0" parTransId="{3CA12B36-CC79-4571-B54A-4861448EB322}" sibTransId="{7E2C65F1-40F0-4A1D-B948-6404064FA17D}"/>
    <dgm:cxn modelId="{662C9318-8375-4A7B-A792-E80F1B5DCF02}" type="presOf" srcId="{56FB7FFA-6222-4F20-BEBE-28B31F3CD545}" destId="{C2B99277-74BC-4126-B828-8B6FE6BDA3BA}" srcOrd="0" destOrd="0" presId="urn:microsoft.com/office/officeart/2008/layout/RadialCluster"/>
    <dgm:cxn modelId="{8ABBF673-7FD7-4113-B954-1CE9D8CAB3C0}" type="presOf" srcId="{69627721-058D-4D09-BC09-6AC8E23F05B2}" destId="{263A22B3-9AB2-4A1A-9445-58654A60278B}" srcOrd="0" destOrd="0" presId="urn:microsoft.com/office/officeart/2008/layout/RadialCluster"/>
    <dgm:cxn modelId="{DD4D0570-B33F-491F-8EBB-F7543260BB5F}" type="presOf" srcId="{F42A3A3A-9C3F-4234-8287-B26081CB5021}" destId="{D3BFCF09-5287-44F2-AC37-785D95F028C5}" srcOrd="0" destOrd="0" presId="urn:microsoft.com/office/officeart/2008/layout/RadialCluster"/>
    <dgm:cxn modelId="{5865CEED-31A6-472B-B604-6F2322A52068}" type="presOf" srcId="{ECA29023-56AE-4225-86D3-FD6BD3E61120}" destId="{639E2819-903C-4958-9FFC-0BBDF059CED3}" srcOrd="0" destOrd="0" presId="urn:microsoft.com/office/officeart/2008/layout/RadialCluster"/>
    <dgm:cxn modelId="{8060A660-BEB6-4D48-AE22-912CC1DC1EC2}" type="presOf" srcId="{226EA0AB-7C51-47E8-B0FE-45B0DF73716D}" destId="{AD6E6610-8FA9-4CD8-8FF9-EE754E75B6AE}" srcOrd="0" destOrd="0" presId="urn:microsoft.com/office/officeart/2008/layout/RadialCluster"/>
    <dgm:cxn modelId="{8C19914E-E206-466F-A69A-BAA3BEC2CC57}" srcId="{40326FA7-3222-42DA-B6A8-05226E34D733}" destId="{810C83E2-7256-430A-A841-3D97E6F06753}" srcOrd="3" destOrd="0" parTransId="{BFAF1DDC-54C2-4441-B7DE-2FFB609DE343}" sibTransId="{BFA91793-A15A-4505-88E2-514548DEF497}"/>
    <dgm:cxn modelId="{A6AB18A9-95AA-4483-AD90-2C6AC6B9CFC6}" srcId="{CF7C347E-F1CC-4A18-96ED-66C826D6C5A2}" destId="{25B36B2E-69E0-4C82-A1DE-293356BCFAA3}" srcOrd="1" destOrd="0" parTransId="{226EA0AB-7C51-47E8-B0FE-45B0DF73716D}" sibTransId="{FAD4ABFB-AD8B-48F0-9D41-7C5AEE89D8A9}"/>
    <dgm:cxn modelId="{273C57E1-E982-4308-A22F-63601E1EBE34}" srcId="{40326FA7-3222-42DA-B6A8-05226E34D733}" destId="{D84FA030-CD28-4968-A796-91B2E844FA32}" srcOrd="1" destOrd="0" parTransId="{ECA29023-56AE-4225-86D3-FD6BD3E61120}" sibTransId="{06E8B101-49CB-4B42-BBB9-7541C3D89A30}"/>
    <dgm:cxn modelId="{4CABE3D7-47D4-4FB5-867A-A8AF17115BF7}" type="presOf" srcId="{D84FA030-CD28-4968-A796-91B2E844FA32}" destId="{2DDFABA1-349D-468C-AD06-4B84185068A1}" srcOrd="0" destOrd="0" presId="urn:microsoft.com/office/officeart/2008/layout/RadialCluster"/>
    <dgm:cxn modelId="{F8103CE8-9645-4CCD-B98D-A394CC4D4805}" srcId="{D84FA030-CD28-4968-A796-91B2E844FA32}" destId="{4C314882-92B6-4D45-8A19-536163A74C0A}" srcOrd="0" destOrd="0" parTransId="{74B45D3E-D3FA-4185-BEEA-38BE3D23FD40}" sibTransId="{B1A5ABFC-D399-409D-87BF-C69D33CB4614}"/>
    <dgm:cxn modelId="{42ADB8DA-240B-447A-A2F0-F1DDA9EC4B16}" type="presOf" srcId="{763103B5-084C-4F08-B267-578A1AD848C8}" destId="{90F71F4D-9613-48A7-A12E-8C8C41BC3D7E}" srcOrd="0" destOrd="0" presId="urn:microsoft.com/office/officeart/2008/layout/RadialCluster"/>
    <dgm:cxn modelId="{62DCBE49-C37B-4BB4-AF8C-650370A0E9C2}" type="presOf" srcId="{4F61CA77-D346-44B3-A638-5B0DA2187050}" destId="{3636CBE3-442B-42D1-B825-46D94B019FDA}" srcOrd="0" destOrd="0" presId="urn:microsoft.com/office/officeart/2008/layout/RadialCluster"/>
    <dgm:cxn modelId="{345CCE3B-6DC9-4052-BB37-BACFC9DD4BE9}" type="presOf" srcId="{67A4D099-FA47-4BBB-A4CF-A5D8C45495D3}" destId="{01781C32-8EFB-40D7-9199-B0880D00D601}" srcOrd="0" destOrd="0" presId="urn:microsoft.com/office/officeart/2008/layout/RadialCluster"/>
    <dgm:cxn modelId="{B54A0FF0-3A3D-47F6-B0FF-422599E63EB4}" type="presOf" srcId="{C0F577E3-D26C-4547-8920-B17C05ED76CA}" destId="{A532406A-F280-4045-8479-FC69F770CAB9}" srcOrd="0" destOrd="0" presId="urn:microsoft.com/office/officeart/2008/layout/RadialCluster"/>
    <dgm:cxn modelId="{43F365F0-D932-4AE4-B1B3-E703E30EDE1E}" srcId="{D221EF8F-6AC8-4660-8008-692FF5C431B5}" destId="{40326FA7-3222-42DA-B6A8-05226E34D733}" srcOrd="0" destOrd="0" parTransId="{1964314F-8A05-4E50-8728-6BCB84CC46A0}" sibTransId="{ACD69142-9CC5-431C-8014-94B8B67FA6C2}"/>
    <dgm:cxn modelId="{0A2E568D-5830-4E67-9288-826937A660AC}" srcId="{40326FA7-3222-42DA-B6A8-05226E34D733}" destId="{67A4D099-FA47-4BBB-A4CF-A5D8C45495D3}" srcOrd="2" destOrd="0" parTransId="{C0F577E3-D26C-4547-8920-B17C05ED76CA}" sibTransId="{681FCA9E-28B6-4DF8-9C43-87B87732C29F}"/>
    <dgm:cxn modelId="{5A5771CB-5B84-487E-9E63-676DA31B4CAB}" type="presOf" srcId="{D844B62A-5A44-4100-94A0-0A513452C7D7}" destId="{12370174-7FA4-4168-BCDE-B125100D36E9}" srcOrd="0" destOrd="0" presId="urn:microsoft.com/office/officeart/2008/layout/RadialCluster"/>
    <dgm:cxn modelId="{92A9FEB6-B242-4079-AFDD-85009B8434B0}" type="presOf" srcId="{4C314882-92B6-4D45-8A19-536163A74C0A}" destId="{8105B61B-8B52-4588-A204-299342C92073}" srcOrd="0" destOrd="0" presId="urn:microsoft.com/office/officeart/2008/layout/RadialCluster"/>
    <dgm:cxn modelId="{B3F65AE1-2540-43C8-BE8F-8C6AD4218A10}" type="presOf" srcId="{D221EF8F-6AC8-4660-8008-692FF5C431B5}" destId="{B884FE52-7882-4B07-A5B2-4D6FEE0A4896}" srcOrd="0" destOrd="0" presId="urn:microsoft.com/office/officeart/2008/layout/RadialCluster"/>
    <dgm:cxn modelId="{ED94C63B-58E2-4765-8F56-B3ADEB04B083}" type="presOf" srcId="{3CA12B36-CC79-4571-B54A-4861448EB322}" destId="{DB14A1A9-E436-49D1-A4DB-F7CB689C6D8A}" srcOrd="0" destOrd="0" presId="urn:microsoft.com/office/officeart/2008/layout/RadialCluster"/>
    <dgm:cxn modelId="{75AD22E5-1100-43AF-B8F3-0D90F69D2F7D}" type="presOf" srcId="{25B36B2E-69E0-4C82-A1DE-293356BCFAA3}" destId="{517A415F-1AD1-49C8-B587-5B3EC5B1687C}" srcOrd="0" destOrd="0" presId="urn:microsoft.com/office/officeart/2008/layout/RadialCluster"/>
    <dgm:cxn modelId="{2CEAA50B-EA2A-4B58-B8D2-3D7FE90D8E5E}" type="presOf" srcId="{45D89D23-F11B-4CEB-8AFF-C81AB28BBCD7}" destId="{28DD53ED-A0D4-4DA0-9C86-932B81D892A1}" srcOrd="0" destOrd="0" presId="urn:microsoft.com/office/officeart/2008/layout/RadialCluster"/>
    <dgm:cxn modelId="{D4340086-1955-44E5-AF1B-44A605A9F3BD}" srcId="{67A4D099-FA47-4BBB-A4CF-A5D8C45495D3}" destId="{45D89D23-F11B-4CEB-8AFF-C81AB28BBCD7}" srcOrd="0" destOrd="0" parTransId="{EEC3B11B-EE06-459D-8CA1-466602E41BE6}" sibTransId="{8363AE86-460E-4FF3-8378-7E6CFC003B3C}"/>
    <dgm:cxn modelId="{4F11EE3A-2D1B-472D-94BF-CC632AEFC64C}" type="presOf" srcId="{40326FA7-3222-42DA-B6A8-05226E34D733}" destId="{F7238AE0-1607-4C89-A7DB-2126E9329C05}" srcOrd="0" destOrd="0" presId="urn:microsoft.com/office/officeart/2008/layout/RadialCluster"/>
    <dgm:cxn modelId="{2DF92120-D55D-46B3-BEFA-16FEC254A4E1}" type="presOf" srcId="{FDDBDE20-8845-4E8B-A0A7-4627FABD5973}" destId="{133AE295-EFEF-428C-AD02-862AAC2BAEE0}" srcOrd="0" destOrd="0" presId="urn:microsoft.com/office/officeart/2008/layout/RadialCluster"/>
    <dgm:cxn modelId="{799B2DDF-FDF0-4FA4-8541-03FED491D64B}" srcId="{67A4D099-FA47-4BBB-A4CF-A5D8C45495D3}" destId="{D844B62A-5A44-4100-94A0-0A513452C7D7}" srcOrd="1" destOrd="0" parTransId="{179F6473-0F12-4F79-BBD7-841C6C1DCA87}" sibTransId="{68AB8FC4-8CD1-4C87-AEC2-B8042861618C}"/>
    <dgm:cxn modelId="{FA962E7E-3093-46B1-A43C-C1EF32BFCE46}" type="presOf" srcId="{DEC74C0E-666B-4B6C-96D9-7B6C90A92C3B}" destId="{A59AA188-D149-45F0-AA3E-43C6DEB417E5}" srcOrd="0" destOrd="0" presId="urn:microsoft.com/office/officeart/2008/layout/RadialCluster"/>
    <dgm:cxn modelId="{96DE4014-47D4-4A43-A8FC-5091F3DAD8BB}" type="presParOf" srcId="{B884FE52-7882-4B07-A5B2-4D6FEE0A4896}" destId="{F7238AE0-1607-4C89-A7DB-2126E9329C05}" srcOrd="0" destOrd="0" presId="urn:microsoft.com/office/officeart/2008/layout/RadialCluster"/>
    <dgm:cxn modelId="{5C5C4547-DADF-49E6-891E-5C6B2C2F5FC1}" type="presParOf" srcId="{B884FE52-7882-4B07-A5B2-4D6FEE0A4896}" destId="{7F5E007D-F7F4-4394-89D6-2DAA564096A0}" srcOrd="1" destOrd="0" presId="urn:microsoft.com/office/officeart/2008/layout/RadialCluster"/>
    <dgm:cxn modelId="{C5BA502A-231A-4ACB-9E0F-5DB2C904532F}" type="presParOf" srcId="{7F5E007D-F7F4-4394-89D6-2DAA564096A0}" destId="{449D61A7-BA14-4E3B-9B0B-17572294F2BE}" srcOrd="0" destOrd="0" presId="urn:microsoft.com/office/officeart/2008/layout/RadialCluster"/>
    <dgm:cxn modelId="{93C9189B-339E-4403-97A6-0ADD5646B791}" type="presParOf" srcId="{7F5E007D-F7F4-4394-89D6-2DAA564096A0}" destId="{263A22B3-9AB2-4A1A-9445-58654A60278B}" srcOrd="1" destOrd="0" presId="urn:microsoft.com/office/officeart/2008/layout/RadialCluster"/>
    <dgm:cxn modelId="{922E6BC1-E519-45FC-9744-ADDA7EA1D11E}" type="presParOf" srcId="{7F5E007D-F7F4-4394-89D6-2DAA564096A0}" destId="{7230931C-8475-40F6-B422-19531F321B6E}" srcOrd="2" destOrd="0" presId="urn:microsoft.com/office/officeart/2008/layout/RadialCluster"/>
    <dgm:cxn modelId="{FFC57999-B720-4E7F-B0E1-EE1271E564FD}" type="presParOf" srcId="{7F5E007D-F7F4-4394-89D6-2DAA564096A0}" destId="{AD6E6610-8FA9-4CD8-8FF9-EE754E75B6AE}" srcOrd="3" destOrd="0" presId="urn:microsoft.com/office/officeart/2008/layout/RadialCluster"/>
    <dgm:cxn modelId="{3CEF5CDD-643F-458D-902D-D714D2410285}" type="presParOf" srcId="{7F5E007D-F7F4-4394-89D6-2DAA564096A0}" destId="{517A415F-1AD1-49C8-B587-5B3EC5B1687C}" srcOrd="4" destOrd="0" presId="urn:microsoft.com/office/officeart/2008/layout/RadialCluster"/>
    <dgm:cxn modelId="{43318420-01D1-439E-8D1F-41C0014DBE2F}" type="presParOf" srcId="{7F5E007D-F7F4-4394-89D6-2DAA564096A0}" destId="{DB14A1A9-E436-49D1-A4DB-F7CB689C6D8A}" srcOrd="5" destOrd="0" presId="urn:microsoft.com/office/officeart/2008/layout/RadialCluster"/>
    <dgm:cxn modelId="{C742429E-0516-435E-B343-1C76F4ACBBD7}" type="presParOf" srcId="{7F5E007D-F7F4-4394-89D6-2DAA564096A0}" destId="{A59AA188-D149-45F0-AA3E-43C6DEB417E5}" srcOrd="6" destOrd="0" presId="urn:microsoft.com/office/officeart/2008/layout/RadialCluster"/>
    <dgm:cxn modelId="{D4C684C8-1766-4AB8-8E4F-03A0895A9020}" type="presParOf" srcId="{B884FE52-7882-4B07-A5B2-4D6FEE0A4896}" destId="{133AE295-EFEF-428C-AD02-862AAC2BAEE0}" srcOrd="2" destOrd="0" presId="urn:microsoft.com/office/officeart/2008/layout/RadialCluster"/>
    <dgm:cxn modelId="{E920915A-D4BF-4361-B71C-61189BF4CACB}" type="presParOf" srcId="{B884FE52-7882-4B07-A5B2-4D6FEE0A4896}" destId="{1D3092B0-7668-4DDB-8E1D-C110F9773534}" srcOrd="3" destOrd="0" presId="urn:microsoft.com/office/officeart/2008/layout/RadialCluster"/>
    <dgm:cxn modelId="{13D25FF0-701D-484B-B12C-4F63A8D31F33}" type="presParOf" srcId="{1D3092B0-7668-4DDB-8E1D-C110F9773534}" destId="{2DDFABA1-349D-468C-AD06-4B84185068A1}" srcOrd="0" destOrd="0" presId="urn:microsoft.com/office/officeart/2008/layout/RadialCluster"/>
    <dgm:cxn modelId="{FAF86F41-87A1-4AD7-AA35-8018BA2B7BD6}" type="presParOf" srcId="{1D3092B0-7668-4DDB-8E1D-C110F9773534}" destId="{37252F1D-8745-494F-9DE4-708B19BFD1F9}" srcOrd="1" destOrd="0" presId="urn:microsoft.com/office/officeart/2008/layout/RadialCluster"/>
    <dgm:cxn modelId="{F01A76B1-7170-4F82-AA01-D55725CDFBCC}" type="presParOf" srcId="{1D3092B0-7668-4DDB-8E1D-C110F9773534}" destId="{8105B61B-8B52-4588-A204-299342C92073}" srcOrd="2" destOrd="0" presId="urn:microsoft.com/office/officeart/2008/layout/RadialCluster"/>
    <dgm:cxn modelId="{C3F00702-1FCD-4C67-9406-1195E29CB746}" type="presParOf" srcId="{1D3092B0-7668-4DDB-8E1D-C110F9773534}" destId="{C2B99277-74BC-4126-B828-8B6FE6BDA3BA}" srcOrd="3" destOrd="0" presId="urn:microsoft.com/office/officeart/2008/layout/RadialCluster"/>
    <dgm:cxn modelId="{6B037868-991A-4E41-BAAD-1EE6BC43B305}" type="presParOf" srcId="{1D3092B0-7668-4DDB-8E1D-C110F9773534}" destId="{D3BFCF09-5287-44F2-AC37-785D95F028C5}" srcOrd="4" destOrd="0" presId="urn:microsoft.com/office/officeart/2008/layout/RadialCluster"/>
    <dgm:cxn modelId="{C0C138E9-E7B6-48EB-A3BB-C721150E714A}" type="presParOf" srcId="{B884FE52-7882-4B07-A5B2-4D6FEE0A4896}" destId="{639E2819-903C-4958-9FFC-0BBDF059CED3}" srcOrd="4" destOrd="0" presId="urn:microsoft.com/office/officeart/2008/layout/RadialCluster"/>
    <dgm:cxn modelId="{93744D89-EC78-4B62-A73C-F249FD85EC84}" type="presParOf" srcId="{B884FE52-7882-4B07-A5B2-4D6FEE0A4896}" destId="{058240B2-B3B9-4331-BC06-15E37A49B066}" srcOrd="5" destOrd="0" presId="urn:microsoft.com/office/officeart/2008/layout/RadialCluster"/>
    <dgm:cxn modelId="{721A94BF-EC62-48BF-8191-CC3FAAD85124}" type="presParOf" srcId="{058240B2-B3B9-4331-BC06-15E37A49B066}" destId="{01781C32-8EFB-40D7-9199-B0880D00D601}" srcOrd="0" destOrd="0" presId="urn:microsoft.com/office/officeart/2008/layout/RadialCluster"/>
    <dgm:cxn modelId="{A6FF8289-CD90-4987-8DB2-6E627E92572A}" type="presParOf" srcId="{058240B2-B3B9-4331-BC06-15E37A49B066}" destId="{71C4B80A-9763-419B-9AE5-B2C6A99C40A0}" srcOrd="1" destOrd="0" presId="urn:microsoft.com/office/officeart/2008/layout/RadialCluster"/>
    <dgm:cxn modelId="{EB4CE4EE-075B-4A11-8986-33E8D649C9B2}" type="presParOf" srcId="{058240B2-B3B9-4331-BC06-15E37A49B066}" destId="{28DD53ED-A0D4-4DA0-9C86-932B81D892A1}" srcOrd="2" destOrd="0" presId="urn:microsoft.com/office/officeart/2008/layout/RadialCluster"/>
    <dgm:cxn modelId="{7E54D109-4544-474E-BF09-B0F4C4087A36}" type="presParOf" srcId="{058240B2-B3B9-4331-BC06-15E37A49B066}" destId="{658219C6-0BE8-4676-8044-92BD6F75EA78}" srcOrd="3" destOrd="0" presId="urn:microsoft.com/office/officeart/2008/layout/RadialCluster"/>
    <dgm:cxn modelId="{4F8627C0-9D5B-4457-A30F-EC86A7030CAE}" type="presParOf" srcId="{058240B2-B3B9-4331-BC06-15E37A49B066}" destId="{12370174-7FA4-4168-BCDE-B125100D36E9}" srcOrd="4" destOrd="0" presId="urn:microsoft.com/office/officeart/2008/layout/RadialCluster"/>
    <dgm:cxn modelId="{201A0F70-43B1-4207-9EC5-EA679B33E7AC}" type="presParOf" srcId="{B884FE52-7882-4B07-A5B2-4D6FEE0A4896}" destId="{A532406A-F280-4045-8479-FC69F770CAB9}" srcOrd="6" destOrd="0" presId="urn:microsoft.com/office/officeart/2008/layout/RadialCluster"/>
    <dgm:cxn modelId="{F9751BAB-9468-462C-B3D2-4845D2C8E361}" type="presParOf" srcId="{B884FE52-7882-4B07-A5B2-4D6FEE0A4896}" destId="{DF0C4AF4-D309-4C42-81DA-3322AF02DB0F}" srcOrd="7" destOrd="0" presId="urn:microsoft.com/office/officeart/2008/layout/RadialCluster"/>
    <dgm:cxn modelId="{068E76D4-F05E-4984-98B4-0CFA8DF21C23}" type="presParOf" srcId="{DF0C4AF4-D309-4C42-81DA-3322AF02DB0F}" destId="{0547AA9E-3187-467A-81CB-DFAC36FE587E}" srcOrd="0" destOrd="0" presId="urn:microsoft.com/office/officeart/2008/layout/RadialCluster"/>
    <dgm:cxn modelId="{9F89BF17-7787-4768-802D-C7B4AF684E34}" type="presParOf" srcId="{DF0C4AF4-D309-4C42-81DA-3322AF02DB0F}" destId="{3636CBE3-442B-42D1-B825-46D94B019FDA}" srcOrd="1" destOrd="0" presId="urn:microsoft.com/office/officeart/2008/layout/RadialCluster"/>
    <dgm:cxn modelId="{9C46F629-6E97-4DAB-A3A0-684F24B4AC8D}" type="presParOf" srcId="{DF0C4AF4-D309-4C42-81DA-3322AF02DB0F}" destId="{90F71F4D-9613-48A7-A12E-8C8C41BC3D7E}" srcOrd="2" destOrd="0" presId="urn:microsoft.com/office/officeart/2008/layout/RadialCluster"/>
    <dgm:cxn modelId="{1AAC3777-B593-4A62-84B5-5EEC223C0376}" type="presParOf" srcId="{B884FE52-7882-4B07-A5B2-4D6FEE0A4896}" destId="{3B0A1536-A841-4299-9811-335F9B479269}" srcOrd="8" destOrd="0" presId="urn:microsoft.com/office/officeart/2008/layout/RadialCluster"/>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9FE0F0C-ED5B-42A2-AEC5-6F89A53AA0DD}" type="doc">
      <dgm:prSet loTypeId="urn:microsoft.com/office/officeart/2008/layout/RadialCluster" loCatId="cycle" qsTypeId="urn:microsoft.com/office/officeart/2005/8/quickstyle/simple1" qsCatId="simple" csTypeId="urn:microsoft.com/office/officeart/2005/8/colors/accent1_2" csCatId="accent1" phldr="1"/>
      <dgm:spPr/>
      <dgm:t>
        <a:bodyPr/>
        <a:lstStyle/>
        <a:p>
          <a:endParaRPr lang="en-US"/>
        </a:p>
      </dgm:t>
    </dgm:pt>
    <dgm:pt modelId="{E65A7EF4-A9F0-48A0-9C14-158E695737BC}">
      <dgm:prSet phldrT="[Text]"/>
      <dgm:spPr/>
      <dgm:t>
        <a:bodyPr/>
        <a:lstStyle/>
        <a:p>
          <a:r>
            <a:rPr lang="en-US" dirty="0" smtClean="0"/>
            <a:t>AutoGen</a:t>
          </a:r>
          <a:endParaRPr lang="en-US" dirty="0"/>
        </a:p>
      </dgm:t>
    </dgm:pt>
    <dgm:pt modelId="{63714000-4DE5-4E97-B436-C27B23779A06}" type="parTrans" cxnId="{33037591-46BF-4879-BD57-A870F8359B81}">
      <dgm:prSet/>
      <dgm:spPr/>
      <dgm:t>
        <a:bodyPr/>
        <a:lstStyle/>
        <a:p>
          <a:endParaRPr lang="en-US"/>
        </a:p>
      </dgm:t>
    </dgm:pt>
    <dgm:pt modelId="{FE0C465B-B650-49ED-BEE5-BBF1670FB3D6}" type="sibTrans" cxnId="{33037591-46BF-4879-BD57-A870F8359B81}">
      <dgm:prSet/>
      <dgm:spPr/>
      <dgm:t>
        <a:bodyPr/>
        <a:lstStyle/>
        <a:p>
          <a:endParaRPr lang="en-US"/>
        </a:p>
      </dgm:t>
    </dgm:pt>
    <dgm:pt modelId="{3D29B230-7B83-4609-A468-A76CA40B79CB}">
      <dgm:prSet phldrT="[Text]"/>
      <dgm:spPr/>
      <dgm:t>
        <a:bodyPr/>
        <a:lstStyle/>
        <a:p>
          <a:r>
            <a:rPr lang="en-US" dirty="0" smtClean="0"/>
            <a:t>Assistant</a:t>
          </a:r>
        </a:p>
        <a:p>
          <a:r>
            <a:rPr lang="en-US" dirty="0" smtClean="0"/>
            <a:t>Agent</a:t>
          </a:r>
          <a:endParaRPr lang="en-US" dirty="0"/>
        </a:p>
      </dgm:t>
    </dgm:pt>
    <dgm:pt modelId="{C6CC4AD3-08EF-43A7-8414-E660A1A23BA2}" type="parTrans" cxnId="{9373E7D9-52E8-4303-A777-67E5798E5678}">
      <dgm:prSet/>
      <dgm:spPr/>
      <dgm:t>
        <a:bodyPr/>
        <a:lstStyle/>
        <a:p>
          <a:endParaRPr lang="en-US"/>
        </a:p>
      </dgm:t>
    </dgm:pt>
    <dgm:pt modelId="{7B842F00-C8E0-477A-8A19-D28800B6EDA5}" type="sibTrans" cxnId="{9373E7D9-52E8-4303-A777-67E5798E5678}">
      <dgm:prSet/>
      <dgm:spPr/>
      <dgm:t>
        <a:bodyPr/>
        <a:lstStyle/>
        <a:p>
          <a:endParaRPr lang="en-US"/>
        </a:p>
      </dgm:t>
    </dgm:pt>
    <dgm:pt modelId="{99D87347-5C7B-4B28-B19D-2D62D03403E5}">
      <dgm:prSet phldrT="[Text]" custT="1"/>
      <dgm:spPr/>
      <dgm:t>
        <a:bodyPr/>
        <a:lstStyle/>
        <a:p>
          <a:r>
            <a:rPr lang="en-US" sz="1900" dirty="0" smtClean="0"/>
            <a:t>User</a:t>
          </a:r>
        </a:p>
        <a:p>
          <a:r>
            <a:rPr lang="en-US" sz="1900" dirty="0" smtClean="0"/>
            <a:t>Proxy</a:t>
          </a:r>
        </a:p>
        <a:p>
          <a:r>
            <a:rPr lang="en-US" sz="1900" dirty="0" smtClean="0"/>
            <a:t>Agent</a:t>
          </a:r>
          <a:endParaRPr lang="en-US" sz="1900" dirty="0"/>
        </a:p>
      </dgm:t>
    </dgm:pt>
    <dgm:pt modelId="{F2655BFF-46A6-48FF-9B88-F27D23F193D2}" type="parTrans" cxnId="{BD722161-0822-42D0-BE0E-4889BF94D3A6}">
      <dgm:prSet/>
      <dgm:spPr/>
      <dgm:t>
        <a:bodyPr/>
        <a:lstStyle/>
        <a:p>
          <a:endParaRPr lang="en-US"/>
        </a:p>
      </dgm:t>
    </dgm:pt>
    <dgm:pt modelId="{D6E6156E-AA06-44D3-8E34-2E1BB7A1CC53}" type="sibTrans" cxnId="{BD722161-0822-42D0-BE0E-4889BF94D3A6}">
      <dgm:prSet/>
      <dgm:spPr/>
      <dgm:t>
        <a:bodyPr/>
        <a:lstStyle/>
        <a:p>
          <a:endParaRPr lang="en-US"/>
        </a:p>
      </dgm:t>
    </dgm:pt>
    <dgm:pt modelId="{3D254FE2-9104-498F-8F13-ADDBE2162817}">
      <dgm:prSet phldrT="[Text]" custT="1"/>
      <dgm:spPr/>
      <dgm:t>
        <a:bodyPr/>
        <a:lstStyle/>
        <a:p>
          <a:r>
            <a:rPr lang="en-US" sz="1900" dirty="0" err="1" smtClean="0"/>
            <a:t>GroupChat</a:t>
          </a:r>
          <a:endParaRPr lang="en-US" sz="1900" dirty="0"/>
        </a:p>
      </dgm:t>
    </dgm:pt>
    <dgm:pt modelId="{C709A5A8-ED28-463C-A825-AABAA535A555}" type="parTrans" cxnId="{8DB9568A-2894-473C-8EE5-1695BC82BE15}">
      <dgm:prSet/>
      <dgm:spPr/>
      <dgm:t>
        <a:bodyPr/>
        <a:lstStyle/>
        <a:p>
          <a:endParaRPr lang="en-US"/>
        </a:p>
      </dgm:t>
    </dgm:pt>
    <dgm:pt modelId="{F2CD8C74-5D6C-49AF-9258-8B92A1345EB3}" type="sibTrans" cxnId="{8DB9568A-2894-473C-8EE5-1695BC82BE15}">
      <dgm:prSet/>
      <dgm:spPr/>
      <dgm:t>
        <a:bodyPr/>
        <a:lstStyle/>
        <a:p>
          <a:endParaRPr lang="en-US"/>
        </a:p>
      </dgm:t>
    </dgm:pt>
    <dgm:pt modelId="{CC67A1CC-75FC-40F1-B1CB-479EDE9530AE}">
      <dgm:prSet custT="1"/>
      <dgm:spPr/>
      <dgm:t>
        <a:bodyPr/>
        <a:lstStyle/>
        <a:p>
          <a:r>
            <a:rPr lang="en-US" sz="1900" dirty="0" err="1" smtClean="0"/>
            <a:t>GroupChat</a:t>
          </a:r>
          <a:endParaRPr lang="en-US" sz="1900" dirty="0" smtClean="0"/>
        </a:p>
        <a:p>
          <a:r>
            <a:rPr lang="en-US" sz="1900" dirty="0" smtClean="0"/>
            <a:t>Manager</a:t>
          </a:r>
          <a:endParaRPr lang="en-US" sz="1900" dirty="0"/>
        </a:p>
      </dgm:t>
    </dgm:pt>
    <dgm:pt modelId="{EDC8C3D4-EF53-452D-8D49-CA49D92D0E6E}" type="parTrans" cxnId="{6A5847D6-6FCF-4885-BFBF-44C6BAF74E15}">
      <dgm:prSet/>
      <dgm:spPr/>
      <dgm:t>
        <a:bodyPr/>
        <a:lstStyle/>
        <a:p>
          <a:endParaRPr lang="en-US"/>
        </a:p>
      </dgm:t>
    </dgm:pt>
    <dgm:pt modelId="{D5EAE359-806B-44A2-9CBE-0334675DBB63}" type="sibTrans" cxnId="{6A5847D6-6FCF-4885-BFBF-44C6BAF74E15}">
      <dgm:prSet/>
      <dgm:spPr/>
      <dgm:t>
        <a:bodyPr/>
        <a:lstStyle/>
        <a:p>
          <a:endParaRPr lang="en-US"/>
        </a:p>
      </dgm:t>
    </dgm:pt>
    <dgm:pt modelId="{90CC0856-ACA7-4F42-BD7A-CE6B4934BB88}" type="pres">
      <dgm:prSet presAssocID="{09FE0F0C-ED5B-42A2-AEC5-6F89A53AA0DD}" presName="Name0" presStyleCnt="0">
        <dgm:presLayoutVars>
          <dgm:chMax val="1"/>
          <dgm:chPref val="1"/>
          <dgm:dir/>
          <dgm:animOne val="branch"/>
          <dgm:animLvl val="lvl"/>
        </dgm:presLayoutVars>
      </dgm:prSet>
      <dgm:spPr/>
      <dgm:t>
        <a:bodyPr/>
        <a:lstStyle/>
        <a:p>
          <a:endParaRPr lang="en-US"/>
        </a:p>
      </dgm:t>
    </dgm:pt>
    <dgm:pt modelId="{0519E713-69FC-4418-B92C-928293987701}" type="pres">
      <dgm:prSet presAssocID="{E65A7EF4-A9F0-48A0-9C14-158E695737BC}" presName="singleCycle" presStyleCnt="0"/>
      <dgm:spPr/>
    </dgm:pt>
    <dgm:pt modelId="{3CAA8D37-3C46-47A0-9467-F7396E2315E7}" type="pres">
      <dgm:prSet presAssocID="{E65A7EF4-A9F0-48A0-9C14-158E695737BC}" presName="singleCenter" presStyleLbl="node1" presStyleIdx="0" presStyleCnt="5" custScaleY="77634" custLinFactNeighborX="566" custLinFactNeighborY="210">
        <dgm:presLayoutVars>
          <dgm:chMax val="7"/>
          <dgm:chPref val="7"/>
        </dgm:presLayoutVars>
      </dgm:prSet>
      <dgm:spPr/>
      <dgm:t>
        <a:bodyPr/>
        <a:lstStyle/>
        <a:p>
          <a:endParaRPr lang="en-US"/>
        </a:p>
      </dgm:t>
    </dgm:pt>
    <dgm:pt modelId="{00A787FA-CB6C-41E0-841B-B3A35EECF160}" type="pres">
      <dgm:prSet presAssocID="{C6CC4AD3-08EF-43A7-8414-E660A1A23BA2}" presName="Name56" presStyleLbl="parChTrans1D2" presStyleIdx="0" presStyleCnt="4"/>
      <dgm:spPr/>
      <dgm:t>
        <a:bodyPr/>
        <a:lstStyle/>
        <a:p>
          <a:endParaRPr lang="en-US"/>
        </a:p>
      </dgm:t>
    </dgm:pt>
    <dgm:pt modelId="{9711BD38-C68F-4430-A214-4CB190305B3A}" type="pres">
      <dgm:prSet presAssocID="{3D29B230-7B83-4609-A468-A76CA40B79CB}" presName="text0" presStyleLbl="node1" presStyleIdx="1" presStyleCnt="5" custRadScaleRad="83266" custRadScaleInc="-530">
        <dgm:presLayoutVars>
          <dgm:bulletEnabled val="1"/>
        </dgm:presLayoutVars>
      </dgm:prSet>
      <dgm:spPr/>
      <dgm:t>
        <a:bodyPr/>
        <a:lstStyle/>
        <a:p>
          <a:endParaRPr lang="en-US"/>
        </a:p>
      </dgm:t>
    </dgm:pt>
    <dgm:pt modelId="{4CE0B999-E21B-43F4-8A6D-85AD74A9F9AA}" type="pres">
      <dgm:prSet presAssocID="{F2655BFF-46A6-48FF-9B88-F27D23F193D2}" presName="Name56" presStyleLbl="parChTrans1D2" presStyleIdx="1" presStyleCnt="4"/>
      <dgm:spPr/>
      <dgm:t>
        <a:bodyPr/>
        <a:lstStyle/>
        <a:p>
          <a:endParaRPr lang="en-US"/>
        </a:p>
      </dgm:t>
    </dgm:pt>
    <dgm:pt modelId="{ECF9A6E0-F543-4F03-89A0-3325899C7926}" type="pres">
      <dgm:prSet presAssocID="{99D87347-5C7B-4B28-B19D-2D62D03403E5}" presName="text0" presStyleLbl="node1" presStyleIdx="2" presStyleCnt="5" custRadScaleRad="123691" custRadScaleInc="-574">
        <dgm:presLayoutVars>
          <dgm:bulletEnabled val="1"/>
        </dgm:presLayoutVars>
      </dgm:prSet>
      <dgm:spPr/>
      <dgm:t>
        <a:bodyPr/>
        <a:lstStyle/>
        <a:p>
          <a:endParaRPr lang="en-US"/>
        </a:p>
      </dgm:t>
    </dgm:pt>
    <dgm:pt modelId="{43CF114E-92F2-4C20-9D19-54856A7B9DC1}" type="pres">
      <dgm:prSet presAssocID="{EDC8C3D4-EF53-452D-8D49-CA49D92D0E6E}" presName="Name56" presStyleLbl="parChTrans1D2" presStyleIdx="2" presStyleCnt="4"/>
      <dgm:spPr/>
      <dgm:t>
        <a:bodyPr/>
        <a:lstStyle/>
        <a:p>
          <a:endParaRPr lang="en-US"/>
        </a:p>
      </dgm:t>
    </dgm:pt>
    <dgm:pt modelId="{5154582E-B840-4844-AF80-FA4D5DE8976D}" type="pres">
      <dgm:prSet presAssocID="{CC67A1CC-75FC-40F1-B1CB-479EDE9530AE}" presName="text0" presStyleLbl="node1" presStyleIdx="3" presStyleCnt="5" custScaleX="125747" custRadScaleRad="93818" custRadScaleInc="-4230">
        <dgm:presLayoutVars>
          <dgm:bulletEnabled val="1"/>
        </dgm:presLayoutVars>
      </dgm:prSet>
      <dgm:spPr/>
      <dgm:t>
        <a:bodyPr/>
        <a:lstStyle/>
        <a:p>
          <a:endParaRPr lang="en-US"/>
        </a:p>
      </dgm:t>
    </dgm:pt>
    <dgm:pt modelId="{3F436FC9-F608-49E1-8505-4D51819DD6DD}" type="pres">
      <dgm:prSet presAssocID="{C709A5A8-ED28-463C-A825-AABAA535A555}" presName="Name56" presStyleLbl="parChTrans1D2" presStyleIdx="3" presStyleCnt="4"/>
      <dgm:spPr/>
      <dgm:t>
        <a:bodyPr/>
        <a:lstStyle/>
        <a:p>
          <a:endParaRPr lang="en-US"/>
        </a:p>
      </dgm:t>
    </dgm:pt>
    <dgm:pt modelId="{8504970D-66C5-48C6-B6BB-ADB796B2D296}" type="pres">
      <dgm:prSet presAssocID="{3D254FE2-9104-498F-8F13-ADDBE2162817}" presName="text0" presStyleLbl="node1" presStyleIdx="4" presStyleCnt="5" custScaleX="122852" custScaleY="75105" custRadScaleRad="115460" custRadScaleInc="-1747">
        <dgm:presLayoutVars>
          <dgm:bulletEnabled val="1"/>
        </dgm:presLayoutVars>
      </dgm:prSet>
      <dgm:spPr/>
      <dgm:t>
        <a:bodyPr/>
        <a:lstStyle/>
        <a:p>
          <a:endParaRPr lang="en-US"/>
        </a:p>
      </dgm:t>
    </dgm:pt>
  </dgm:ptLst>
  <dgm:cxnLst>
    <dgm:cxn modelId="{6A5847D6-6FCF-4885-BFBF-44C6BAF74E15}" srcId="{E65A7EF4-A9F0-48A0-9C14-158E695737BC}" destId="{CC67A1CC-75FC-40F1-B1CB-479EDE9530AE}" srcOrd="2" destOrd="0" parTransId="{EDC8C3D4-EF53-452D-8D49-CA49D92D0E6E}" sibTransId="{D5EAE359-806B-44A2-9CBE-0334675DBB63}"/>
    <dgm:cxn modelId="{A9468001-ACEC-457C-921C-2C63FF69417D}" type="presOf" srcId="{EDC8C3D4-EF53-452D-8D49-CA49D92D0E6E}" destId="{43CF114E-92F2-4C20-9D19-54856A7B9DC1}" srcOrd="0" destOrd="0" presId="urn:microsoft.com/office/officeart/2008/layout/RadialCluster"/>
    <dgm:cxn modelId="{BD722161-0822-42D0-BE0E-4889BF94D3A6}" srcId="{E65A7EF4-A9F0-48A0-9C14-158E695737BC}" destId="{99D87347-5C7B-4B28-B19D-2D62D03403E5}" srcOrd="1" destOrd="0" parTransId="{F2655BFF-46A6-48FF-9B88-F27D23F193D2}" sibTransId="{D6E6156E-AA06-44D3-8E34-2E1BB7A1CC53}"/>
    <dgm:cxn modelId="{8DB9568A-2894-473C-8EE5-1695BC82BE15}" srcId="{E65A7EF4-A9F0-48A0-9C14-158E695737BC}" destId="{3D254FE2-9104-498F-8F13-ADDBE2162817}" srcOrd="3" destOrd="0" parTransId="{C709A5A8-ED28-463C-A825-AABAA535A555}" sibTransId="{F2CD8C74-5D6C-49AF-9258-8B92A1345EB3}"/>
    <dgm:cxn modelId="{27F776D6-3AC1-4201-A704-D9CB2708847E}" type="presOf" srcId="{3D254FE2-9104-498F-8F13-ADDBE2162817}" destId="{8504970D-66C5-48C6-B6BB-ADB796B2D296}" srcOrd="0" destOrd="0" presId="urn:microsoft.com/office/officeart/2008/layout/RadialCluster"/>
    <dgm:cxn modelId="{4C76FA2D-1988-4C65-B7DC-BBC1D519C2E5}" type="presOf" srcId="{F2655BFF-46A6-48FF-9B88-F27D23F193D2}" destId="{4CE0B999-E21B-43F4-8A6D-85AD74A9F9AA}" srcOrd="0" destOrd="0" presId="urn:microsoft.com/office/officeart/2008/layout/RadialCluster"/>
    <dgm:cxn modelId="{2528AD14-9B75-43A7-B65A-6EADAF3CA52B}" type="presOf" srcId="{3D29B230-7B83-4609-A468-A76CA40B79CB}" destId="{9711BD38-C68F-4430-A214-4CB190305B3A}" srcOrd="0" destOrd="0" presId="urn:microsoft.com/office/officeart/2008/layout/RadialCluster"/>
    <dgm:cxn modelId="{4C1E4EB8-6447-4ED9-8511-61017D2563F4}" type="presOf" srcId="{09FE0F0C-ED5B-42A2-AEC5-6F89A53AA0DD}" destId="{90CC0856-ACA7-4F42-BD7A-CE6B4934BB88}" srcOrd="0" destOrd="0" presId="urn:microsoft.com/office/officeart/2008/layout/RadialCluster"/>
    <dgm:cxn modelId="{A8827C95-419D-4A29-B920-2EDE369D8179}" type="presOf" srcId="{E65A7EF4-A9F0-48A0-9C14-158E695737BC}" destId="{3CAA8D37-3C46-47A0-9467-F7396E2315E7}" srcOrd="0" destOrd="0" presId="urn:microsoft.com/office/officeart/2008/layout/RadialCluster"/>
    <dgm:cxn modelId="{9373E7D9-52E8-4303-A777-67E5798E5678}" srcId="{E65A7EF4-A9F0-48A0-9C14-158E695737BC}" destId="{3D29B230-7B83-4609-A468-A76CA40B79CB}" srcOrd="0" destOrd="0" parTransId="{C6CC4AD3-08EF-43A7-8414-E660A1A23BA2}" sibTransId="{7B842F00-C8E0-477A-8A19-D28800B6EDA5}"/>
    <dgm:cxn modelId="{33037591-46BF-4879-BD57-A870F8359B81}" srcId="{09FE0F0C-ED5B-42A2-AEC5-6F89A53AA0DD}" destId="{E65A7EF4-A9F0-48A0-9C14-158E695737BC}" srcOrd="0" destOrd="0" parTransId="{63714000-4DE5-4E97-B436-C27B23779A06}" sibTransId="{FE0C465B-B650-49ED-BEE5-BBF1670FB3D6}"/>
    <dgm:cxn modelId="{5BBE402F-9B57-423D-A1B9-2450086ADCEB}" type="presOf" srcId="{CC67A1CC-75FC-40F1-B1CB-479EDE9530AE}" destId="{5154582E-B840-4844-AF80-FA4D5DE8976D}" srcOrd="0" destOrd="0" presId="urn:microsoft.com/office/officeart/2008/layout/RadialCluster"/>
    <dgm:cxn modelId="{31352AAD-F929-4AC3-A5BF-DB37C8F58F7B}" type="presOf" srcId="{C6CC4AD3-08EF-43A7-8414-E660A1A23BA2}" destId="{00A787FA-CB6C-41E0-841B-B3A35EECF160}" srcOrd="0" destOrd="0" presId="urn:microsoft.com/office/officeart/2008/layout/RadialCluster"/>
    <dgm:cxn modelId="{C7399E55-A627-4371-8C59-2D6221F3F524}" type="presOf" srcId="{99D87347-5C7B-4B28-B19D-2D62D03403E5}" destId="{ECF9A6E0-F543-4F03-89A0-3325899C7926}" srcOrd="0" destOrd="0" presId="urn:microsoft.com/office/officeart/2008/layout/RadialCluster"/>
    <dgm:cxn modelId="{07733B8F-D970-4516-A62F-87D0346044BC}" type="presOf" srcId="{C709A5A8-ED28-463C-A825-AABAA535A555}" destId="{3F436FC9-F608-49E1-8505-4D51819DD6DD}" srcOrd="0" destOrd="0" presId="urn:microsoft.com/office/officeart/2008/layout/RadialCluster"/>
    <dgm:cxn modelId="{1F51041F-2A0D-4236-AEE2-0E60B8A87641}" type="presParOf" srcId="{90CC0856-ACA7-4F42-BD7A-CE6B4934BB88}" destId="{0519E713-69FC-4418-B92C-928293987701}" srcOrd="0" destOrd="0" presId="urn:microsoft.com/office/officeart/2008/layout/RadialCluster"/>
    <dgm:cxn modelId="{FEF94281-C37D-4A33-9D58-D37566A96F9F}" type="presParOf" srcId="{0519E713-69FC-4418-B92C-928293987701}" destId="{3CAA8D37-3C46-47A0-9467-F7396E2315E7}" srcOrd="0" destOrd="0" presId="urn:microsoft.com/office/officeart/2008/layout/RadialCluster"/>
    <dgm:cxn modelId="{52091DE9-BD86-46CE-BD1A-BB8AAC314E55}" type="presParOf" srcId="{0519E713-69FC-4418-B92C-928293987701}" destId="{00A787FA-CB6C-41E0-841B-B3A35EECF160}" srcOrd="1" destOrd="0" presId="urn:microsoft.com/office/officeart/2008/layout/RadialCluster"/>
    <dgm:cxn modelId="{99CF675E-290A-40CF-A1C3-58E58217B126}" type="presParOf" srcId="{0519E713-69FC-4418-B92C-928293987701}" destId="{9711BD38-C68F-4430-A214-4CB190305B3A}" srcOrd="2" destOrd="0" presId="urn:microsoft.com/office/officeart/2008/layout/RadialCluster"/>
    <dgm:cxn modelId="{6C119CB5-1CE6-42CF-8F12-D647D15D735E}" type="presParOf" srcId="{0519E713-69FC-4418-B92C-928293987701}" destId="{4CE0B999-E21B-43F4-8A6D-85AD74A9F9AA}" srcOrd="3" destOrd="0" presId="urn:microsoft.com/office/officeart/2008/layout/RadialCluster"/>
    <dgm:cxn modelId="{D04C84D1-E59F-4E39-B97E-584DE0B113D9}" type="presParOf" srcId="{0519E713-69FC-4418-B92C-928293987701}" destId="{ECF9A6E0-F543-4F03-89A0-3325899C7926}" srcOrd="4" destOrd="0" presId="urn:microsoft.com/office/officeart/2008/layout/RadialCluster"/>
    <dgm:cxn modelId="{FEE53495-5888-43E7-8D9E-C61E232231FC}" type="presParOf" srcId="{0519E713-69FC-4418-B92C-928293987701}" destId="{43CF114E-92F2-4C20-9D19-54856A7B9DC1}" srcOrd="5" destOrd="0" presId="urn:microsoft.com/office/officeart/2008/layout/RadialCluster"/>
    <dgm:cxn modelId="{00300C14-BE03-4F86-8B42-E2FCAC9EB7EA}" type="presParOf" srcId="{0519E713-69FC-4418-B92C-928293987701}" destId="{5154582E-B840-4844-AF80-FA4D5DE8976D}" srcOrd="6" destOrd="0" presId="urn:microsoft.com/office/officeart/2008/layout/RadialCluster"/>
    <dgm:cxn modelId="{0CA084DB-997F-4F59-B3FB-61EFBD6A3DE0}" type="presParOf" srcId="{0519E713-69FC-4418-B92C-928293987701}" destId="{3F436FC9-F608-49E1-8505-4D51819DD6DD}" srcOrd="7" destOrd="0" presId="urn:microsoft.com/office/officeart/2008/layout/RadialCluster"/>
    <dgm:cxn modelId="{5982BB3D-A250-4812-9665-48632361C103}" type="presParOf" srcId="{0519E713-69FC-4418-B92C-928293987701}" destId="{8504970D-66C5-48C6-B6BB-ADB796B2D296}" srcOrd="8" destOrd="0" presId="urn:microsoft.com/office/officeart/2008/layout/RadialCluster"/>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C41049-B195-4CFD-8333-4AC8E8A295E3}">
      <dsp:nvSpPr>
        <dsp:cNvPr id="0" name=""/>
        <dsp:cNvSpPr/>
      </dsp:nvSpPr>
      <dsp:spPr>
        <a:xfrm rot="11451234">
          <a:off x="2645510" y="2617797"/>
          <a:ext cx="1047277" cy="0"/>
        </a:xfrm>
        <a:custGeom>
          <a:avLst/>
          <a:gdLst/>
          <a:ahLst/>
          <a:cxnLst/>
          <a:rect l="0" t="0" r="0" b="0"/>
          <a:pathLst>
            <a:path>
              <a:moveTo>
                <a:pt x="0" y="0"/>
              </a:moveTo>
              <a:lnTo>
                <a:pt x="1047277"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DB5187A-A3E9-4A64-9FD1-F56B64122B13}">
      <dsp:nvSpPr>
        <dsp:cNvPr id="0" name=""/>
        <dsp:cNvSpPr/>
      </dsp:nvSpPr>
      <dsp:spPr>
        <a:xfrm rot="8348055">
          <a:off x="2917597" y="3874034"/>
          <a:ext cx="975732" cy="0"/>
        </a:xfrm>
        <a:custGeom>
          <a:avLst/>
          <a:gdLst/>
          <a:ahLst/>
          <a:cxnLst/>
          <a:rect l="0" t="0" r="0" b="0"/>
          <a:pathLst>
            <a:path>
              <a:moveTo>
                <a:pt x="0" y="0"/>
              </a:moveTo>
              <a:lnTo>
                <a:pt x="975732"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9F7AD67-E476-4F62-8E80-56A3023D5FE6}">
      <dsp:nvSpPr>
        <dsp:cNvPr id="0" name=""/>
        <dsp:cNvSpPr/>
      </dsp:nvSpPr>
      <dsp:spPr>
        <a:xfrm rot="2971502">
          <a:off x="5073496" y="3665737"/>
          <a:ext cx="291600" cy="0"/>
        </a:xfrm>
        <a:custGeom>
          <a:avLst/>
          <a:gdLst/>
          <a:ahLst/>
          <a:cxnLst/>
          <a:rect l="0" t="0" r="0" b="0"/>
          <a:pathLst>
            <a:path>
              <a:moveTo>
                <a:pt x="0" y="0"/>
              </a:moveTo>
              <a:lnTo>
                <a:pt x="291600"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DB3E55C-F1DE-4280-AA41-C1488394EBE7}">
      <dsp:nvSpPr>
        <dsp:cNvPr id="0" name=""/>
        <dsp:cNvSpPr/>
      </dsp:nvSpPr>
      <dsp:spPr>
        <a:xfrm rot="21591194">
          <a:off x="5418939" y="2879081"/>
          <a:ext cx="1153549" cy="0"/>
        </a:xfrm>
        <a:custGeom>
          <a:avLst/>
          <a:gdLst/>
          <a:ahLst/>
          <a:cxnLst/>
          <a:rect l="0" t="0" r="0" b="0"/>
          <a:pathLst>
            <a:path>
              <a:moveTo>
                <a:pt x="0" y="0"/>
              </a:moveTo>
              <a:lnTo>
                <a:pt x="1153549"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308AD1D-18A1-4683-96CB-0C94A5317668}">
      <dsp:nvSpPr>
        <dsp:cNvPr id="0" name=""/>
        <dsp:cNvSpPr/>
      </dsp:nvSpPr>
      <dsp:spPr>
        <a:xfrm rot="18276395">
          <a:off x="4937002" y="2062324"/>
          <a:ext cx="360625" cy="0"/>
        </a:xfrm>
        <a:custGeom>
          <a:avLst/>
          <a:gdLst/>
          <a:ahLst/>
          <a:cxnLst/>
          <a:rect l="0" t="0" r="0" b="0"/>
          <a:pathLst>
            <a:path>
              <a:moveTo>
                <a:pt x="0" y="0"/>
              </a:moveTo>
              <a:lnTo>
                <a:pt x="360625"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FDE7EE-C6E9-4F08-8E2B-C1B2EC229AC5}">
      <dsp:nvSpPr>
        <dsp:cNvPr id="0" name=""/>
        <dsp:cNvSpPr/>
      </dsp:nvSpPr>
      <dsp:spPr>
        <a:xfrm>
          <a:off x="3683419" y="2210734"/>
          <a:ext cx="1735521" cy="1344094"/>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6040" tIns="66040" rIns="66040" bIns="66040" numCol="1" spcCol="1270" anchor="ctr" anchorCtr="0">
          <a:noAutofit/>
        </a:bodyPr>
        <a:lstStyle/>
        <a:p>
          <a:pPr lvl="0" algn="ctr" defTabSz="1155700">
            <a:lnSpc>
              <a:spcPct val="90000"/>
            </a:lnSpc>
            <a:spcBef>
              <a:spcPct val="0"/>
            </a:spcBef>
            <a:spcAft>
              <a:spcPct val="35000"/>
            </a:spcAft>
          </a:pPr>
          <a:r>
            <a:rPr lang="en-US" sz="2600" kern="1200" dirty="0" smtClean="0"/>
            <a:t>LangChain</a:t>
          </a:r>
          <a:endParaRPr lang="en-US" sz="2600" kern="1200" dirty="0"/>
        </a:p>
      </dsp:txBody>
      <dsp:txXfrm>
        <a:off x="3749032" y="2276347"/>
        <a:ext cx="1604295" cy="1212868"/>
      </dsp:txXfrm>
    </dsp:sp>
    <dsp:sp modelId="{A062DD24-C01B-4233-A409-472FE2ACC0DC}">
      <dsp:nvSpPr>
        <dsp:cNvPr id="0" name=""/>
        <dsp:cNvSpPr/>
      </dsp:nvSpPr>
      <dsp:spPr>
        <a:xfrm>
          <a:off x="4714985" y="1328551"/>
          <a:ext cx="1413385" cy="58536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kern="1200" dirty="0" smtClean="0"/>
            <a:t>Tools</a:t>
          </a:r>
          <a:endParaRPr lang="en-US" sz="1800" kern="1200" dirty="0"/>
        </a:p>
      </dsp:txBody>
      <dsp:txXfrm>
        <a:off x="4743560" y="1357126"/>
        <a:ext cx="1356235" cy="528212"/>
      </dsp:txXfrm>
    </dsp:sp>
    <dsp:sp modelId="{123F159E-3995-4993-833E-6BE07DD62BB3}">
      <dsp:nvSpPr>
        <dsp:cNvPr id="0" name=""/>
        <dsp:cNvSpPr/>
      </dsp:nvSpPr>
      <dsp:spPr>
        <a:xfrm rot="14250271">
          <a:off x="5039938" y="1221388"/>
          <a:ext cx="254111" cy="0"/>
        </a:xfrm>
        <a:custGeom>
          <a:avLst/>
          <a:gdLst/>
          <a:ahLst/>
          <a:cxnLst/>
          <a:rect l="0" t="0" r="0" b="0"/>
          <a:pathLst>
            <a:path>
              <a:moveTo>
                <a:pt x="0" y="0"/>
              </a:moveTo>
              <a:lnTo>
                <a:pt x="254111"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E269775-938E-4D2C-8140-ABB95301EF02}">
      <dsp:nvSpPr>
        <dsp:cNvPr id="0" name=""/>
        <dsp:cNvSpPr/>
      </dsp:nvSpPr>
      <dsp:spPr>
        <a:xfrm>
          <a:off x="4164392" y="215355"/>
          <a:ext cx="1296143" cy="89887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err="1" smtClean="0"/>
            <a:t>DuckDuck</a:t>
          </a:r>
          <a:endParaRPr lang="en-US" sz="1600" kern="1200" dirty="0" smtClean="0"/>
        </a:p>
        <a:p>
          <a:pPr lvl="0" algn="ctr" defTabSz="711200">
            <a:lnSpc>
              <a:spcPct val="90000"/>
            </a:lnSpc>
            <a:spcBef>
              <a:spcPct val="0"/>
            </a:spcBef>
            <a:spcAft>
              <a:spcPct val="35000"/>
            </a:spcAft>
          </a:pPr>
          <a:r>
            <a:rPr lang="en-US" sz="1600" kern="1200" dirty="0" err="1" smtClean="0"/>
            <a:t>GoSearchRun</a:t>
          </a:r>
          <a:endParaRPr lang="en-US" sz="1600" kern="1200" dirty="0"/>
        </a:p>
      </dsp:txBody>
      <dsp:txXfrm>
        <a:off x="4208271" y="259234"/>
        <a:ext cx="1208385" cy="811112"/>
      </dsp:txXfrm>
    </dsp:sp>
    <dsp:sp modelId="{CCE8481F-8F16-4089-9C11-03069098A0D3}">
      <dsp:nvSpPr>
        <dsp:cNvPr id="0" name=""/>
        <dsp:cNvSpPr/>
      </dsp:nvSpPr>
      <dsp:spPr>
        <a:xfrm rot="18518059">
          <a:off x="5495133" y="994850"/>
          <a:ext cx="854388" cy="0"/>
        </a:xfrm>
        <a:custGeom>
          <a:avLst/>
          <a:gdLst/>
          <a:ahLst/>
          <a:cxnLst/>
          <a:rect l="0" t="0" r="0" b="0"/>
          <a:pathLst>
            <a:path>
              <a:moveTo>
                <a:pt x="0" y="0"/>
              </a:moveTo>
              <a:lnTo>
                <a:pt x="854388"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EEB53B9-FC4E-45CD-B884-8F5882D83F61}">
      <dsp:nvSpPr>
        <dsp:cNvPr id="0" name=""/>
        <dsp:cNvSpPr/>
      </dsp:nvSpPr>
      <dsp:spPr>
        <a:xfrm>
          <a:off x="5642602" y="0"/>
          <a:ext cx="1621324" cy="66114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err="1" smtClean="0"/>
            <a:t>GoogleSearchRun</a:t>
          </a:r>
          <a:endParaRPr lang="en-US" sz="1600" kern="1200" dirty="0"/>
        </a:p>
      </dsp:txBody>
      <dsp:txXfrm>
        <a:off x="5674877" y="32275"/>
        <a:ext cx="1556774" cy="596598"/>
      </dsp:txXfrm>
    </dsp:sp>
    <dsp:sp modelId="{7E2423E0-E5CE-4F6A-9653-9B41371E12C3}">
      <dsp:nvSpPr>
        <dsp:cNvPr id="0" name=""/>
        <dsp:cNvSpPr/>
      </dsp:nvSpPr>
      <dsp:spPr>
        <a:xfrm rot="11168714">
          <a:off x="4023294" y="1508015"/>
          <a:ext cx="693684" cy="0"/>
        </a:xfrm>
        <a:custGeom>
          <a:avLst/>
          <a:gdLst/>
          <a:ahLst/>
          <a:cxnLst/>
          <a:rect l="0" t="0" r="0" b="0"/>
          <a:pathLst>
            <a:path>
              <a:moveTo>
                <a:pt x="0" y="0"/>
              </a:moveTo>
              <a:lnTo>
                <a:pt x="693684"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81C4D02-27B0-4A95-B040-118B8C1E17F2}">
      <dsp:nvSpPr>
        <dsp:cNvPr id="0" name=""/>
        <dsp:cNvSpPr/>
      </dsp:nvSpPr>
      <dsp:spPr>
        <a:xfrm>
          <a:off x="2875361" y="993345"/>
          <a:ext cx="1149926" cy="83127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AIPulgin</a:t>
          </a:r>
        </a:p>
        <a:p>
          <a:pPr lvl="0" algn="ctr" defTabSz="711200">
            <a:lnSpc>
              <a:spcPct val="90000"/>
            </a:lnSpc>
            <a:spcBef>
              <a:spcPct val="0"/>
            </a:spcBef>
            <a:spcAft>
              <a:spcPct val="35000"/>
            </a:spcAft>
          </a:pPr>
          <a:r>
            <a:rPr lang="en-US" sz="1600" kern="1200" dirty="0" smtClean="0"/>
            <a:t>Tool</a:t>
          </a:r>
          <a:endParaRPr lang="en-US" sz="1600" kern="1200" dirty="0"/>
        </a:p>
      </dsp:txBody>
      <dsp:txXfrm>
        <a:off x="2915940" y="1033924"/>
        <a:ext cx="1068768" cy="750114"/>
      </dsp:txXfrm>
    </dsp:sp>
    <dsp:sp modelId="{52C487EE-4D29-4A65-A7A5-556C0A4E9151}">
      <dsp:nvSpPr>
        <dsp:cNvPr id="0" name=""/>
        <dsp:cNvSpPr/>
      </dsp:nvSpPr>
      <dsp:spPr>
        <a:xfrm>
          <a:off x="6572487" y="2479672"/>
          <a:ext cx="1454747" cy="792136"/>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kern="1200" dirty="0" smtClean="0"/>
            <a:t>Memory</a:t>
          </a:r>
          <a:endParaRPr lang="en-US" sz="1800" kern="1200" dirty="0"/>
        </a:p>
      </dsp:txBody>
      <dsp:txXfrm>
        <a:off x="6611156" y="2518341"/>
        <a:ext cx="1377409" cy="714798"/>
      </dsp:txXfrm>
    </dsp:sp>
    <dsp:sp modelId="{D111887A-AFBE-461E-8AD3-8047BDAE3D99}">
      <dsp:nvSpPr>
        <dsp:cNvPr id="0" name=""/>
        <dsp:cNvSpPr/>
      </dsp:nvSpPr>
      <dsp:spPr>
        <a:xfrm rot="18235728">
          <a:off x="7368149" y="2107568"/>
          <a:ext cx="896925" cy="0"/>
        </a:xfrm>
        <a:custGeom>
          <a:avLst/>
          <a:gdLst/>
          <a:ahLst/>
          <a:cxnLst/>
          <a:rect l="0" t="0" r="0" b="0"/>
          <a:pathLst>
            <a:path>
              <a:moveTo>
                <a:pt x="0" y="0"/>
              </a:moveTo>
              <a:lnTo>
                <a:pt x="896925"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C6A1187-DC35-4F01-9C8E-C9C8D786C61C}">
      <dsp:nvSpPr>
        <dsp:cNvPr id="0" name=""/>
        <dsp:cNvSpPr/>
      </dsp:nvSpPr>
      <dsp:spPr>
        <a:xfrm>
          <a:off x="7953418" y="252774"/>
          <a:ext cx="1224426" cy="148269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Vector</a:t>
          </a:r>
        </a:p>
        <a:p>
          <a:pPr lvl="0" algn="ctr" defTabSz="711200">
            <a:lnSpc>
              <a:spcPct val="90000"/>
            </a:lnSpc>
            <a:spcBef>
              <a:spcPct val="0"/>
            </a:spcBef>
            <a:spcAft>
              <a:spcPct val="35000"/>
            </a:spcAft>
          </a:pPr>
          <a:r>
            <a:rPr lang="en-US" sz="1600" kern="1200" dirty="0" smtClean="0"/>
            <a:t>Store</a:t>
          </a:r>
        </a:p>
        <a:p>
          <a:pPr lvl="0" algn="ctr" defTabSz="711200">
            <a:lnSpc>
              <a:spcPct val="90000"/>
            </a:lnSpc>
            <a:spcBef>
              <a:spcPct val="0"/>
            </a:spcBef>
            <a:spcAft>
              <a:spcPct val="35000"/>
            </a:spcAft>
          </a:pPr>
          <a:r>
            <a:rPr lang="en-US" sz="1600" kern="1200" dirty="0" smtClean="0"/>
            <a:t>Retrieve</a:t>
          </a:r>
        </a:p>
        <a:p>
          <a:pPr lvl="0" algn="ctr" defTabSz="711200">
            <a:lnSpc>
              <a:spcPct val="90000"/>
            </a:lnSpc>
            <a:spcBef>
              <a:spcPct val="0"/>
            </a:spcBef>
            <a:spcAft>
              <a:spcPct val="35000"/>
            </a:spcAft>
          </a:pPr>
          <a:r>
            <a:rPr lang="en-US" sz="1600" kern="1200" dirty="0" smtClean="0"/>
            <a:t>Memory</a:t>
          </a:r>
          <a:endParaRPr lang="en-US" sz="1600" kern="1200" dirty="0"/>
        </a:p>
      </dsp:txBody>
      <dsp:txXfrm>
        <a:off x="8013190" y="312546"/>
        <a:ext cx="1104882" cy="1363146"/>
      </dsp:txXfrm>
    </dsp:sp>
    <dsp:sp modelId="{88ED63E6-AFD9-4D76-A895-BD9889FD4F91}">
      <dsp:nvSpPr>
        <dsp:cNvPr id="0" name=""/>
        <dsp:cNvSpPr/>
      </dsp:nvSpPr>
      <dsp:spPr>
        <a:xfrm rot="20391530">
          <a:off x="7988492" y="2390816"/>
          <a:ext cx="1267080" cy="0"/>
        </a:xfrm>
        <a:custGeom>
          <a:avLst/>
          <a:gdLst/>
          <a:ahLst/>
          <a:cxnLst/>
          <a:rect l="0" t="0" r="0" b="0"/>
          <a:pathLst>
            <a:path>
              <a:moveTo>
                <a:pt x="0" y="0"/>
              </a:moveTo>
              <a:lnTo>
                <a:pt x="1267080"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106C459-BF00-41CC-955D-D931ECE47E1B}">
      <dsp:nvSpPr>
        <dsp:cNvPr id="0" name=""/>
        <dsp:cNvSpPr/>
      </dsp:nvSpPr>
      <dsp:spPr>
        <a:xfrm>
          <a:off x="9216829" y="1275205"/>
          <a:ext cx="1636337" cy="119477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Conservation</a:t>
          </a:r>
        </a:p>
        <a:p>
          <a:pPr lvl="0" algn="ctr" defTabSz="711200">
            <a:lnSpc>
              <a:spcPct val="90000"/>
            </a:lnSpc>
            <a:spcBef>
              <a:spcPct val="0"/>
            </a:spcBef>
            <a:spcAft>
              <a:spcPct val="35000"/>
            </a:spcAft>
          </a:pPr>
          <a:r>
            <a:rPr lang="en-US" sz="1600" kern="1200" dirty="0" smtClean="0"/>
            <a:t>Buffer</a:t>
          </a:r>
        </a:p>
        <a:p>
          <a:pPr lvl="0" algn="ctr" defTabSz="711200">
            <a:lnSpc>
              <a:spcPct val="90000"/>
            </a:lnSpc>
            <a:spcBef>
              <a:spcPct val="0"/>
            </a:spcBef>
            <a:spcAft>
              <a:spcPct val="35000"/>
            </a:spcAft>
          </a:pPr>
          <a:r>
            <a:rPr lang="en-US" sz="1600" kern="1200" dirty="0" smtClean="0"/>
            <a:t>memory</a:t>
          </a:r>
          <a:endParaRPr lang="en-US" sz="1600" kern="1200" dirty="0"/>
        </a:p>
      </dsp:txBody>
      <dsp:txXfrm>
        <a:off x="9275153" y="1333529"/>
        <a:ext cx="1519689" cy="1078127"/>
      </dsp:txXfrm>
    </dsp:sp>
    <dsp:sp modelId="{FF8856DA-8C9B-4E81-B26E-7543AAAD45C1}">
      <dsp:nvSpPr>
        <dsp:cNvPr id="0" name=""/>
        <dsp:cNvSpPr/>
      </dsp:nvSpPr>
      <dsp:spPr>
        <a:xfrm rot="763302">
          <a:off x="8011986" y="3176735"/>
          <a:ext cx="1242281" cy="0"/>
        </a:xfrm>
        <a:custGeom>
          <a:avLst/>
          <a:gdLst/>
          <a:ahLst/>
          <a:cxnLst/>
          <a:rect l="0" t="0" r="0" b="0"/>
          <a:pathLst>
            <a:path>
              <a:moveTo>
                <a:pt x="0" y="0"/>
              </a:moveTo>
              <a:lnTo>
                <a:pt x="1242281"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DA273B0-8D8C-4383-8D41-3E5DA5846DA3}">
      <dsp:nvSpPr>
        <dsp:cNvPr id="0" name=""/>
        <dsp:cNvSpPr/>
      </dsp:nvSpPr>
      <dsp:spPr>
        <a:xfrm>
          <a:off x="9239019" y="2886570"/>
          <a:ext cx="1576672" cy="120984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Conservation</a:t>
          </a:r>
        </a:p>
        <a:p>
          <a:pPr lvl="0" algn="ctr" defTabSz="711200">
            <a:lnSpc>
              <a:spcPct val="90000"/>
            </a:lnSpc>
            <a:spcBef>
              <a:spcPct val="0"/>
            </a:spcBef>
            <a:spcAft>
              <a:spcPct val="35000"/>
            </a:spcAft>
          </a:pPr>
          <a:r>
            <a:rPr lang="en-US" sz="1600" kern="1200" dirty="0" smtClean="0"/>
            <a:t>Summery</a:t>
          </a:r>
        </a:p>
        <a:p>
          <a:pPr lvl="0" algn="ctr" defTabSz="711200">
            <a:lnSpc>
              <a:spcPct val="90000"/>
            </a:lnSpc>
            <a:spcBef>
              <a:spcPct val="0"/>
            </a:spcBef>
            <a:spcAft>
              <a:spcPct val="35000"/>
            </a:spcAft>
          </a:pPr>
          <a:r>
            <a:rPr lang="en-US" sz="1600" kern="1200" dirty="0" smtClean="0"/>
            <a:t>Memory</a:t>
          </a:r>
          <a:endParaRPr lang="en-US" sz="1600" kern="1200" dirty="0"/>
        </a:p>
      </dsp:txBody>
      <dsp:txXfrm>
        <a:off x="9298079" y="2945630"/>
        <a:ext cx="1458552" cy="1091725"/>
      </dsp:txXfrm>
    </dsp:sp>
    <dsp:sp modelId="{332E5D3E-26D5-4D6A-ACD2-32CB4A8F83CC}">
      <dsp:nvSpPr>
        <dsp:cNvPr id="0" name=""/>
        <dsp:cNvSpPr/>
      </dsp:nvSpPr>
      <dsp:spPr>
        <a:xfrm rot="3704995">
          <a:off x="7359383" y="3528197"/>
          <a:ext cx="582113" cy="0"/>
        </a:xfrm>
        <a:custGeom>
          <a:avLst/>
          <a:gdLst/>
          <a:ahLst/>
          <a:cxnLst/>
          <a:rect l="0" t="0" r="0" b="0"/>
          <a:pathLst>
            <a:path>
              <a:moveTo>
                <a:pt x="0" y="0"/>
              </a:moveTo>
              <a:lnTo>
                <a:pt x="582113"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438BB42-4318-463A-9DD1-26834997EF65}">
      <dsp:nvSpPr>
        <dsp:cNvPr id="0" name=""/>
        <dsp:cNvSpPr/>
      </dsp:nvSpPr>
      <dsp:spPr>
        <a:xfrm>
          <a:off x="7586003" y="3784586"/>
          <a:ext cx="1307691" cy="16811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Conservation</a:t>
          </a:r>
        </a:p>
        <a:p>
          <a:pPr lvl="0" algn="ctr" defTabSz="711200">
            <a:lnSpc>
              <a:spcPct val="90000"/>
            </a:lnSpc>
            <a:spcBef>
              <a:spcPct val="0"/>
            </a:spcBef>
            <a:spcAft>
              <a:spcPct val="35000"/>
            </a:spcAft>
          </a:pPr>
          <a:r>
            <a:rPr lang="en-US" sz="1600" kern="1200" dirty="0" smtClean="0"/>
            <a:t>Buffer</a:t>
          </a:r>
        </a:p>
        <a:p>
          <a:pPr lvl="0" algn="ctr" defTabSz="711200">
            <a:lnSpc>
              <a:spcPct val="90000"/>
            </a:lnSpc>
            <a:spcBef>
              <a:spcPct val="0"/>
            </a:spcBef>
            <a:spcAft>
              <a:spcPct val="35000"/>
            </a:spcAft>
          </a:pPr>
          <a:r>
            <a:rPr lang="en-US" sz="1600" kern="1200" dirty="0" smtClean="0"/>
            <a:t>Window</a:t>
          </a:r>
        </a:p>
        <a:p>
          <a:pPr lvl="0" algn="ctr" defTabSz="711200">
            <a:lnSpc>
              <a:spcPct val="90000"/>
            </a:lnSpc>
            <a:spcBef>
              <a:spcPct val="0"/>
            </a:spcBef>
            <a:spcAft>
              <a:spcPct val="35000"/>
            </a:spcAft>
          </a:pPr>
          <a:r>
            <a:rPr lang="en-US" sz="1600" kern="1200" dirty="0" smtClean="0"/>
            <a:t>Memory</a:t>
          </a:r>
          <a:endParaRPr lang="en-US" sz="1600" kern="1200" dirty="0"/>
        </a:p>
      </dsp:txBody>
      <dsp:txXfrm>
        <a:off x="7649839" y="3848422"/>
        <a:ext cx="1180019" cy="1553428"/>
      </dsp:txXfrm>
    </dsp:sp>
    <dsp:sp modelId="{E1FB2B77-CF13-4FEF-8A1B-F2CE3220C5F4}">
      <dsp:nvSpPr>
        <dsp:cNvPr id="0" name=""/>
        <dsp:cNvSpPr/>
      </dsp:nvSpPr>
      <dsp:spPr>
        <a:xfrm rot="16116691">
          <a:off x="6969263" y="2166360"/>
          <a:ext cx="626806" cy="0"/>
        </a:xfrm>
        <a:custGeom>
          <a:avLst/>
          <a:gdLst/>
          <a:ahLst/>
          <a:cxnLst/>
          <a:rect l="0" t="0" r="0" b="0"/>
          <a:pathLst>
            <a:path>
              <a:moveTo>
                <a:pt x="0" y="0"/>
              </a:moveTo>
              <a:lnTo>
                <a:pt x="626806"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5B3C8CA-7623-4C93-9D62-A6B93BCA4231}">
      <dsp:nvSpPr>
        <dsp:cNvPr id="0" name=""/>
        <dsp:cNvSpPr/>
      </dsp:nvSpPr>
      <dsp:spPr>
        <a:xfrm>
          <a:off x="6760801" y="785708"/>
          <a:ext cx="1002673" cy="106734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Zep</a:t>
          </a:r>
        </a:p>
        <a:p>
          <a:pPr lvl="0" algn="ctr" defTabSz="711200">
            <a:lnSpc>
              <a:spcPct val="90000"/>
            </a:lnSpc>
            <a:spcBef>
              <a:spcPct val="0"/>
            </a:spcBef>
            <a:spcAft>
              <a:spcPct val="35000"/>
            </a:spcAft>
          </a:pPr>
          <a:r>
            <a:rPr lang="en-US" sz="1600" kern="1200" dirty="0" smtClean="0"/>
            <a:t>Memory</a:t>
          </a:r>
          <a:endParaRPr lang="en-US" sz="1600" kern="1200" dirty="0"/>
        </a:p>
      </dsp:txBody>
      <dsp:txXfrm>
        <a:off x="6809747" y="834654"/>
        <a:ext cx="904781" cy="969449"/>
      </dsp:txXfrm>
    </dsp:sp>
    <dsp:sp modelId="{338533EE-F8E2-4941-A06B-F829BA6B7439}">
      <dsp:nvSpPr>
        <dsp:cNvPr id="0" name=""/>
        <dsp:cNvSpPr/>
      </dsp:nvSpPr>
      <dsp:spPr>
        <a:xfrm>
          <a:off x="5182557" y="3776646"/>
          <a:ext cx="862975" cy="70338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kern="1200" dirty="0" smtClean="0"/>
            <a:t>Agents</a:t>
          </a:r>
          <a:endParaRPr lang="en-US" sz="1800" kern="1200" dirty="0"/>
        </a:p>
      </dsp:txBody>
      <dsp:txXfrm>
        <a:off x="5216893" y="3810982"/>
        <a:ext cx="794303" cy="634710"/>
      </dsp:txXfrm>
    </dsp:sp>
    <dsp:sp modelId="{344B5F89-2BA6-4CDC-819D-EEA0269E220E}">
      <dsp:nvSpPr>
        <dsp:cNvPr id="0" name=""/>
        <dsp:cNvSpPr/>
      </dsp:nvSpPr>
      <dsp:spPr>
        <a:xfrm rot="587045">
          <a:off x="6042955" y="4232868"/>
          <a:ext cx="354528" cy="0"/>
        </a:xfrm>
        <a:custGeom>
          <a:avLst/>
          <a:gdLst/>
          <a:ahLst/>
          <a:cxnLst/>
          <a:rect l="0" t="0" r="0" b="0"/>
          <a:pathLst>
            <a:path>
              <a:moveTo>
                <a:pt x="0" y="0"/>
              </a:moveTo>
              <a:lnTo>
                <a:pt x="354528"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C77F89A-25C5-49CF-BBC5-3658A4BA31B9}">
      <dsp:nvSpPr>
        <dsp:cNvPr id="0" name=""/>
        <dsp:cNvSpPr/>
      </dsp:nvSpPr>
      <dsp:spPr>
        <a:xfrm>
          <a:off x="6394905" y="4034966"/>
          <a:ext cx="1002795" cy="628977"/>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Agent</a:t>
          </a:r>
        </a:p>
        <a:p>
          <a:pPr lvl="0" algn="ctr" defTabSz="711200">
            <a:lnSpc>
              <a:spcPct val="90000"/>
            </a:lnSpc>
            <a:spcBef>
              <a:spcPct val="0"/>
            </a:spcBef>
            <a:spcAft>
              <a:spcPct val="35000"/>
            </a:spcAft>
          </a:pPr>
          <a:r>
            <a:rPr lang="en-US" sz="1600" kern="1200" dirty="0" smtClean="0"/>
            <a:t>Type</a:t>
          </a:r>
          <a:endParaRPr lang="en-US" sz="1600" kern="1200" dirty="0"/>
        </a:p>
      </dsp:txBody>
      <dsp:txXfrm>
        <a:off x="6425609" y="4065670"/>
        <a:ext cx="941387" cy="567569"/>
      </dsp:txXfrm>
    </dsp:sp>
    <dsp:sp modelId="{8BB2E4D6-E229-4E1C-867A-9FA3DC9BE234}">
      <dsp:nvSpPr>
        <dsp:cNvPr id="0" name=""/>
        <dsp:cNvSpPr/>
      </dsp:nvSpPr>
      <dsp:spPr>
        <a:xfrm rot="3625559">
          <a:off x="5602903" y="4841892"/>
          <a:ext cx="832139" cy="0"/>
        </a:xfrm>
        <a:custGeom>
          <a:avLst/>
          <a:gdLst/>
          <a:ahLst/>
          <a:cxnLst/>
          <a:rect l="0" t="0" r="0" b="0"/>
          <a:pathLst>
            <a:path>
              <a:moveTo>
                <a:pt x="0" y="0"/>
              </a:moveTo>
              <a:lnTo>
                <a:pt x="832139"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2F17281-8A85-4DB0-ADA8-670DE17FAA1E}">
      <dsp:nvSpPr>
        <dsp:cNvPr id="0" name=""/>
        <dsp:cNvSpPr/>
      </dsp:nvSpPr>
      <dsp:spPr>
        <a:xfrm>
          <a:off x="6011057" y="5203756"/>
          <a:ext cx="818786" cy="691224"/>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Load</a:t>
          </a:r>
        </a:p>
        <a:p>
          <a:pPr lvl="0" algn="ctr" defTabSz="711200">
            <a:lnSpc>
              <a:spcPct val="90000"/>
            </a:lnSpc>
            <a:spcBef>
              <a:spcPct val="0"/>
            </a:spcBef>
            <a:spcAft>
              <a:spcPct val="35000"/>
            </a:spcAft>
          </a:pPr>
          <a:r>
            <a:rPr lang="en-US" sz="1600" kern="1200" dirty="0" smtClean="0"/>
            <a:t>tools</a:t>
          </a:r>
          <a:endParaRPr lang="en-US" sz="1600" kern="1200" dirty="0"/>
        </a:p>
      </dsp:txBody>
      <dsp:txXfrm>
        <a:off x="6044800" y="5237499"/>
        <a:ext cx="751300" cy="623738"/>
      </dsp:txXfrm>
    </dsp:sp>
    <dsp:sp modelId="{C28CDF67-6D68-46FF-9492-08BF2EE5AFA2}">
      <dsp:nvSpPr>
        <dsp:cNvPr id="0" name=""/>
        <dsp:cNvSpPr/>
      </dsp:nvSpPr>
      <dsp:spPr>
        <a:xfrm rot="7260448">
          <a:off x="4990191" y="4713360"/>
          <a:ext cx="544466" cy="0"/>
        </a:xfrm>
        <a:custGeom>
          <a:avLst/>
          <a:gdLst/>
          <a:ahLst/>
          <a:cxnLst/>
          <a:rect l="0" t="0" r="0" b="0"/>
          <a:pathLst>
            <a:path>
              <a:moveTo>
                <a:pt x="0" y="0"/>
              </a:moveTo>
              <a:lnTo>
                <a:pt x="544466"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45BD6D3-5ABA-43D2-9740-2FCB487592A3}">
      <dsp:nvSpPr>
        <dsp:cNvPr id="0" name=""/>
        <dsp:cNvSpPr/>
      </dsp:nvSpPr>
      <dsp:spPr>
        <a:xfrm>
          <a:off x="4308691" y="4946691"/>
          <a:ext cx="1123040" cy="83845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Initialize</a:t>
          </a:r>
        </a:p>
        <a:p>
          <a:pPr lvl="0" algn="ctr" defTabSz="711200">
            <a:lnSpc>
              <a:spcPct val="90000"/>
            </a:lnSpc>
            <a:spcBef>
              <a:spcPct val="0"/>
            </a:spcBef>
            <a:spcAft>
              <a:spcPct val="35000"/>
            </a:spcAft>
          </a:pPr>
          <a:r>
            <a:rPr lang="en-US" sz="1600" kern="1200" dirty="0" smtClean="0"/>
            <a:t>Agent</a:t>
          </a:r>
          <a:endParaRPr lang="en-US" sz="1600" kern="1200" dirty="0"/>
        </a:p>
      </dsp:txBody>
      <dsp:txXfrm>
        <a:off x="4349621" y="4987621"/>
        <a:ext cx="1041180" cy="756595"/>
      </dsp:txXfrm>
    </dsp:sp>
    <dsp:sp modelId="{4DE54E37-4AC2-48C5-A31B-FA925BA84460}">
      <dsp:nvSpPr>
        <dsp:cNvPr id="0" name=""/>
        <dsp:cNvSpPr/>
      </dsp:nvSpPr>
      <dsp:spPr>
        <a:xfrm>
          <a:off x="2229789" y="4193239"/>
          <a:ext cx="936877" cy="58536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kern="1200" dirty="0" smtClean="0"/>
            <a:t>LLMs</a:t>
          </a:r>
          <a:endParaRPr lang="en-US" sz="1800" kern="1200" dirty="0"/>
        </a:p>
      </dsp:txBody>
      <dsp:txXfrm>
        <a:off x="2258364" y="4221814"/>
        <a:ext cx="879727" cy="528212"/>
      </dsp:txXfrm>
    </dsp:sp>
    <dsp:sp modelId="{01035EBB-4CAB-4031-B966-265512CAA99B}">
      <dsp:nvSpPr>
        <dsp:cNvPr id="0" name=""/>
        <dsp:cNvSpPr/>
      </dsp:nvSpPr>
      <dsp:spPr>
        <a:xfrm rot="2985315">
          <a:off x="2902744" y="4871786"/>
          <a:ext cx="244166" cy="0"/>
        </a:xfrm>
        <a:custGeom>
          <a:avLst/>
          <a:gdLst/>
          <a:ahLst/>
          <a:cxnLst/>
          <a:rect l="0" t="0" r="0" b="0"/>
          <a:pathLst>
            <a:path>
              <a:moveTo>
                <a:pt x="0" y="0"/>
              </a:moveTo>
              <a:lnTo>
                <a:pt x="244166"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A077060-075A-4519-B8EB-B87971984D83}">
      <dsp:nvSpPr>
        <dsp:cNvPr id="0" name=""/>
        <dsp:cNvSpPr/>
      </dsp:nvSpPr>
      <dsp:spPr>
        <a:xfrm>
          <a:off x="2979296" y="4964972"/>
          <a:ext cx="903342" cy="77331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Llama</a:t>
          </a:r>
        </a:p>
        <a:p>
          <a:pPr lvl="0" algn="ctr" defTabSz="711200">
            <a:lnSpc>
              <a:spcPct val="90000"/>
            </a:lnSpc>
            <a:spcBef>
              <a:spcPct val="0"/>
            </a:spcBef>
            <a:spcAft>
              <a:spcPct val="35000"/>
            </a:spcAft>
          </a:pPr>
          <a:r>
            <a:rPr lang="en-US" sz="1600" kern="1200" dirty="0" smtClean="0"/>
            <a:t>cpp</a:t>
          </a:r>
          <a:endParaRPr lang="en-US" sz="1600" kern="1200" dirty="0"/>
        </a:p>
      </dsp:txBody>
      <dsp:txXfrm>
        <a:off x="3017046" y="5002722"/>
        <a:ext cx="827842" cy="697810"/>
      </dsp:txXfrm>
    </dsp:sp>
    <dsp:sp modelId="{EB108DC9-0838-411C-8CB2-F1D24259EB4F}">
      <dsp:nvSpPr>
        <dsp:cNvPr id="0" name=""/>
        <dsp:cNvSpPr/>
      </dsp:nvSpPr>
      <dsp:spPr>
        <a:xfrm rot="7608772">
          <a:off x="2105308" y="4965766"/>
          <a:ext cx="467563" cy="0"/>
        </a:xfrm>
        <a:custGeom>
          <a:avLst/>
          <a:gdLst/>
          <a:ahLst/>
          <a:cxnLst/>
          <a:rect l="0" t="0" r="0" b="0"/>
          <a:pathLst>
            <a:path>
              <a:moveTo>
                <a:pt x="0" y="0"/>
              </a:moveTo>
              <a:lnTo>
                <a:pt x="467563"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C8FC5C9-8D36-4137-9D6D-8E61135A5BF0}">
      <dsp:nvSpPr>
        <dsp:cNvPr id="0" name=""/>
        <dsp:cNvSpPr/>
      </dsp:nvSpPr>
      <dsp:spPr>
        <a:xfrm>
          <a:off x="1474219" y="5152931"/>
          <a:ext cx="1011464" cy="58536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GPT4All</a:t>
          </a:r>
          <a:endParaRPr lang="en-US" sz="1600" kern="1200" dirty="0"/>
        </a:p>
      </dsp:txBody>
      <dsp:txXfrm>
        <a:off x="1502794" y="5181506"/>
        <a:ext cx="954314" cy="528212"/>
      </dsp:txXfrm>
    </dsp:sp>
    <dsp:sp modelId="{B18675EB-FB59-45F6-B693-69D0F201C75B}">
      <dsp:nvSpPr>
        <dsp:cNvPr id="0" name=""/>
        <dsp:cNvSpPr/>
      </dsp:nvSpPr>
      <dsp:spPr>
        <a:xfrm rot="10407510">
          <a:off x="1819602" y="4563077"/>
          <a:ext cx="411526" cy="0"/>
        </a:xfrm>
        <a:custGeom>
          <a:avLst/>
          <a:gdLst/>
          <a:ahLst/>
          <a:cxnLst/>
          <a:rect l="0" t="0" r="0" b="0"/>
          <a:pathLst>
            <a:path>
              <a:moveTo>
                <a:pt x="0" y="0"/>
              </a:moveTo>
              <a:lnTo>
                <a:pt x="411526"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9612961-F5CA-4D68-8ECC-E2F14A773582}">
      <dsp:nvSpPr>
        <dsp:cNvPr id="0" name=""/>
        <dsp:cNvSpPr/>
      </dsp:nvSpPr>
      <dsp:spPr>
        <a:xfrm>
          <a:off x="855083" y="4349214"/>
          <a:ext cx="965859" cy="58536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Open</a:t>
          </a:r>
        </a:p>
        <a:p>
          <a:pPr lvl="0" algn="ctr" defTabSz="711200">
            <a:lnSpc>
              <a:spcPct val="90000"/>
            </a:lnSpc>
            <a:spcBef>
              <a:spcPct val="0"/>
            </a:spcBef>
            <a:spcAft>
              <a:spcPct val="35000"/>
            </a:spcAft>
          </a:pPr>
          <a:r>
            <a:rPr lang="en-US" sz="1600" kern="1200" dirty="0" smtClean="0"/>
            <a:t>AI</a:t>
          </a:r>
          <a:endParaRPr lang="en-US" sz="1600" kern="1200" dirty="0"/>
        </a:p>
      </dsp:txBody>
      <dsp:txXfrm>
        <a:off x="883658" y="4377789"/>
        <a:ext cx="908709" cy="528212"/>
      </dsp:txXfrm>
    </dsp:sp>
    <dsp:sp modelId="{C785D16D-21F0-47FA-B781-18D1E5330133}">
      <dsp:nvSpPr>
        <dsp:cNvPr id="0" name=""/>
        <dsp:cNvSpPr/>
      </dsp:nvSpPr>
      <dsp:spPr>
        <a:xfrm>
          <a:off x="2069515" y="2170394"/>
          <a:ext cx="585362" cy="58536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kern="1200" dirty="0" smtClean="0"/>
            <a:t>Core</a:t>
          </a:r>
          <a:endParaRPr lang="en-US" sz="1800" kern="1200" dirty="0"/>
        </a:p>
      </dsp:txBody>
      <dsp:txXfrm>
        <a:off x="2098090" y="2198969"/>
        <a:ext cx="528212" cy="528212"/>
      </dsp:txXfrm>
    </dsp:sp>
    <dsp:sp modelId="{E0405F32-D372-45FE-84C8-7FD06A0AA65D}">
      <dsp:nvSpPr>
        <dsp:cNvPr id="0" name=""/>
        <dsp:cNvSpPr/>
      </dsp:nvSpPr>
      <dsp:spPr>
        <a:xfrm rot="13734191">
          <a:off x="1724196" y="1996375"/>
          <a:ext cx="461834" cy="0"/>
        </a:xfrm>
        <a:custGeom>
          <a:avLst/>
          <a:gdLst/>
          <a:ahLst/>
          <a:cxnLst/>
          <a:rect l="0" t="0" r="0" b="0"/>
          <a:pathLst>
            <a:path>
              <a:moveTo>
                <a:pt x="0" y="0"/>
              </a:moveTo>
              <a:lnTo>
                <a:pt x="461834"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651CD8F-01FD-476D-99D4-3E137B67F294}">
      <dsp:nvSpPr>
        <dsp:cNvPr id="0" name=""/>
        <dsp:cNvSpPr/>
      </dsp:nvSpPr>
      <dsp:spPr>
        <a:xfrm>
          <a:off x="850973" y="1236994"/>
          <a:ext cx="1394115" cy="58536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Message</a:t>
          </a:r>
          <a:endParaRPr lang="en-US" sz="1600" kern="1200" dirty="0"/>
        </a:p>
      </dsp:txBody>
      <dsp:txXfrm>
        <a:off x="879548" y="1265569"/>
        <a:ext cx="1336965" cy="528212"/>
      </dsp:txXfrm>
    </dsp:sp>
    <dsp:sp modelId="{C8906E9E-D37E-491B-8702-A82873F8CDE6}">
      <dsp:nvSpPr>
        <dsp:cNvPr id="0" name=""/>
        <dsp:cNvSpPr/>
      </dsp:nvSpPr>
      <dsp:spPr>
        <a:xfrm rot="4845101">
          <a:off x="2264329" y="2926894"/>
          <a:ext cx="346782" cy="0"/>
        </a:xfrm>
        <a:custGeom>
          <a:avLst/>
          <a:gdLst/>
          <a:ahLst/>
          <a:cxnLst/>
          <a:rect l="0" t="0" r="0" b="0"/>
          <a:pathLst>
            <a:path>
              <a:moveTo>
                <a:pt x="0" y="0"/>
              </a:moveTo>
              <a:lnTo>
                <a:pt x="346782"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0C714EA-B363-4DDE-9A86-84372E5C9B55}">
      <dsp:nvSpPr>
        <dsp:cNvPr id="0" name=""/>
        <dsp:cNvSpPr/>
      </dsp:nvSpPr>
      <dsp:spPr>
        <a:xfrm>
          <a:off x="2047190" y="3098031"/>
          <a:ext cx="932107" cy="58536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Runnable</a:t>
          </a:r>
          <a:endParaRPr lang="en-US" sz="1600" kern="1200" dirty="0"/>
        </a:p>
      </dsp:txBody>
      <dsp:txXfrm>
        <a:off x="2075765" y="3126606"/>
        <a:ext cx="874957" cy="528212"/>
      </dsp:txXfrm>
    </dsp:sp>
    <dsp:sp modelId="{7BA36DA3-FE52-4D75-AC7F-8253A8FC18B1}">
      <dsp:nvSpPr>
        <dsp:cNvPr id="0" name=""/>
        <dsp:cNvSpPr/>
      </dsp:nvSpPr>
      <dsp:spPr>
        <a:xfrm rot="9477858">
          <a:off x="1644322" y="2664325"/>
          <a:ext cx="441311" cy="0"/>
        </a:xfrm>
        <a:custGeom>
          <a:avLst/>
          <a:gdLst/>
          <a:ahLst/>
          <a:cxnLst/>
          <a:rect l="0" t="0" r="0" b="0"/>
          <a:pathLst>
            <a:path>
              <a:moveTo>
                <a:pt x="0" y="0"/>
              </a:moveTo>
              <a:lnTo>
                <a:pt x="441311"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C45D013-4891-4960-B495-6BBEF0FFE4A7}">
      <dsp:nvSpPr>
        <dsp:cNvPr id="0" name=""/>
        <dsp:cNvSpPr/>
      </dsp:nvSpPr>
      <dsp:spPr>
        <a:xfrm>
          <a:off x="628261" y="2663319"/>
          <a:ext cx="1032180" cy="58536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Prompt</a:t>
          </a:r>
          <a:endParaRPr lang="en-US" sz="1600" kern="1200" dirty="0"/>
        </a:p>
      </dsp:txBody>
      <dsp:txXfrm>
        <a:off x="656836" y="2691894"/>
        <a:ext cx="975030" cy="5282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0A1536-A841-4299-9811-335F9B479269}">
      <dsp:nvSpPr>
        <dsp:cNvPr id="0" name=""/>
        <dsp:cNvSpPr/>
      </dsp:nvSpPr>
      <dsp:spPr>
        <a:xfrm rot="11064767">
          <a:off x="3113500" y="2581251"/>
          <a:ext cx="412650" cy="0"/>
        </a:xfrm>
        <a:custGeom>
          <a:avLst/>
          <a:gdLst/>
          <a:ahLst/>
          <a:cxnLst/>
          <a:rect l="0" t="0" r="0" b="0"/>
          <a:pathLst>
            <a:path>
              <a:moveTo>
                <a:pt x="0" y="0"/>
              </a:moveTo>
              <a:lnTo>
                <a:pt x="412650"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532406A-F280-4045-8479-FC69F770CAB9}">
      <dsp:nvSpPr>
        <dsp:cNvPr id="0" name=""/>
        <dsp:cNvSpPr/>
      </dsp:nvSpPr>
      <dsp:spPr>
        <a:xfrm rot="5504249">
          <a:off x="4573766" y="3379261"/>
          <a:ext cx="335622" cy="0"/>
        </a:xfrm>
        <a:custGeom>
          <a:avLst/>
          <a:gdLst/>
          <a:ahLst/>
          <a:cxnLst/>
          <a:rect l="0" t="0" r="0" b="0"/>
          <a:pathLst>
            <a:path>
              <a:moveTo>
                <a:pt x="0" y="0"/>
              </a:moveTo>
              <a:lnTo>
                <a:pt x="335622"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39E2819-903C-4958-9FFC-0BBDF059CED3}">
      <dsp:nvSpPr>
        <dsp:cNvPr id="0" name=""/>
        <dsp:cNvSpPr/>
      </dsp:nvSpPr>
      <dsp:spPr>
        <a:xfrm rot="454681">
          <a:off x="5997332" y="2886490"/>
          <a:ext cx="445328" cy="0"/>
        </a:xfrm>
        <a:custGeom>
          <a:avLst/>
          <a:gdLst/>
          <a:ahLst/>
          <a:cxnLst/>
          <a:rect l="0" t="0" r="0" b="0"/>
          <a:pathLst>
            <a:path>
              <a:moveTo>
                <a:pt x="0" y="0"/>
              </a:moveTo>
              <a:lnTo>
                <a:pt x="445328"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33AE295-EFEF-428C-AD02-862AAC2BAEE0}">
      <dsp:nvSpPr>
        <dsp:cNvPr id="0" name=""/>
        <dsp:cNvSpPr/>
      </dsp:nvSpPr>
      <dsp:spPr>
        <a:xfrm rot="16021456">
          <a:off x="4662116" y="2104022"/>
          <a:ext cx="139392" cy="0"/>
        </a:xfrm>
        <a:custGeom>
          <a:avLst/>
          <a:gdLst/>
          <a:ahLst/>
          <a:cxnLst/>
          <a:rect l="0" t="0" r="0" b="0"/>
          <a:pathLst>
            <a:path>
              <a:moveTo>
                <a:pt x="0" y="0"/>
              </a:moveTo>
              <a:lnTo>
                <a:pt x="139392"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7238AE0-1607-4C89-A7DB-2126E9329C05}">
      <dsp:nvSpPr>
        <dsp:cNvPr id="0" name=""/>
        <dsp:cNvSpPr/>
      </dsp:nvSpPr>
      <dsp:spPr>
        <a:xfrm>
          <a:off x="3525538" y="2173625"/>
          <a:ext cx="2473738" cy="103790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660" tIns="73660" rIns="73660" bIns="73660" numCol="1" spcCol="1270" anchor="ctr" anchorCtr="0">
          <a:noAutofit/>
        </a:bodyPr>
        <a:lstStyle/>
        <a:p>
          <a:pPr lvl="0" algn="ctr" defTabSz="1289050">
            <a:lnSpc>
              <a:spcPct val="90000"/>
            </a:lnSpc>
            <a:spcBef>
              <a:spcPct val="0"/>
            </a:spcBef>
            <a:spcAft>
              <a:spcPct val="35000"/>
            </a:spcAft>
          </a:pPr>
          <a:r>
            <a:rPr lang="en-US" sz="2900" kern="1200" dirty="0" smtClean="0"/>
            <a:t>LlamaIndex</a:t>
          </a:r>
          <a:endParaRPr lang="en-US" sz="2900" kern="1200" dirty="0"/>
        </a:p>
      </dsp:txBody>
      <dsp:txXfrm>
        <a:off x="3576204" y="2224291"/>
        <a:ext cx="2372406" cy="936570"/>
      </dsp:txXfrm>
    </dsp:sp>
    <dsp:sp modelId="{449D61A7-BA14-4E3B-9B0B-17572294F2BE}">
      <dsp:nvSpPr>
        <dsp:cNvPr id="0" name=""/>
        <dsp:cNvSpPr/>
      </dsp:nvSpPr>
      <dsp:spPr>
        <a:xfrm>
          <a:off x="4318646" y="1255798"/>
          <a:ext cx="778621" cy="77862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55880" rIns="55880" bIns="55880" numCol="1" spcCol="1270" anchor="ctr" anchorCtr="0">
          <a:noAutofit/>
        </a:bodyPr>
        <a:lstStyle/>
        <a:p>
          <a:pPr lvl="0" algn="ctr" defTabSz="977900">
            <a:lnSpc>
              <a:spcPct val="90000"/>
            </a:lnSpc>
            <a:spcBef>
              <a:spcPct val="0"/>
            </a:spcBef>
            <a:spcAft>
              <a:spcPct val="35000"/>
            </a:spcAft>
          </a:pPr>
          <a:r>
            <a:rPr lang="en-US" sz="2200" kern="1200" dirty="0" smtClean="0"/>
            <a:t>Core</a:t>
          </a:r>
          <a:endParaRPr lang="en-US" sz="2200" kern="1200" dirty="0"/>
        </a:p>
      </dsp:txBody>
      <dsp:txXfrm>
        <a:off x="4356655" y="1293807"/>
        <a:ext cx="702603" cy="702603"/>
      </dsp:txXfrm>
    </dsp:sp>
    <dsp:sp modelId="{263A22B3-9AB2-4A1A-9445-58654A60278B}">
      <dsp:nvSpPr>
        <dsp:cNvPr id="0" name=""/>
        <dsp:cNvSpPr/>
      </dsp:nvSpPr>
      <dsp:spPr>
        <a:xfrm rot="12396528">
          <a:off x="3746407" y="1314764"/>
          <a:ext cx="604238" cy="0"/>
        </a:xfrm>
        <a:custGeom>
          <a:avLst/>
          <a:gdLst/>
          <a:ahLst/>
          <a:cxnLst/>
          <a:rect l="0" t="0" r="0" b="0"/>
          <a:pathLst>
            <a:path>
              <a:moveTo>
                <a:pt x="0" y="0"/>
              </a:moveTo>
              <a:lnTo>
                <a:pt x="604238"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230931C-8475-40F6-B422-19531F321B6E}">
      <dsp:nvSpPr>
        <dsp:cNvPr id="0" name=""/>
        <dsp:cNvSpPr/>
      </dsp:nvSpPr>
      <dsp:spPr>
        <a:xfrm>
          <a:off x="2737233" y="471166"/>
          <a:ext cx="1041172" cy="89497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Service</a:t>
          </a:r>
        </a:p>
        <a:p>
          <a:pPr lvl="0" algn="ctr" defTabSz="711200">
            <a:lnSpc>
              <a:spcPct val="90000"/>
            </a:lnSpc>
            <a:spcBef>
              <a:spcPct val="0"/>
            </a:spcBef>
            <a:spcAft>
              <a:spcPct val="35000"/>
            </a:spcAft>
          </a:pPr>
          <a:r>
            <a:rPr lang="en-US" sz="1600" kern="1200" dirty="0" smtClean="0"/>
            <a:t>Context</a:t>
          </a:r>
          <a:endParaRPr lang="en-US" sz="1600" kern="1200" dirty="0"/>
        </a:p>
      </dsp:txBody>
      <dsp:txXfrm>
        <a:off x="2780922" y="514855"/>
        <a:ext cx="953794" cy="807600"/>
      </dsp:txXfrm>
    </dsp:sp>
    <dsp:sp modelId="{AD6E6610-8FA9-4CD8-8FF9-EE754E75B6AE}">
      <dsp:nvSpPr>
        <dsp:cNvPr id="0" name=""/>
        <dsp:cNvSpPr/>
      </dsp:nvSpPr>
      <dsp:spPr>
        <a:xfrm rot="16200000">
          <a:off x="4594493" y="1142334"/>
          <a:ext cx="226928" cy="0"/>
        </a:xfrm>
        <a:custGeom>
          <a:avLst/>
          <a:gdLst/>
          <a:ahLst/>
          <a:cxnLst/>
          <a:rect l="0" t="0" r="0" b="0"/>
          <a:pathLst>
            <a:path>
              <a:moveTo>
                <a:pt x="0" y="0"/>
              </a:moveTo>
              <a:lnTo>
                <a:pt x="226928"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17A415F-1AD1-49C8-B587-5B3EC5B1687C}">
      <dsp:nvSpPr>
        <dsp:cNvPr id="0" name=""/>
        <dsp:cNvSpPr/>
      </dsp:nvSpPr>
      <dsp:spPr>
        <a:xfrm>
          <a:off x="4160886" y="-13469"/>
          <a:ext cx="1094142" cy="10423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Simple</a:t>
          </a:r>
        </a:p>
        <a:p>
          <a:pPr lvl="0" algn="ctr" defTabSz="711200">
            <a:lnSpc>
              <a:spcPct val="90000"/>
            </a:lnSpc>
            <a:spcBef>
              <a:spcPct val="0"/>
            </a:spcBef>
            <a:spcAft>
              <a:spcPct val="35000"/>
            </a:spcAft>
          </a:pPr>
          <a:r>
            <a:rPr lang="en-US" sz="1600" kern="1200" dirty="0" smtClean="0"/>
            <a:t>Directory</a:t>
          </a:r>
        </a:p>
        <a:p>
          <a:pPr lvl="0" algn="ctr" defTabSz="711200">
            <a:lnSpc>
              <a:spcPct val="90000"/>
            </a:lnSpc>
            <a:spcBef>
              <a:spcPct val="0"/>
            </a:spcBef>
            <a:spcAft>
              <a:spcPct val="35000"/>
            </a:spcAft>
          </a:pPr>
          <a:r>
            <a:rPr lang="en-US" sz="1600" kern="1200" dirty="0" smtClean="0"/>
            <a:t>Reader</a:t>
          </a:r>
          <a:endParaRPr lang="en-US" sz="1600" kern="1200" dirty="0"/>
        </a:p>
      </dsp:txBody>
      <dsp:txXfrm>
        <a:off x="4211769" y="37414"/>
        <a:ext cx="992376" cy="940574"/>
      </dsp:txXfrm>
    </dsp:sp>
    <dsp:sp modelId="{DB14A1A9-E436-49D1-A4DB-F7CB689C6D8A}">
      <dsp:nvSpPr>
        <dsp:cNvPr id="0" name=""/>
        <dsp:cNvSpPr/>
      </dsp:nvSpPr>
      <dsp:spPr>
        <a:xfrm rot="20084508">
          <a:off x="5050203" y="1251375"/>
          <a:ext cx="984562" cy="0"/>
        </a:xfrm>
        <a:custGeom>
          <a:avLst/>
          <a:gdLst/>
          <a:ahLst/>
          <a:cxnLst/>
          <a:rect l="0" t="0" r="0" b="0"/>
          <a:pathLst>
            <a:path>
              <a:moveTo>
                <a:pt x="0" y="0"/>
              </a:moveTo>
              <a:lnTo>
                <a:pt x="984562"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59AA188-D149-45F0-AA3E-43C6DEB417E5}">
      <dsp:nvSpPr>
        <dsp:cNvPr id="0" name=""/>
        <dsp:cNvSpPr/>
      </dsp:nvSpPr>
      <dsp:spPr>
        <a:xfrm>
          <a:off x="5987700" y="274203"/>
          <a:ext cx="1225923" cy="95583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Vector</a:t>
          </a:r>
        </a:p>
        <a:p>
          <a:pPr lvl="0" algn="ctr" defTabSz="711200">
            <a:lnSpc>
              <a:spcPct val="90000"/>
            </a:lnSpc>
            <a:spcBef>
              <a:spcPct val="0"/>
            </a:spcBef>
            <a:spcAft>
              <a:spcPct val="35000"/>
            </a:spcAft>
          </a:pPr>
          <a:r>
            <a:rPr lang="en-US" sz="1600" kern="1200" dirty="0" smtClean="0"/>
            <a:t>Store</a:t>
          </a:r>
        </a:p>
        <a:p>
          <a:pPr lvl="0" algn="ctr" defTabSz="711200">
            <a:lnSpc>
              <a:spcPct val="90000"/>
            </a:lnSpc>
            <a:spcBef>
              <a:spcPct val="0"/>
            </a:spcBef>
            <a:spcAft>
              <a:spcPct val="35000"/>
            </a:spcAft>
          </a:pPr>
          <a:r>
            <a:rPr lang="en-US" sz="1600" kern="1200" dirty="0" smtClean="0"/>
            <a:t>Index</a:t>
          </a:r>
          <a:endParaRPr lang="en-US" sz="1600" kern="1200" dirty="0"/>
        </a:p>
      </dsp:txBody>
      <dsp:txXfrm>
        <a:off x="6034360" y="320863"/>
        <a:ext cx="1132603" cy="862515"/>
      </dsp:txXfrm>
    </dsp:sp>
    <dsp:sp modelId="{2DDFABA1-349D-468C-AD06-4B84185068A1}">
      <dsp:nvSpPr>
        <dsp:cNvPr id="0" name=""/>
        <dsp:cNvSpPr/>
      </dsp:nvSpPr>
      <dsp:spPr>
        <a:xfrm>
          <a:off x="6440716" y="2578337"/>
          <a:ext cx="778621" cy="77862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55880" rIns="55880" bIns="55880" numCol="1" spcCol="1270" anchor="ctr" anchorCtr="0">
          <a:noAutofit/>
        </a:bodyPr>
        <a:lstStyle/>
        <a:p>
          <a:pPr lvl="0" algn="ctr" defTabSz="977900">
            <a:lnSpc>
              <a:spcPct val="90000"/>
            </a:lnSpc>
            <a:spcBef>
              <a:spcPct val="0"/>
            </a:spcBef>
            <a:spcAft>
              <a:spcPct val="35000"/>
            </a:spcAft>
          </a:pPr>
          <a:r>
            <a:rPr lang="en-US" sz="2200" kern="1200" dirty="0" smtClean="0"/>
            <a:t>Tools</a:t>
          </a:r>
          <a:endParaRPr lang="en-US" sz="2200" kern="1200" dirty="0"/>
        </a:p>
      </dsp:txBody>
      <dsp:txXfrm>
        <a:off x="6478725" y="2616346"/>
        <a:ext cx="702603" cy="702603"/>
      </dsp:txXfrm>
    </dsp:sp>
    <dsp:sp modelId="{37252F1D-8745-494F-9DE4-708B19BFD1F9}">
      <dsp:nvSpPr>
        <dsp:cNvPr id="0" name=""/>
        <dsp:cNvSpPr/>
      </dsp:nvSpPr>
      <dsp:spPr>
        <a:xfrm rot="19875056">
          <a:off x="7189458" y="2637486"/>
          <a:ext cx="484791" cy="0"/>
        </a:xfrm>
        <a:custGeom>
          <a:avLst/>
          <a:gdLst/>
          <a:ahLst/>
          <a:cxnLst/>
          <a:rect l="0" t="0" r="0" b="0"/>
          <a:pathLst>
            <a:path>
              <a:moveTo>
                <a:pt x="0" y="0"/>
              </a:moveTo>
              <a:lnTo>
                <a:pt x="484791"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05B61B-8B52-4588-A204-299342C92073}">
      <dsp:nvSpPr>
        <dsp:cNvPr id="0" name=""/>
        <dsp:cNvSpPr/>
      </dsp:nvSpPr>
      <dsp:spPr>
        <a:xfrm>
          <a:off x="7644371" y="1738419"/>
          <a:ext cx="1065200" cy="98059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Query</a:t>
          </a:r>
        </a:p>
        <a:p>
          <a:pPr lvl="0" algn="ctr" defTabSz="711200">
            <a:lnSpc>
              <a:spcPct val="90000"/>
            </a:lnSpc>
            <a:spcBef>
              <a:spcPct val="0"/>
            </a:spcBef>
            <a:spcAft>
              <a:spcPct val="35000"/>
            </a:spcAft>
          </a:pPr>
          <a:r>
            <a:rPr lang="en-US" sz="1600" kern="1200" dirty="0" smtClean="0"/>
            <a:t>Engine</a:t>
          </a:r>
        </a:p>
        <a:p>
          <a:pPr lvl="0" algn="ctr" defTabSz="711200">
            <a:lnSpc>
              <a:spcPct val="90000"/>
            </a:lnSpc>
            <a:spcBef>
              <a:spcPct val="0"/>
            </a:spcBef>
            <a:spcAft>
              <a:spcPct val="35000"/>
            </a:spcAft>
          </a:pPr>
          <a:r>
            <a:rPr lang="en-US" sz="1600" kern="1200" dirty="0" smtClean="0"/>
            <a:t>Tool</a:t>
          </a:r>
          <a:endParaRPr lang="en-US" sz="1600" kern="1200" dirty="0"/>
        </a:p>
      </dsp:txBody>
      <dsp:txXfrm>
        <a:off x="7692240" y="1786288"/>
        <a:ext cx="969462" cy="884857"/>
      </dsp:txXfrm>
    </dsp:sp>
    <dsp:sp modelId="{C2B99277-74BC-4126-B828-8B6FE6BDA3BA}">
      <dsp:nvSpPr>
        <dsp:cNvPr id="0" name=""/>
        <dsp:cNvSpPr/>
      </dsp:nvSpPr>
      <dsp:spPr>
        <a:xfrm rot="1569030">
          <a:off x="7193110" y="3271722"/>
          <a:ext cx="512455" cy="0"/>
        </a:xfrm>
        <a:custGeom>
          <a:avLst/>
          <a:gdLst/>
          <a:ahLst/>
          <a:cxnLst/>
          <a:rect l="0" t="0" r="0" b="0"/>
          <a:pathLst>
            <a:path>
              <a:moveTo>
                <a:pt x="0" y="0"/>
              </a:moveTo>
              <a:lnTo>
                <a:pt x="512455"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BFCF09-5287-44F2-AC37-785D95F028C5}">
      <dsp:nvSpPr>
        <dsp:cNvPr id="0" name=""/>
        <dsp:cNvSpPr/>
      </dsp:nvSpPr>
      <dsp:spPr>
        <a:xfrm>
          <a:off x="7679337" y="3253702"/>
          <a:ext cx="1052423" cy="77862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Function</a:t>
          </a:r>
        </a:p>
        <a:p>
          <a:pPr lvl="0" algn="ctr" defTabSz="711200">
            <a:lnSpc>
              <a:spcPct val="90000"/>
            </a:lnSpc>
            <a:spcBef>
              <a:spcPct val="0"/>
            </a:spcBef>
            <a:spcAft>
              <a:spcPct val="35000"/>
            </a:spcAft>
          </a:pPr>
          <a:r>
            <a:rPr lang="en-US" sz="1600" kern="1200" dirty="0" smtClean="0"/>
            <a:t>Tool</a:t>
          </a:r>
          <a:endParaRPr lang="en-US" sz="1600" kern="1200" dirty="0"/>
        </a:p>
      </dsp:txBody>
      <dsp:txXfrm>
        <a:off x="7717346" y="3291711"/>
        <a:ext cx="976405" cy="702603"/>
      </dsp:txXfrm>
    </dsp:sp>
    <dsp:sp modelId="{01781C32-8EFB-40D7-9199-B0880D00D601}">
      <dsp:nvSpPr>
        <dsp:cNvPr id="0" name=""/>
        <dsp:cNvSpPr/>
      </dsp:nvSpPr>
      <dsp:spPr>
        <a:xfrm>
          <a:off x="4335369" y="3546995"/>
          <a:ext cx="778621" cy="77862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55880" rIns="55880" bIns="55880" numCol="1" spcCol="1270" anchor="ctr" anchorCtr="0">
          <a:noAutofit/>
        </a:bodyPr>
        <a:lstStyle/>
        <a:p>
          <a:pPr lvl="0" algn="ctr" defTabSz="977900">
            <a:lnSpc>
              <a:spcPct val="90000"/>
            </a:lnSpc>
            <a:spcBef>
              <a:spcPct val="0"/>
            </a:spcBef>
            <a:spcAft>
              <a:spcPct val="35000"/>
            </a:spcAft>
          </a:pPr>
          <a:r>
            <a:rPr lang="en-US" sz="2200" kern="1200" dirty="0" smtClean="0"/>
            <a:t>LLMs</a:t>
          </a:r>
          <a:endParaRPr lang="en-US" sz="2200" kern="1200" dirty="0"/>
        </a:p>
      </dsp:txBody>
      <dsp:txXfrm>
        <a:off x="4373378" y="3585004"/>
        <a:ext cx="702603" cy="702603"/>
      </dsp:txXfrm>
    </dsp:sp>
    <dsp:sp modelId="{71C4B80A-9763-419B-9AE5-B2C6A99C40A0}">
      <dsp:nvSpPr>
        <dsp:cNvPr id="0" name=""/>
        <dsp:cNvSpPr/>
      </dsp:nvSpPr>
      <dsp:spPr>
        <a:xfrm rot="1898429">
          <a:off x="5074925" y="4314058"/>
          <a:ext cx="525624" cy="0"/>
        </a:xfrm>
        <a:custGeom>
          <a:avLst/>
          <a:gdLst/>
          <a:ahLst/>
          <a:cxnLst/>
          <a:rect l="0" t="0" r="0" b="0"/>
          <a:pathLst>
            <a:path>
              <a:moveTo>
                <a:pt x="0" y="0"/>
              </a:moveTo>
              <a:lnTo>
                <a:pt x="525624"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8DD53ED-A0D4-4DA0-9C86-932B81D892A1}">
      <dsp:nvSpPr>
        <dsp:cNvPr id="0" name=""/>
        <dsp:cNvSpPr/>
      </dsp:nvSpPr>
      <dsp:spPr>
        <a:xfrm>
          <a:off x="5552996" y="4451927"/>
          <a:ext cx="1280606" cy="77862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Anthropic</a:t>
          </a:r>
        </a:p>
      </dsp:txBody>
      <dsp:txXfrm>
        <a:off x="5591005" y="4489936"/>
        <a:ext cx="1204588" cy="702603"/>
      </dsp:txXfrm>
    </dsp:sp>
    <dsp:sp modelId="{658219C6-0BE8-4676-8044-92BD6F75EA78}">
      <dsp:nvSpPr>
        <dsp:cNvPr id="0" name=""/>
        <dsp:cNvSpPr/>
      </dsp:nvSpPr>
      <dsp:spPr>
        <a:xfrm rot="8755167">
          <a:off x="3834254" y="4353288"/>
          <a:ext cx="548191" cy="0"/>
        </a:xfrm>
        <a:custGeom>
          <a:avLst/>
          <a:gdLst/>
          <a:ahLst/>
          <a:cxnLst/>
          <a:rect l="0" t="0" r="0" b="0"/>
          <a:pathLst>
            <a:path>
              <a:moveTo>
                <a:pt x="0" y="0"/>
              </a:moveTo>
              <a:lnTo>
                <a:pt x="548191"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2370174-7FA4-4168-BCDE-B125100D36E9}">
      <dsp:nvSpPr>
        <dsp:cNvPr id="0" name=""/>
        <dsp:cNvSpPr/>
      </dsp:nvSpPr>
      <dsp:spPr>
        <a:xfrm>
          <a:off x="2978440" y="4422996"/>
          <a:ext cx="902889" cy="77862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OpenAI</a:t>
          </a:r>
          <a:endParaRPr lang="en-US" sz="1600" kern="1200" dirty="0"/>
        </a:p>
      </dsp:txBody>
      <dsp:txXfrm>
        <a:off x="3016449" y="4461005"/>
        <a:ext cx="826871" cy="702603"/>
      </dsp:txXfrm>
    </dsp:sp>
    <dsp:sp modelId="{0547AA9E-3187-467A-81CB-DFAC36FE587E}">
      <dsp:nvSpPr>
        <dsp:cNvPr id="0" name=""/>
        <dsp:cNvSpPr/>
      </dsp:nvSpPr>
      <dsp:spPr>
        <a:xfrm>
          <a:off x="2017774" y="2133763"/>
          <a:ext cx="1096337" cy="77862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55880" rIns="55880" bIns="55880" numCol="1" spcCol="1270" anchor="ctr" anchorCtr="0">
          <a:noAutofit/>
        </a:bodyPr>
        <a:lstStyle/>
        <a:p>
          <a:pPr lvl="0" algn="ctr" defTabSz="977900">
            <a:lnSpc>
              <a:spcPct val="90000"/>
            </a:lnSpc>
            <a:spcBef>
              <a:spcPct val="0"/>
            </a:spcBef>
            <a:spcAft>
              <a:spcPct val="35000"/>
            </a:spcAft>
          </a:pPr>
          <a:r>
            <a:rPr lang="en-US" sz="2200" kern="1200" dirty="0" smtClean="0"/>
            <a:t>Agent</a:t>
          </a:r>
          <a:endParaRPr lang="en-US" sz="2200" kern="1200" dirty="0"/>
        </a:p>
      </dsp:txBody>
      <dsp:txXfrm>
        <a:off x="2055783" y="2171772"/>
        <a:ext cx="1020319" cy="702603"/>
      </dsp:txXfrm>
    </dsp:sp>
    <dsp:sp modelId="{3636CBE3-442B-42D1-B825-46D94B019FDA}">
      <dsp:nvSpPr>
        <dsp:cNvPr id="0" name=""/>
        <dsp:cNvSpPr/>
      </dsp:nvSpPr>
      <dsp:spPr>
        <a:xfrm rot="10013363">
          <a:off x="1791929" y="2676697"/>
          <a:ext cx="228827" cy="0"/>
        </a:xfrm>
        <a:custGeom>
          <a:avLst/>
          <a:gdLst/>
          <a:ahLst/>
          <a:cxnLst/>
          <a:rect l="0" t="0" r="0" b="0"/>
          <a:pathLst>
            <a:path>
              <a:moveTo>
                <a:pt x="0" y="0"/>
              </a:moveTo>
              <a:lnTo>
                <a:pt x="228827"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0F71F4D-9613-48A7-A12E-8C8C41BC3D7E}">
      <dsp:nvSpPr>
        <dsp:cNvPr id="0" name=""/>
        <dsp:cNvSpPr/>
      </dsp:nvSpPr>
      <dsp:spPr>
        <a:xfrm>
          <a:off x="674311" y="2443834"/>
          <a:ext cx="1120599" cy="77862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ReAct</a:t>
          </a:r>
        </a:p>
        <a:p>
          <a:pPr lvl="0" algn="ctr" defTabSz="711200">
            <a:lnSpc>
              <a:spcPct val="90000"/>
            </a:lnSpc>
            <a:spcBef>
              <a:spcPct val="0"/>
            </a:spcBef>
            <a:spcAft>
              <a:spcPct val="35000"/>
            </a:spcAft>
          </a:pPr>
          <a:r>
            <a:rPr lang="en-US" sz="1600" kern="1200" dirty="0" smtClean="0"/>
            <a:t>Agent</a:t>
          </a:r>
          <a:endParaRPr lang="en-US" sz="1600" kern="1200" dirty="0"/>
        </a:p>
      </dsp:txBody>
      <dsp:txXfrm>
        <a:off x="712320" y="2481843"/>
        <a:ext cx="1044581" cy="7026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AA8D37-3C46-47A0-9467-F7396E2315E7}">
      <dsp:nvSpPr>
        <dsp:cNvPr id="0" name=""/>
        <dsp:cNvSpPr/>
      </dsp:nvSpPr>
      <dsp:spPr>
        <a:xfrm>
          <a:off x="3337922" y="2087414"/>
          <a:ext cx="1625600" cy="126201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660" tIns="73660" rIns="73660" bIns="73660" numCol="1" spcCol="1270" anchor="ctr" anchorCtr="0">
          <a:noAutofit/>
        </a:bodyPr>
        <a:lstStyle/>
        <a:p>
          <a:pPr lvl="0" algn="ctr" defTabSz="1289050">
            <a:lnSpc>
              <a:spcPct val="90000"/>
            </a:lnSpc>
            <a:spcBef>
              <a:spcPct val="0"/>
            </a:spcBef>
            <a:spcAft>
              <a:spcPct val="35000"/>
            </a:spcAft>
          </a:pPr>
          <a:r>
            <a:rPr lang="en-US" sz="2900" kern="1200" dirty="0" smtClean="0"/>
            <a:t>AutoGen</a:t>
          </a:r>
          <a:endParaRPr lang="en-US" sz="2900" kern="1200" dirty="0"/>
        </a:p>
      </dsp:txBody>
      <dsp:txXfrm>
        <a:off x="3399529" y="2149021"/>
        <a:ext cx="1502386" cy="1138804"/>
      </dsp:txXfrm>
    </dsp:sp>
    <dsp:sp modelId="{00A787FA-CB6C-41E0-841B-B3A35EECF160}">
      <dsp:nvSpPr>
        <dsp:cNvPr id="0" name=""/>
        <dsp:cNvSpPr/>
      </dsp:nvSpPr>
      <dsp:spPr>
        <a:xfrm rot="16139266">
          <a:off x="3816105" y="1769610"/>
          <a:ext cx="635707" cy="0"/>
        </a:xfrm>
        <a:custGeom>
          <a:avLst/>
          <a:gdLst/>
          <a:ahLst/>
          <a:cxnLst/>
          <a:rect l="0" t="0" r="0" b="0"/>
          <a:pathLst>
            <a:path>
              <a:moveTo>
                <a:pt x="0" y="0"/>
              </a:moveTo>
              <a:lnTo>
                <a:pt x="635707"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11BD38-C68F-4430-A214-4CB190305B3A}">
      <dsp:nvSpPr>
        <dsp:cNvPr id="0" name=""/>
        <dsp:cNvSpPr/>
      </dsp:nvSpPr>
      <dsp:spPr>
        <a:xfrm>
          <a:off x="3574145" y="362653"/>
          <a:ext cx="1089152" cy="10891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48260" rIns="48260" bIns="48260" numCol="1" spcCol="1270" anchor="ctr" anchorCtr="0">
          <a:noAutofit/>
        </a:bodyPr>
        <a:lstStyle/>
        <a:p>
          <a:pPr lvl="0" algn="ctr" defTabSz="844550">
            <a:lnSpc>
              <a:spcPct val="90000"/>
            </a:lnSpc>
            <a:spcBef>
              <a:spcPct val="0"/>
            </a:spcBef>
            <a:spcAft>
              <a:spcPct val="35000"/>
            </a:spcAft>
          </a:pPr>
          <a:r>
            <a:rPr lang="en-US" sz="1900" kern="1200" dirty="0" smtClean="0"/>
            <a:t>Assistant</a:t>
          </a:r>
        </a:p>
        <a:p>
          <a:pPr lvl="0" algn="ctr" defTabSz="844550">
            <a:lnSpc>
              <a:spcPct val="90000"/>
            </a:lnSpc>
            <a:spcBef>
              <a:spcPct val="0"/>
            </a:spcBef>
            <a:spcAft>
              <a:spcPct val="35000"/>
            </a:spcAft>
          </a:pPr>
          <a:r>
            <a:rPr lang="en-US" sz="1900" kern="1200" dirty="0" smtClean="0"/>
            <a:t>Agent</a:t>
          </a:r>
          <a:endParaRPr lang="en-US" sz="1900" kern="1200" dirty="0"/>
        </a:p>
      </dsp:txBody>
      <dsp:txXfrm>
        <a:off x="3627313" y="415821"/>
        <a:ext cx="982816" cy="982816"/>
      </dsp:txXfrm>
    </dsp:sp>
    <dsp:sp modelId="{4CE0B999-E21B-43F4-8A6D-85AD74A9F9AA}">
      <dsp:nvSpPr>
        <dsp:cNvPr id="0" name=""/>
        <dsp:cNvSpPr/>
      </dsp:nvSpPr>
      <dsp:spPr>
        <a:xfrm rot="21572578">
          <a:off x="4963502" y="2706774"/>
          <a:ext cx="1295172" cy="0"/>
        </a:xfrm>
        <a:custGeom>
          <a:avLst/>
          <a:gdLst/>
          <a:ahLst/>
          <a:cxnLst/>
          <a:rect l="0" t="0" r="0" b="0"/>
          <a:pathLst>
            <a:path>
              <a:moveTo>
                <a:pt x="0" y="0"/>
              </a:moveTo>
              <a:lnTo>
                <a:pt x="1295172"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CF9A6E0-F543-4F03-89A0-3325899C7926}">
      <dsp:nvSpPr>
        <dsp:cNvPr id="0" name=""/>
        <dsp:cNvSpPr/>
      </dsp:nvSpPr>
      <dsp:spPr>
        <a:xfrm>
          <a:off x="6258654" y="2152688"/>
          <a:ext cx="1089152" cy="10891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48260" rIns="48260" bIns="48260" numCol="1" spcCol="1270" anchor="ctr" anchorCtr="0">
          <a:noAutofit/>
        </a:bodyPr>
        <a:lstStyle/>
        <a:p>
          <a:pPr lvl="0" algn="ctr" defTabSz="844550">
            <a:lnSpc>
              <a:spcPct val="90000"/>
            </a:lnSpc>
            <a:spcBef>
              <a:spcPct val="0"/>
            </a:spcBef>
            <a:spcAft>
              <a:spcPct val="35000"/>
            </a:spcAft>
          </a:pPr>
          <a:r>
            <a:rPr lang="en-US" sz="1900" kern="1200" dirty="0" smtClean="0"/>
            <a:t>User</a:t>
          </a:r>
        </a:p>
        <a:p>
          <a:pPr lvl="0" algn="ctr" defTabSz="844550">
            <a:lnSpc>
              <a:spcPct val="90000"/>
            </a:lnSpc>
            <a:spcBef>
              <a:spcPct val="0"/>
            </a:spcBef>
            <a:spcAft>
              <a:spcPct val="35000"/>
            </a:spcAft>
          </a:pPr>
          <a:r>
            <a:rPr lang="en-US" sz="1900" kern="1200" dirty="0" smtClean="0"/>
            <a:t>Proxy</a:t>
          </a:r>
        </a:p>
        <a:p>
          <a:pPr lvl="0" algn="ctr" defTabSz="844550">
            <a:lnSpc>
              <a:spcPct val="90000"/>
            </a:lnSpc>
            <a:spcBef>
              <a:spcPct val="0"/>
            </a:spcBef>
            <a:spcAft>
              <a:spcPct val="35000"/>
            </a:spcAft>
          </a:pPr>
          <a:r>
            <a:rPr lang="en-US" sz="1900" kern="1200" dirty="0" smtClean="0"/>
            <a:t>Agent</a:t>
          </a:r>
          <a:endParaRPr lang="en-US" sz="1900" kern="1200" dirty="0"/>
        </a:p>
      </dsp:txBody>
      <dsp:txXfrm>
        <a:off x="6311822" y="2205856"/>
        <a:ext cx="982816" cy="982816"/>
      </dsp:txXfrm>
    </dsp:sp>
    <dsp:sp modelId="{43CF114E-92F2-4C20-9D19-54856A7B9DC1}">
      <dsp:nvSpPr>
        <dsp:cNvPr id="0" name=""/>
        <dsp:cNvSpPr/>
      </dsp:nvSpPr>
      <dsp:spPr>
        <a:xfrm rot="5326934">
          <a:off x="3750669" y="3771782"/>
          <a:ext cx="844890" cy="0"/>
        </a:xfrm>
        <a:custGeom>
          <a:avLst/>
          <a:gdLst/>
          <a:ahLst/>
          <a:cxnLst/>
          <a:rect l="0" t="0" r="0" b="0"/>
          <a:pathLst>
            <a:path>
              <a:moveTo>
                <a:pt x="0" y="0"/>
              </a:moveTo>
              <a:lnTo>
                <a:pt x="844890"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154582E-B840-4844-AF80-FA4D5DE8976D}">
      <dsp:nvSpPr>
        <dsp:cNvPr id="0" name=""/>
        <dsp:cNvSpPr/>
      </dsp:nvSpPr>
      <dsp:spPr>
        <a:xfrm>
          <a:off x="3508880" y="4194132"/>
          <a:ext cx="1369576" cy="10891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48260" rIns="48260" bIns="48260" numCol="1" spcCol="1270" anchor="ctr" anchorCtr="0">
          <a:noAutofit/>
        </a:bodyPr>
        <a:lstStyle/>
        <a:p>
          <a:pPr lvl="0" algn="ctr" defTabSz="844550">
            <a:lnSpc>
              <a:spcPct val="90000"/>
            </a:lnSpc>
            <a:spcBef>
              <a:spcPct val="0"/>
            </a:spcBef>
            <a:spcAft>
              <a:spcPct val="35000"/>
            </a:spcAft>
          </a:pPr>
          <a:r>
            <a:rPr lang="en-US" sz="1900" kern="1200" dirty="0" err="1" smtClean="0"/>
            <a:t>GroupChat</a:t>
          </a:r>
          <a:endParaRPr lang="en-US" sz="1900" kern="1200" dirty="0" smtClean="0"/>
        </a:p>
        <a:p>
          <a:pPr lvl="0" algn="ctr" defTabSz="844550">
            <a:lnSpc>
              <a:spcPct val="90000"/>
            </a:lnSpc>
            <a:spcBef>
              <a:spcPct val="0"/>
            </a:spcBef>
            <a:spcAft>
              <a:spcPct val="35000"/>
            </a:spcAft>
          </a:pPr>
          <a:r>
            <a:rPr lang="en-US" sz="1900" kern="1200" dirty="0" smtClean="0"/>
            <a:t>Manager</a:t>
          </a:r>
          <a:endParaRPr lang="en-US" sz="1900" kern="1200" dirty="0"/>
        </a:p>
      </dsp:txBody>
      <dsp:txXfrm>
        <a:off x="3562048" y="4247300"/>
        <a:ext cx="1263240" cy="982816"/>
      </dsp:txXfrm>
    </dsp:sp>
    <dsp:sp modelId="{3F436FC9-F608-49E1-8505-4D51819DD6DD}">
      <dsp:nvSpPr>
        <dsp:cNvPr id="0" name=""/>
        <dsp:cNvSpPr/>
      </dsp:nvSpPr>
      <dsp:spPr>
        <a:xfrm rot="10765672">
          <a:off x="2296563" y="2731739"/>
          <a:ext cx="1041385" cy="0"/>
        </a:xfrm>
        <a:custGeom>
          <a:avLst/>
          <a:gdLst/>
          <a:ahLst/>
          <a:cxnLst/>
          <a:rect l="0" t="0" r="0" b="0"/>
          <a:pathLst>
            <a:path>
              <a:moveTo>
                <a:pt x="0" y="0"/>
              </a:moveTo>
              <a:lnTo>
                <a:pt x="1041385"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504970D-66C5-48C6-B6BB-ADB796B2D296}">
      <dsp:nvSpPr>
        <dsp:cNvPr id="0" name=""/>
        <dsp:cNvSpPr/>
      </dsp:nvSpPr>
      <dsp:spPr>
        <a:xfrm>
          <a:off x="958544" y="2334615"/>
          <a:ext cx="1338045" cy="818007"/>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48260" rIns="48260" bIns="48260" numCol="1" spcCol="1270" anchor="ctr" anchorCtr="0">
          <a:noAutofit/>
        </a:bodyPr>
        <a:lstStyle/>
        <a:p>
          <a:pPr lvl="0" algn="ctr" defTabSz="844550">
            <a:lnSpc>
              <a:spcPct val="90000"/>
            </a:lnSpc>
            <a:spcBef>
              <a:spcPct val="0"/>
            </a:spcBef>
            <a:spcAft>
              <a:spcPct val="35000"/>
            </a:spcAft>
          </a:pPr>
          <a:r>
            <a:rPr lang="en-US" sz="1900" kern="1200" dirty="0" err="1" smtClean="0"/>
            <a:t>GroupChat</a:t>
          </a:r>
          <a:endParaRPr lang="en-US" sz="1900" kern="1200" dirty="0"/>
        </a:p>
      </dsp:txBody>
      <dsp:txXfrm>
        <a:off x="998476" y="2374547"/>
        <a:ext cx="1258181" cy="738143"/>
      </dsp:txXfrm>
    </dsp:sp>
  </dsp:spTree>
</dsp:drawing>
</file>

<file path=ppt/diagrams/layout1.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7F2D40-DF92-4ADE-A761-CBF896599CA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74F42E9-55BA-437C-85B3-324B4E2BF2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6D81A9-CFC2-4640-899E-DD3E177BE50A}" type="datetimeFigureOut">
              <a:rPr lang="en-US" smtClean="0"/>
              <a:t>17/09/2025</a:t>
            </a:fld>
            <a:endParaRPr lang="en-US" dirty="0"/>
          </a:p>
        </p:txBody>
      </p:sp>
      <p:sp>
        <p:nvSpPr>
          <p:cNvPr id="4" name="Footer Placeholder 3">
            <a:extLst>
              <a:ext uri="{FF2B5EF4-FFF2-40B4-BE49-F238E27FC236}">
                <a16:creationId xmlns:a16="http://schemas.microsoft.com/office/drawing/2014/main" id="{407DF0FD-84A5-462F-A0AC-B2CEF6020C4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D85C710-014C-4C89-9B64-843B9863CEB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C605DA-80A8-4B7B-B889-6C5700BB4CEA}" type="slidenum">
              <a:rPr lang="en-US" smtClean="0"/>
              <a:t>‹#›</a:t>
            </a:fld>
            <a:endParaRPr lang="en-US" dirty="0"/>
          </a:p>
        </p:txBody>
      </p:sp>
    </p:spTree>
    <p:extLst>
      <p:ext uri="{BB962C8B-B14F-4D97-AF65-F5344CB8AC3E}">
        <p14:creationId xmlns:p14="http://schemas.microsoft.com/office/powerpoint/2010/main" val="21665392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1E50F4-C55A-473A-A70B-4B042EF011A9}" type="datetimeFigureOut">
              <a:rPr lang="en-US" smtClean="0"/>
              <a:t>17/09/2025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544625-0ADF-4414-89A2-9E135F0C849F}" type="slidenum">
              <a:rPr lang="en-US" smtClean="0"/>
              <a:t>‹#›</a:t>
            </a:fld>
            <a:endParaRPr lang="en-US" dirty="0"/>
          </a:p>
        </p:txBody>
      </p:sp>
    </p:spTree>
    <p:extLst>
      <p:ext uri="{BB962C8B-B14F-4D97-AF65-F5344CB8AC3E}">
        <p14:creationId xmlns:p14="http://schemas.microsoft.com/office/powerpoint/2010/main" val="11222280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1</a:t>
            </a:fld>
            <a:endParaRPr lang="en-US" dirty="0"/>
          </a:p>
        </p:txBody>
      </p:sp>
    </p:spTree>
    <p:extLst>
      <p:ext uri="{BB962C8B-B14F-4D97-AF65-F5344CB8AC3E}">
        <p14:creationId xmlns:p14="http://schemas.microsoft.com/office/powerpoint/2010/main" val="3749808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2</a:t>
            </a:fld>
            <a:endParaRPr lang="en-US" dirty="0"/>
          </a:p>
        </p:txBody>
      </p:sp>
    </p:spTree>
    <p:extLst>
      <p:ext uri="{BB962C8B-B14F-4D97-AF65-F5344CB8AC3E}">
        <p14:creationId xmlns:p14="http://schemas.microsoft.com/office/powerpoint/2010/main" val="1636654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3</a:t>
            </a:fld>
            <a:endParaRPr lang="en-US" dirty="0"/>
          </a:p>
        </p:txBody>
      </p:sp>
    </p:spTree>
    <p:extLst>
      <p:ext uri="{BB962C8B-B14F-4D97-AF65-F5344CB8AC3E}">
        <p14:creationId xmlns:p14="http://schemas.microsoft.com/office/powerpoint/2010/main" val="3131520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4</a:t>
            </a:fld>
            <a:endParaRPr lang="en-US" dirty="0"/>
          </a:p>
        </p:txBody>
      </p:sp>
    </p:spTree>
    <p:extLst>
      <p:ext uri="{BB962C8B-B14F-4D97-AF65-F5344CB8AC3E}">
        <p14:creationId xmlns:p14="http://schemas.microsoft.com/office/powerpoint/2010/main" val="20901585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5</a:t>
            </a:fld>
            <a:endParaRPr lang="en-US" dirty="0"/>
          </a:p>
        </p:txBody>
      </p:sp>
    </p:spTree>
    <p:extLst>
      <p:ext uri="{BB962C8B-B14F-4D97-AF65-F5344CB8AC3E}">
        <p14:creationId xmlns:p14="http://schemas.microsoft.com/office/powerpoint/2010/main" val="2375985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6</a:t>
            </a:fld>
            <a:endParaRPr lang="en-US" dirty="0"/>
          </a:p>
        </p:txBody>
      </p:sp>
    </p:spTree>
    <p:extLst>
      <p:ext uri="{BB962C8B-B14F-4D97-AF65-F5344CB8AC3E}">
        <p14:creationId xmlns:p14="http://schemas.microsoft.com/office/powerpoint/2010/main" val="25725542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7</a:t>
            </a:fld>
            <a:endParaRPr lang="en-US" dirty="0"/>
          </a:p>
        </p:txBody>
      </p:sp>
    </p:spTree>
    <p:extLst>
      <p:ext uri="{BB962C8B-B14F-4D97-AF65-F5344CB8AC3E}">
        <p14:creationId xmlns:p14="http://schemas.microsoft.com/office/powerpoint/2010/main" val="7707225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8</a:t>
            </a:fld>
            <a:endParaRPr lang="en-US" dirty="0"/>
          </a:p>
        </p:txBody>
      </p:sp>
    </p:spTree>
    <p:extLst>
      <p:ext uri="{BB962C8B-B14F-4D97-AF65-F5344CB8AC3E}">
        <p14:creationId xmlns:p14="http://schemas.microsoft.com/office/powerpoint/2010/main" val="42290241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9</a:t>
            </a:fld>
            <a:endParaRPr lang="en-US" dirty="0"/>
          </a:p>
        </p:txBody>
      </p:sp>
    </p:spTree>
    <p:extLst>
      <p:ext uri="{BB962C8B-B14F-4D97-AF65-F5344CB8AC3E}">
        <p14:creationId xmlns:p14="http://schemas.microsoft.com/office/powerpoint/2010/main" val="35440047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10</a:t>
            </a:fld>
            <a:endParaRPr lang="en-US" dirty="0"/>
          </a:p>
        </p:txBody>
      </p:sp>
    </p:spTree>
    <p:extLst>
      <p:ext uri="{BB962C8B-B14F-4D97-AF65-F5344CB8AC3E}">
        <p14:creationId xmlns:p14="http://schemas.microsoft.com/office/powerpoint/2010/main" val="3743222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11</a:t>
            </a:fld>
            <a:endParaRPr lang="en-US" dirty="0"/>
          </a:p>
        </p:txBody>
      </p:sp>
    </p:spTree>
    <p:extLst>
      <p:ext uri="{BB962C8B-B14F-4D97-AF65-F5344CB8AC3E}">
        <p14:creationId xmlns:p14="http://schemas.microsoft.com/office/powerpoint/2010/main" val="36000982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12</a:t>
            </a:fld>
            <a:endParaRPr lang="en-US" dirty="0"/>
          </a:p>
        </p:txBody>
      </p:sp>
    </p:spTree>
    <p:extLst>
      <p:ext uri="{BB962C8B-B14F-4D97-AF65-F5344CB8AC3E}">
        <p14:creationId xmlns:p14="http://schemas.microsoft.com/office/powerpoint/2010/main" val="5306791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13</a:t>
            </a:fld>
            <a:endParaRPr lang="en-US" dirty="0"/>
          </a:p>
        </p:txBody>
      </p:sp>
    </p:spTree>
    <p:extLst>
      <p:ext uri="{BB962C8B-B14F-4D97-AF65-F5344CB8AC3E}">
        <p14:creationId xmlns:p14="http://schemas.microsoft.com/office/powerpoint/2010/main" val="34015307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14</a:t>
            </a:fld>
            <a:endParaRPr lang="en-US" dirty="0"/>
          </a:p>
        </p:txBody>
      </p:sp>
    </p:spTree>
    <p:extLst>
      <p:ext uri="{BB962C8B-B14F-4D97-AF65-F5344CB8AC3E}">
        <p14:creationId xmlns:p14="http://schemas.microsoft.com/office/powerpoint/2010/main" val="41944549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15</a:t>
            </a:fld>
            <a:endParaRPr lang="en-US" dirty="0"/>
          </a:p>
        </p:txBody>
      </p:sp>
    </p:spTree>
    <p:extLst>
      <p:ext uri="{BB962C8B-B14F-4D97-AF65-F5344CB8AC3E}">
        <p14:creationId xmlns:p14="http://schemas.microsoft.com/office/powerpoint/2010/main" val="39754128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16</a:t>
            </a:fld>
            <a:endParaRPr lang="en-US" dirty="0"/>
          </a:p>
        </p:txBody>
      </p:sp>
    </p:spTree>
    <p:extLst>
      <p:ext uri="{BB962C8B-B14F-4D97-AF65-F5344CB8AC3E}">
        <p14:creationId xmlns:p14="http://schemas.microsoft.com/office/powerpoint/2010/main" val="28148571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17</a:t>
            </a:fld>
            <a:endParaRPr lang="en-US" dirty="0"/>
          </a:p>
        </p:txBody>
      </p:sp>
    </p:spTree>
    <p:extLst>
      <p:ext uri="{BB962C8B-B14F-4D97-AF65-F5344CB8AC3E}">
        <p14:creationId xmlns:p14="http://schemas.microsoft.com/office/powerpoint/2010/main" val="40204969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18</a:t>
            </a:fld>
            <a:endParaRPr lang="en-US" dirty="0"/>
          </a:p>
        </p:txBody>
      </p:sp>
    </p:spTree>
    <p:extLst>
      <p:ext uri="{BB962C8B-B14F-4D97-AF65-F5344CB8AC3E}">
        <p14:creationId xmlns:p14="http://schemas.microsoft.com/office/powerpoint/2010/main" val="28754817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19</a:t>
            </a:fld>
            <a:endParaRPr lang="en-US" dirty="0"/>
          </a:p>
        </p:txBody>
      </p:sp>
    </p:spTree>
    <p:extLst>
      <p:ext uri="{BB962C8B-B14F-4D97-AF65-F5344CB8AC3E}">
        <p14:creationId xmlns:p14="http://schemas.microsoft.com/office/powerpoint/2010/main" val="17326684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20</a:t>
            </a:fld>
            <a:endParaRPr lang="en-US" dirty="0"/>
          </a:p>
        </p:txBody>
      </p:sp>
    </p:spTree>
    <p:extLst>
      <p:ext uri="{BB962C8B-B14F-4D97-AF65-F5344CB8AC3E}">
        <p14:creationId xmlns:p14="http://schemas.microsoft.com/office/powerpoint/2010/main" val="12421693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21</a:t>
            </a:fld>
            <a:endParaRPr lang="en-US" dirty="0"/>
          </a:p>
        </p:txBody>
      </p:sp>
    </p:spTree>
    <p:extLst>
      <p:ext uri="{BB962C8B-B14F-4D97-AF65-F5344CB8AC3E}">
        <p14:creationId xmlns:p14="http://schemas.microsoft.com/office/powerpoint/2010/main" val="4107282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22</a:t>
            </a:fld>
            <a:endParaRPr lang="en-US" dirty="0"/>
          </a:p>
        </p:txBody>
      </p:sp>
    </p:spTree>
    <p:extLst>
      <p:ext uri="{BB962C8B-B14F-4D97-AF65-F5344CB8AC3E}">
        <p14:creationId xmlns:p14="http://schemas.microsoft.com/office/powerpoint/2010/main" val="24416740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23</a:t>
            </a:fld>
            <a:endParaRPr lang="en-US" dirty="0"/>
          </a:p>
        </p:txBody>
      </p:sp>
    </p:spTree>
    <p:extLst>
      <p:ext uri="{BB962C8B-B14F-4D97-AF65-F5344CB8AC3E}">
        <p14:creationId xmlns:p14="http://schemas.microsoft.com/office/powerpoint/2010/main" val="20254911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24</a:t>
            </a:fld>
            <a:endParaRPr lang="en-US" dirty="0"/>
          </a:p>
        </p:txBody>
      </p:sp>
    </p:spTree>
    <p:extLst>
      <p:ext uri="{BB962C8B-B14F-4D97-AF65-F5344CB8AC3E}">
        <p14:creationId xmlns:p14="http://schemas.microsoft.com/office/powerpoint/2010/main" val="33486887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25</a:t>
            </a:fld>
            <a:endParaRPr lang="en-US" dirty="0"/>
          </a:p>
        </p:txBody>
      </p:sp>
    </p:spTree>
    <p:extLst>
      <p:ext uri="{BB962C8B-B14F-4D97-AF65-F5344CB8AC3E}">
        <p14:creationId xmlns:p14="http://schemas.microsoft.com/office/powerpoint/2010/main" val="7766632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26</a:t>
            </a:fld>
            <a:endParaRPr lang="en-US" dirty="0"/>
          </a:p>
        </p:txBody>
      </p:sp>
    </p:spTree>
    <p:extLst>
      <p:ext uri="{BB962C8B-B14F-4D97-AF65-F5344CB8AC3E}">
        <p14:creationId xmlns:p14="http://schemas.microsoft.com/office/powerpoint/2010/main" val="39400932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27</a:t>
            </a:fld>
            <a:endParaRPr lang="en-US" dirty="0"/>
          </a:p>
        </p:txBody>
      </p:sp>
    </p:spTree>
    <p:extLst>
      <p:ext uri="{BB962C8B-B14F-4D97-AF65-F5344CB8AC3E}">
        <p14:creationId xmlns:p14="http://schemas.microsoft.com/office/powerpoint/2010/main" val="5346421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28</a:t>
            </a:fld>
            <a:endParaRPr lang="en-US" dirty="0"/>
          </a:p>
        </p:txBody>
      </p:sp>
    </p:spTree>
    <p:extLst>
      <p:ext uri="{BB962C8B-B14F-4D97-AF65-F5344CB8AC3E}">
        <p14:creationId xmlns:p14="http://schemas.microsoft.com/office/powerpoint/2010/main" val="2904802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29</a:t>
            </a:fld>
            <a:endParaRPr lang="en-US" dirty="0"/>
          </a:p>
        </p:txBody>
      </p:sp>
    </p:spTree>
    <p:extLst>
      <p:ext uri="{BB962C8B-B14F-4D97-AF65-F5344CB8AC3E}">
        <p14:creationId xmlns:p14="http://schemas.microsoft.com/office/powerpoint/2010/main" val="10981983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30</a:t>
            </a:fld>
            <a:endParaRPr lang="en-US" dirty="0"/>
          </a:p>
        </p:txBody>
      </p:sp>
    </p:spTree>
    <p:extLst>
      <p:ext uri="{BB962C8B-B14F-4D97-AF65-F5344CB8AC3E}">
        <p14:creationId xmlns:p14="http://schemas.microsoft.com/office/powerpoint/2010/main" val="8293522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31</a:t>
            </a:fld>
            <a:endParaRPr lang="en-US" dirty="0"/>
          </a:p>
        </p:txBody>
      </p:sp>
    </p:spTree>
    <p:extLst>
      <p:ext uri="{BB962C8B-B14F-4D97-AF65-F5344CB8AC3E}">
        <p14:creationId xmlns:p14="http://schemas.microsoft.com/office/powerpoint/2010/main" val="262813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32</a:t>
            </a:fld>
            <a:endParaRPr lang="en-US" dirty="0"/>
          </a:p>
        </p:txBody>
      </p:sp>
    </p:spTree>
    <p:extLst>
      <p:ext uri="{BB962C8B-B14F-4D97-AF65-F5344CB8AC3E}">
        <p14:creationId xmlns:p14="http://schemas.microsoft.com/office/powerpoint/2010/main" val="27344862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33</a:t>
            </a:fld>
            <a:endParaRPr lang="en-US" dirty="0"/>
          </a:p>
        </p:txBody>
      </p:sp>
    </p:spTree>
    <p:extLst>
      <p:ext uri="{BB962C8B-B14F-4D97-AF65-F5344CB8AC3E}">
        <p14:creationId xmlns:p14="http://schemas.microsoft.com/office/powerpoint/2010/main" val="29997479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34</a:t>
            </a:fld>
            <a:endParaRPr lang="en-US" dirty="0"/>
          </a:p>
        </p:txBody>
      </p:sp>
    </p:spTree>
    <p:extLst>
      <p:ext uri="{BB962C8B-B14F-4D97-AF65-F5344CB8AC3E}">
        <p14:creationId xmlns:p14="http://schemas.microsoft.com/office/powerpoint/2010/main" val="14000179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35</a:t>
            </a:fld>
            <a:endParaRPr lang="en-US" dirty="0"/>
          </a:p>
        </p:txBody>
      </p:sp>
    </p:spTree>
    <p:extLst>
      <p:ext uri="{BB962C8B-B14F-4D97-AF65-F5344CB8AC3E}">
        <p14:creationId xmlns:p14="http://schemas.microsoft.com/office/powerpoint/2010/main" val="6173279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36</a:t>
            </a:fld>
            <a:endParaRPr lang="en-US" dirty="0"/>
          </a:p>
        </p:txBody>
      </p:sp>
    </p:spTree>
    <p:extLst>
      <p:ext uri="{BB962C8B-B14F-4D97-AF65-F5344CB8AC3E}">
        <p14:creationId xmlns:p14="http://schemas.microsoft.com/office/powerpoint/2010/main" val="4457877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37</a:t>
            </a:fld>
            <a:endParaRPr lang="en-US" dirty="0"/>
          </a:p>
        </p:txBody>
      </p:sp>
    </p:spTree>
    <p:extLst>
      <p:ext uri="{BB962C8B-B14F-4D97-AF65-F5344CB8AC3E}">
        <p14:creationId xmlns:p14="http://schemas.microsoft.com/office/powerpoint/2010/main" val="40136200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38</a:t>
            </a:fld>
            <a:endParaRPr lang="en-US" dirty="0"/>
          </a:p>
        </p:txBody>
      </p:sp>
    </p:spTree>
    <p:extLst>
      <p:ext uri="{BB962C8B-B14F-4D97-AF65-F5344CB8AC3E}">
        <p14:creationId xmlns:p14="http://schemas.microsoft.com/office/powerpoint/2010/main" val="20644871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39</a:t>
            </a:fld>
            <a:endParaRPr lang="en-US" dirty="0"/>
          </a:p>
        </p:txBody>
      </p:sp>
    </p:spTree>
    <p:extLst>
      <p:ext uri="{BB962C8B-B14F-4D97-AF65-F5344CB8AC3E}">
        <p14:creationId xmlns:p14="http://schemas.microsoft.com/office/powerpoint/2010/main" val="36080292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40</a:t>
            </a:fld>
            <a:endParaRPr lang="en-US" dirty="0"/>
          </a:p>
        </p:txBody>
      </p:sp>
    </p:spTree>
    <p:extLst>
      <p:ext uri="{BB962C8B-B14F-4D97-AF65-F5344CB8AC3E}">
        <p14:creationId xmlns:p14="http://schemas.microsoft.com/office/powerpoint/2010/main" val="33576447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41</a:t>
            </a:fld>
            <a:endParaRPr lang="en-US" dirty="0"/>
          </a:p>
        </p:txBody>
      </p:sp>
    </p:spTree>
    <p:extLst>
      <p:ext uri="{BB962C8B-B14F-4D97-AF65-F5344CB8AC3E}">
        <p14:creationId xmlns:p14="http://schemas.microsoft.com/office/powerpoint/2010/main" val="37700068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42</a:t>
            </a:fld>
            <a:endParaRPr lang="en-US" dirty="0"/>
          </a:p>
        </p:txBody>
      </p:sp>
    </p:spTree>
    <p:extLst>
      <p:ext uri="{BB962C8B-B14F-4D97-AF65-F5344CB8AC3E}">
        <p14:creationId xmlns:p14="http://schemas.microsoft.com/office/powerpoint/2010/main" val="232722684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43</a:t>
            </a:fld>
            <a:endParaRPr lang="en-US" dirty="0"/>
          </a:p>
        </p:txBody>
      </p:sp>
    </p:spTree>
    <p:extLst>
      <p:ext uri="{BB962C8B-B14F-4D97-AF65-F5344CB8AC3E}">
        <p14:creationId xmlns:p14="http://schemas.microsoft.com/office/powerpoint/2010/main" val="98894992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44</a:t>
            </a:fld>
            <a:endParaRPr lang="en-US" dirty="0"/>
          </a:p>
        </p:txBody>
      </p:sp>
    </p:spTree>
    <p:extLst>
      <p:ext uri="{BB962C8B-B14F-4D97-AF65-F5344CB8AC3E}">
        <p14:creationId xmlns:p14="http://schemas.microsoft.com/office/powerpoint/2010/main" val="116169878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55</a:t>
            </a:fld>
            <a:endParaRPr lang="en-US" dirty="0"/>
          </a:p>
        </p:txBody>
      </p:sp>
    </p:spTree>
    <p:extLst>
      <p:ext uri="{BB962C8B-B14F-4D97-AF65-F5344CB8AC3E}">
        <p14:creationId xmlns:p14="http://schemas.microsoft.com/office/powerpoint/2010/main" val="14015311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rtl="0"/>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56</a:t>
            </a:fld>
            <a:endParaRPr lang="en-US" dirty="0"/>
          </a:p>
        </p:txBody>
      </p:sp>
    </p:spTree>
    <p:extLst>
      <p:ext uri="{BB962C8B-B14F-4D97-AF65-F5344CB8AC3E}">
        <p14:creationId xmlns:p14="http://schemas.microsoft.com/office/powerpoint/2010/main" val="173621816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57</a:t>
            </a:fld>
            <a:endParaRPr lang="en-US" dirty="0"/>
          </a:p>
        </p:txBody>
      </p:sp>
    </p:spTree>
    <p:extLst>
      <p:ext uri="{BB962C8B-B14F-4D97-AF65-F5344CB8AC3E}">
        <p14:creationId xmlns:p14="http://schemas.microsoft.com/office/powerpoint/2010/main" val="38676184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58</a:t>
            </a:fld>
            <a:endParaRPr lang="en-US" dirty="0"/>
          </a:p>
        </p:txBody>
      </p:sp>
    </p:spTree>
    <p:extLst>
      <p:ext uri="{BB962C8B-B14F-4D97-AF65-F5344CB8AC3E}">
        <p14:creationId xmlns:p14="http://schemas.microsoft.com/office/powerpoint/2010/main" val="2048347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2315E3FA-B406-4AD9-94C2-34968E518B1E}" type="datetime1">
              <a:rPr lang="en-US" smtClean="0"/>
              <a:t>17/09/2025</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20232501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DEE7986-4EA1-4A48-909A-176F33AB054C}" type="datetime1">
              <a:rPr lang="en-US" smtClean="0"/>
              <a:t>17/09/2025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466546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6F763E7-6828-4ED6-877D-1627CDCAE2E4}" type="datetime1">
              <a:rPr lang="en-US" smtClean="0"/>
              <a:t>17/09/2025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074580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8DE639D-380B-4D62-B3A7-867ED17F4A1B}" type="datetime1">
              <a:rPr lang="en-US" smtClean="0"/>
              <a:t>17/09/2025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623104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09561B6-0A26-4B60-9939-A53BDA820652}" type="datetime1">
              <a:rPr lang="en-US" smtClean="0"/>
              <a:t>17/09/2025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987299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84AA002-75A2-4BC6-A5DB-64D0A41A935C}" type="datetime1">
              <a:rPr lang="en-US" smtClean="0"/>
              <a:t>17/09/2025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4240550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5195C0DC-A38E-4374-BD09-9C7D3FE748CF}" type="datetime1">
              <a:rPr lang="en-US" smtClean="0"/>
              <a:t>17/09/2025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293073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BBE1F32-45A2-4E23-8C77-6CBA451A8D6F}" type="datetime1">
              <a:rPr lang="en-US" smtClean="0"/>
              <a:t>17/09/2025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140976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B3A9BFC-29F4-4541-9085-6FE0A3204FB8}" type="datetime1">
              <a:rPr lang="en-US" smtClean="0"/>
              <a:t>17/09/2025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179080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684E838-011C-4349-B75B-E583F163C41D}" type="datetime1">
              <a:rPr lang="en-US" smtClean="0"/>
              <a:t>17/09/2025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386312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E196454-552D-4384-9FFF-14696B76E802}" type="datetime1">
              <a:rPr lang="en-US" smtClean="0"/>
              <a:t>17/09/2025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49800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7AB6D18-3C93-4C7D-AC54-9E5C81144F96}" type="datetime1">
              <a:rPr lang="en-US" smtClean="0"/>
              <a:t>17/09/2025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20505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A00428C-B652-45E0-B588-DF27D3577783}" type="datetime1">
              <a:rPr lang="en-US" smtClean="0"/>
              <a:t>17/09/2025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1785693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32BFA3B-85F9-4553-825A-59E04836EE2B}" type="datetime1">
              <a:rPr lang="en-US" smtClean="0"/>
              <a:t>17/09/2025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044187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6EF9921-6B39-4704-ABDD-52FD55CDB228}" type="datetime1">
              <a:rPr lang="en-US" smtClean="0"/>
              <a:t>17/09/2025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42859608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E045E3F-30F5-4222-9572-DA57A8E9FE66}" type="datetime1">
              <a:rPr lang="en-US" smtClean="0"/>
              <a:t>17/09/2025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2021260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E8AF86F-BE21-4B4E-8C39-C98119F4CCB3}" type="datetime1">
              <a:rPr lang="en-US" smtClean="0"/>
              <a:t>17/09/2025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447542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8DA55F8-5B79-4ED3-8B93-D341F65A9E04}" type="datetime1">
              <a:rPr lang="en-US" smtClean="0"/>
              <a:t>17/09/2025</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645065765"/>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hf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10.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slide" Target="slide57.xml"/><Relationship Id="rId7"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23.jfif"/><Relationship Id="rId5" Type="http://schemas.openxmlformats.org/officeDocument/2006/relationships/image" Target="../media/image22.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27.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31.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38.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40.xml.rels><?xml version="1.0" encoding="UTF-8" standalone="yes"?>
<Relationships xmlns="http://schemas.openxmlformats.org/package/2006/relationships"><Relationship Id="rId3" Type="http://schemas.openxmlformats.org/officeDocument/2006/relationships/slide" Target="slide56.xml"/><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 Target="slide57.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 Target="slide57.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 Target="slide5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 Target="slide57.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 Target="slide57.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 Target="slide57.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 Target="slide57.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 Target="slide57.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slide" Target="slide57.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8" Type="http://schemas.openxmlformats.org/officeDocument/2006/relationships/slide" Target="slide8.xml"/><Relationship Id="rId13" Type="http://schemas.openxmlformats.org/officeDocument/2006/relationships/hyperlink" Target="https://medium.com/@anil.jain.baba/agentic-ai-architectures-and-design-patterns-288ac589179a%20%5b6" TargetMode="External"/><Relationship Id="rId18" Type="http://schemas.openxmlformats.org/officeDocument/2006/relationships/hyperlink" Target="https://www.uipath.com/ai/agentic-ai%20%5b9" TargetMode="External"/><Relationship Id="rId3" Type="http://schemas.openxmlformats.org/officeDocument/2006/relationships/hyperlink" Target="https://huggingface.co/learn/agents-course/en/unit0/introduction%20%5b1" TargetMode="External"/><Relationship Id="rId21" Type="http://schemas.openxmlformats.org/officeDocument/2006/relationships/slide" Target="slide46.xml"/><Relationship Id="rId7" Type="http://schemas.openxmlformats.org/officeDocument/2006/relationships/hyperlink" Target="https://microsoft.github.io/ai-agents-for-beginners/01-intro-to-ai-agents/" TargetMode="External"/><Relationship Id="rId12" Type="http://schemas.openxmlformats.org/officeDocument/2006/relationships/slide" Target="slide21.xml"/><Relationship Id="rId17" Type="http://schemas.openxmlformats.org/officeDocument/2006/relationships/slide" Target="slide37.xml"/><Relationship Id="rId2" Type="http://schemas.openxmlformats.org/officeDocument/2006/relationships/notesSlide" Target="../notesSlides/notesSlide47.xml"/><Relationship Id="rId16" Type="http://schemas.openxmlformats.org/officeDocument/2006/relationships/hyperlink" Target="https://blogs.nvidia.com/blog/what-is-agentic-ai/" TargetMode="External"/><Relationship Id="rId20" Type="http://schemas.openxmlformats.org/officeDocument/2006/relationships/hyperlink" Target="https://medium.com/@vipra_singh/ai-agents-multi-agent-architectures-part-7-0f0e185bb083%20%5b10" TargetMode="External"/><Relationship Id="rId1" Type="http://schemas.openxmlformats.org/officeDocument/2006/relationships/slideLayout" Target="../slideLayouts/slideLayout7.xml"/><Relationship Id="rId6" Type="http://schemas.openxmlformats.org/officeDocument/2006/relationships/slide" Target="slide5.xml"/><Relationship Id="rId11" Type="http://schemas.openxmlformats.org/officeDocument/2006/relationships/hyperlink" Target="https://newsroom.cisco.com/c/r/newsroom/en/us/a/y2025/m03/cisco-paves-the-way-with-agentic-ai-collaboration.html%20%5b5" TargetMode="External"/><Relationship Id="rId5" Type="http://schemas.openxmlformats.org/officeDocument/2006/relationships/hyperlink" Target="https://arxiv.org/abs/1810.04805%20%5b3" TargetMode="External"/><Relationship Id="rId15" Type="http://schemas.openxmlformats.org/officeDocument/2006/relationships/hyperlink" Target="https://markovate.com/blog/agentic-ai-architecture/%5b7" TargetMode="External"/><Relationship Id="rId23" Type="http://schemas.openxmlformats.org/officeDocument/2006/relationships/slide" Target="slide50.xml"/><Relationship Id="rId10" Type="http://schemas.openxmlformats.org/officeDocument/2006/relationships/slide" Target="slide20.xml"/><Relationship Id="rId19" Type="http://schemas.openxmlformats.org/officeDocument/2006/relationships/slide" Target="slide45.xml"/><Relationship Id="rId4" Type="http://schemas.openxmlformats.org/officeDocument/2006/relationships/slide" Target="slide4.xml"/><Relationship Id="rId9" Type="http://schemas.openxmlformats.org/officeDocument/2006/relationships/hyperlink" Target="https://arxiv.org/abs/2302.04761" TargetMode="External"/><Relationship Id="rId14" Type="http://schemas.openxmlformats.org/officeDocument/2006/relationships/slide" Target="slide31.xml"/><Relationship Id="rId22" Type="http://schemas.openxmlformats.org/officeDocument/2006/relationships/hyperlink" Target="https://medium.com/@edoardo.schepis/patterns-for-democratic-multi-agent-ai-voting-based-council-part-2-implementation-2992c3e7c2be" TargetMode="Externa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C7600-5BA8-4A54-887F-74AF87750A31}"/>
              </a:ext>
            </a:extLst>
          </p:cNvPr>
          <p:cNvSpPr>
            <a:spLocks noGrp="1"/>
          </p:cNvSpPr>
          <p:nvPr>
            <p:ph type="ctrTitle"/>
          </p:nvPr>
        </p:nvSpPr>
        <p:spPr>
          <a:xfrm>
            <a:off x="1421567" y="1108267"/>
            <a:ext cx="8809220" cy="2421464"/>
          </a:xfrm>
        </p:spPr>
        <p:txBody>
          <a:bodyPr>
            <a:normAutofit/>
          </a:bodyPr>
          <a:lstStyle/>
          <a:p>
            <a:r>
              <a:rPr lang="en-US" b="1" dirty="0" smtClean="0"/>
              <a:t>Introduction of AI Agents</a:t>
            </a:r>
            <a:endParaRPr lang="en-US" b="1" dirty="0"/>
          </a:p>
        </p:txBody>
      </p:sp>
      <p:sp>
        <p:nvSpPr>
          <p:cNvPr id="3" name="Subtitle 2">
            <a:extLst>
              <a:ext uri="{FF2B5EF4-FFF2-40B4-BE49-F238E27FC236}">
                <a16:creationId xmlns:a16="http://schemas.microsoft.com/office/drawing/2014/main" id="{AE584786-6548-4BB4-95FD-977AD1F362C6}"/>
              </a:ext>
            </a:extLst>
          </p:cNvPr>
          <p:cNvSpPr>
            <a:spLocks noGrp="1"/>
          </p:cNvSpPr>
          <p:nvPr>
            <p:ph type="subTitle" idx="1"/>
          </p:nvPr>
        </p:nvSpPr>
        <p:spPr>
          <a:xfrm>
            <a:off x="4422098" y="3717110"/>
            <a:ext cx="3732498" cy="1012288"/>
          </a:xfrm>
        </p:spPr>
        <p:txBody>
          <a:bodyPr>
            <a:normAutofit/>
          </a:bodyPr>
          <a:lstStyle/>
          <a:p>
            <a:r>
              <a:rPr lang="en-US" spc="-10" dirty="0"/>
              <a:t>Presented</a:t>
            </a:r>
            <a:r>
              <a:rPr lang="en-US" spc="-65" dirty="0"/>
              <a:t> </a:t>
            </a:r>
            <a:r>
              <a:rPr lang="en-US" dirty="0"/>
              <a:t>by:</a:t>
            </a:r>
            <a:r>
              <a:rPr lang="en-US" spc="-70" dirty="0"/>
              <a:t> </a:t>
            </a:r>
            <a:r>
              <a:rPr lang="en-US" dirty="0" smtClean="0"/>
              <a:t>Sourour Hammoud</a:t>
            </a:r>
          </a:p>
          <a:p>
            <a:pPr algn="ctr"/>
            <a:r>
              <a:rPr lang="en-US" dirty="0" smtClean="0">
                <a:solidFill>
                  <a:schemeClr val="accent1">
                    <a:lumMod val="40000"/>
                    <a:lumOff val="60000"/>
                  </a:schemeClr>
                </a:solidFill>
              </a:rPr>
              <a:t>August 2,2025</a:t>
            </a:r>
            <a:endParaRPr lang="en-US" dirty="0">
              <a:solidFill>
                <a:schemeClr val="accent1">
                  <a:lumMod val="40000"/>
                  <a:lumOff val="60000"/>
                </a:schemeClr>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56675" cy="1256675"/>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4075" y="0"/>
            <a:ext cx="1252728" cy="1252728"/>
          </a:xfrm>
          <a:prstGeom prst="rect">
            <a:avLst/>
          </a:prstGeom>
        </p:spPr>
      </p:pic>
      <p:sp>
        <p:nvSpPr>
          <p:cNvPr id="5" name="Slide Number Placeholder 4"/>
          <p:cNvSpPr>
            <a:spLocks noGrp="1"/>
          </p:cNvSpPr>
          <p:nvPr>
            <p:ph type="sldNum" sz="quarter" idx="12"/>
          </p:nvPr>
        </p:nvSpPr>
        <p:spPr/>
        <p:txBody>
          <a:bodyPr/>
          <a:lstStyle/>
          <a:p>
            <a:fld id="{69E57DC2-970A-4B3E-BB1C-7A09969E49DF}" type="slidenum">
              <a:rPr lang="en-US" smtClean="0"/>
              <a:pPr/>
              <a:t>1</a:t>
            </a:fld>
            <a:endParaRPr lang="en-US" dirty="0"/>
          </a:p>
        </p:txBody>
      </p:sp>
    </p:spTree>
    <p:extLst>
      <p:ext uri="{BB962C8B-B14F-4D97-AF65-F5344CB8AC3E}">
        <p14:creationId xmlns:p14="http://schemas.microsoft.com/office/powerpoint/2010/main" val="34177214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extLst/>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9F444-FCBD-B140-9C05-E443FA0805C4}"/>
              </a:ext>
            </a:extLst>
          </p:cNvPr>
          <p:cNvSpPr>
            <a:spLocks noGrp="1"/>
          </p:cNvSpPr>
          <p:nvPr>
            <p:ph type="title"/>
          </p:nvPr>
        </p:nvSpPr>
        <p:spPr>
          <a:xfrm>
            <a:off x="1487776" y="681535"/>
            <a:ext cx="1607694" cy="1424299"/>
          </a:xfrm>
        </p:spPr>
        <p:txBody>
          <a:bodyPr>
            <a:normAutofit/>
          </a:bodyPr>
          <a:lstStyle/>
          <a:p>
            <a:r>
              <a:rPr lang="en-US" sz="4400" b="1" dirty="0" smtClean="0"/>
              <a:t>Plan:</a:t>
            </a:r>
            <a:r>
              <a:rPr lang="en-US" dirty="0" smtClean="0"/>
              <a:t/>
            </a:r>
            <a:br>
              <a:rPr lang="en-US" dirty="0" smtClean="0"/>
            </a:br>
            <a:endParaRPr lang="ru-RU" dirty="0"/>
          </a:p>
        </p:txBody>
      </p:sp>
      <p:grpSp>
        <p:nvGrpSpPr>
          <p:cNvPr id="179" name="Group 178">
            <a:extLst>
              <a:ext uri="{FF2B5EF4-FFF2-40B4-BE49-F238E27FC236}">
                <a16:creationId xmlns:a16="http://schemas.microsoft.com/office/drawing/2014/main" id="{CFEF753B-CA1B-4178-80F5-095B7FEA21C4}"/>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1267604">
            <a:off x="8565602" y="3905595"/>
            <a:ext cx="3639934" cy="3163289"/>
            <a:chOff x="5281603" y="104899"/>
            <a:chExt cx="6910397" cy="6005491"/>
          </a:xfrm>
        </p:grpSpPr>
        <p:sp>
          <p:nvSpPr>
            <p:cNvPr id="180" name="Freeform 98">
              <a:extLst>
                <a:ext uri="{FF2B5EF4-FFF2-40B4-BE49-F238E27FC236}">
                  <a16:creationId xmlns:a16="http://schemas.microsoft.com/office/drawing/2014/main" id="{86C68ECC-F0A0-411E-A303-6DC0707A366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1" name="Group 180">
              <a:extLst>
                <a:ext uri="{FF2B5EF4-FFF2-40B4-BE49-F238E27FC236}">
                  <a16:creationId xmlns:a16="http://schemas.microsoft.com/office/drawing/2014/main" id="{6A21E140-4ECB-4C42-BDC7-F4351513DA97}"/>
                </a:ext>
                <a:ext uri="{C183D7F6-B498-43B3-948B-1728B52AA6E4}">
                  <adec:decorative xmlns=""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182" name="Straight Connector 181">
                <a:extLst>
                  <a:ext uri="{FF2B5EF4-FFF2-40B4-BE49-F238E27FC236}">
                    <a16:creationId xmlns:a16="http://schemas.microsoft.com/office/drawing/2014/main" id="{2940CFC5-AC4C-4746-A3B9-3DD434FF6DE6}"/>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6EC95677-9C92-4D0D-91D4-E07380F2502B}"/>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097602B2-71E1-4395-9C47-DE48B712AE8C}"/>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7FC50570-F1A9-4DB3-A64D-3A21A588820A}"/>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88E4F209-3FDA-4C17-A86D-59990132FF4D}"/>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9950C402-F8DC-4C99-90A8-CD67BDEC6CB4}"/>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76483FEF-FBDD-456C-AD52-B6D166FB1C09}"/>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DA316CA5-D470-4E6D-A6E8-D35DB7725D2E}"/>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8BFA4937-71AA-4400-8DCD-20E5DF050171}"/>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768FA0D4-7119-47B3-8329-0978770774F5}"/>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62C433AC-8114-47CC-9467-FCB5FE9807B3}"/>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BF9CB489-BA36-4004-A019-75FBA23CCB95}"/>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B4C060E4-E790-4A31-B683-EA834FCF4E26}"/>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13F00D2A-400F-4678-BB33-16B61650F478}"/>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46AABFD4-3727-4DF4-933A-C0A090248A80}"/>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6CC40A87-D067-41BF-B368-A197EC0D9DF0}"/>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E116F92B-7098-4139-AC77-75B4CE3323F8}"/>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CFDF485C-38E7-4C0D-A2A7-3F1DE3B918A5}"/>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BF6DBD12-21A0-4F07-953F-D3B3486C1510}"/>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554F4E42-5B16-41F4-8FF4-2EB134C1FE1D}"/>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6F4CC20F-EBF6-4AFE-9A4F-68ACC7513B4E}"/>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FA745DE2-9816-4D5B-BB41-BE1874612FFF}"/>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D5B5D721-5554-457C-BE2F-BCA2505CADF6}"/>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BAFF390C-48FB-4FA5-998E-6DDDF9D2B415}"/>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F4B2E647-1CF4-4AF8-9AF5-8EAB6D6E888E}"/>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46DA8C50-AA32-47D8-8DCB-DE9624E60EF3}"/>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51ED6412-8EBC-4680-B7D2-65A4F73BBBD2}"/>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2983F033-A214-4959-956E-4B50B7AC660C}"/>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A77F30C3-5A8C-4BEB-95C1-A7B9C0961F3C}"/>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99A432F5-9A86-437C-8108-7945FA72EC46}"/>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4F8B1465-BA18-4D1C-ADED-D4BAA7638AA4}"/>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45DD7842-E27E-4461-B9C8-63AD2F0C44F3}"/>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3C45934F-49A5-4EDB-A9A3-5540D74AB1AB}"/>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EEF9B0E3-0DC0-4D03-A02B-8F62D905F4F5}"/>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2B1998C4-BF81-4332-A399-AD43467F677F}"/>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44CFAF52-7684-46F2-8DFD-70A7F36DB0E6}"/>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93EFB5D1-BDF7-40B6-BBEA-D489CE79F154}"/>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B5A98777-A259-461F-A9B2-21DFC45C179E}"/>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0F795195-D966-482A-8D47-6265C00F6D00}"/>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6E881E12-FFE1-441E-B36B-804289472BA7}"/>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61DBEB97-C3B3-4646-9760-227E20B15557}"/>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0BA17FBA-A611-4CA2-9CDC-E073B889C4CA}"/>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1B66F6D2-50DA-4E7A-8583-E9159CD9622E}"/>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DD181CC7-8652-404A-B5C7-58004FD15F30}"/>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75706D69-47CD-47E3-83C9-EDB4EAF58C8A}"/>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2ADC21AA-CD21-436C-A9D7-DC4167E50082}"/>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4702CCCC-772F-4AF1-8201-73C25371105B}"/>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62AAD2B7-288B-42CF-804B-E33B84D747A6}"/>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D51CCD7B-95EB-4EE4-BAED-4308C80BF36E}"/>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F92C4B5C-D0FB-4C0A-B5FA-2C7DDF7625CE}"/>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64D2931E-A280-496D-99C1-5C2A820CB4D8}"/>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ED33CBE3-55B1-43CF-96B9-2E994EBCEA31}"/>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16C6D563-A48C-4E6B-AE46-2CCE38A66019}"/>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AD0ABECB-C92E-4F76-89A6-1334939CDF83}"/>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8C258514-FFA8-4DE3-9B25-D55705AC3BDA}"/>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C2B9E312-EEBF-4783-B25E-D7DD0D6E7120}"/>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7CB21139-A4D5-4D0F-9AD0-868FFC4240F0}"/>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E72FF9AC-BC86-42FD-8DF7-72429C958CA8}"/>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23D09EAB-27F8-4FAC-91C2-4942ABA74085}"/>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10D82CB2-C309-4CCD-9FB1-EF8F4407ECC9}"/>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3625D6FE-BC58-4E33-B4E9-282D5CB75E05}"/>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2158CF66-DCD3-4627-9675-61B42A303719}"/>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44ED85B9-D0C1-4222-B4BC-E81876EC3883}"/>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1299F075-06C0-46B8-A3F7-1D7E8D6001DB}"/>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AEA87578-2C04-4651-A5BF-81D06050C9F3}"/>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12A8551E-D8EB-40F2-AD25-87484A17D2F1}"/>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AC1E0E32-3B75-404A-9165-573378250855}"/>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4A410333-16BA-443A-B24F-418ED7753666}"/>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271589D1-7914-4EA7-B6B4-C1E7EA5FE674}"/>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E62A5ACA-F5D5-41F3-9549-06DB799C4D17}"/>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EA254CA6-3565-4CD0-8BEB-C94A533C0113}"/>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E62203F9-E5BE-44F8-8D43-31EEF85E9221}"/>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FC43FC58-4722-4D22-88C1-652EB1658511}"/>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D4C87F1C-06F8-43CD-8920-F525A5504B52}"/>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F75BF2BA-0DFF-4812-986E-9F2286A9F464}"/>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7B79CBCB-DE00-4F16-A2FC-E54EF816BA34}"/>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DEA1374B-AC49-4266-965E-1F9CD9E53BC3}"/>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325DE178-9F40-48D5-B0A9-4B0324742253}"/>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grpSp>
        <p:nvGrpSpPr>
          <p:cNvPr id="261" name="Group 260">
            <a:extLst>
              <a:ext uri="{FF2B5EF4-FFF2-40B4-BE49-F238E27FC236}">
                <a16:creationId xmlns:a16="http://schemas.microsoft.com/office/drawing/2014/main" id="{29858C9E-401F-4216-8087-A25D1B58814D}"/>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5392608">
            <a:off x="7397406" y="-618857"/>
            <a:ext cx="4915057" cy="4271437"/>
            <a:chOff x="5281603" y="104899"/>
            <a:chExt cx="6910397" cy="6005491"/>
          </a:xfrm>
        </p:grpSpPr>
        <p:sp>
          <p:nvSpPr>
            <p:cNvPr id="262" name="Freeform 17">
              <a:extLst>
                <a:ext uri="{FF2B5EF4-FFF2-40B4-BE49-F238E27FC236}">
                  <a16:creationId xmlns:a16="http://schemas.microsoft.com/office/drawing/2014/main" id="{D963FBC5-E6AD-44F8-AF49-6F5B5BF9DB39}"/>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63" name="Group 262">
              <a:extLst>
                <a:ext uri="{FF2B5EF4-FFF2-40B4-BE49-F238E27FC236}">
                  <a16:creationId xmlns:a16="http://schemas.microsoft.com/office/drawing/2014/main" id="{EF1F68DE-2C0A-4FBF-8033-8DFBB75AE20F}"/>
                </a:ext>
                <a:ext uri="{C183D7F6-B498-43B3-948B-1728B52AA6E4}">
                  <adec:decorative xmlns=""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264" name="Straight Connector 263">
                <a:extLst>
                  <a:ext uri="{FF2B5EF4-FFF2-40B4-BE49-F238E27FC236}">
                    <a16:creationId xmlns:a16="http://schemas.microsoft.com/office/drawing/2014/main" id="{1C147FEA-3E5D-4830-B91C-78418FE209F4}"/>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C91F075D-8726-4FD6-BE73-EDCD7607303C}"/>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0BDE3685-352D-4E32-9662-2C6C92E20FAB}"/>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10A2922F-AA86-4B02-80C4-409D71A0AD79}"/>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A23C72B0-E133-40CF-A094-E239AD994B22}"/>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63F2DFC9-23E2-4429-911D-AA55B034054A}"/>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E71590EC-7AA6-47B3-AFF5-6E9A1B8B1C7E}"/>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23C6AC81-5D5E-4224-B222-B731E90F1C73}"/>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164FB43F-3082-49BF-A7C5-72A42773D432}"/>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C9F3EE03-5655-4428-86AC-F579E8F339B2}"/>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EF7335E6-5FFD-4206-9AF0-1791A88C9A02}"/>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CE837EB7-EE63-4B6B-9334-1B8055AD9F30}"/>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4EE8D5FB-B44C-43C8-A4F4-D786090733FA}"/>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8847AA0E-6A2D-41F5-A9B5-3A2F3B87528C}"/>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9E4D651B-C768-4CBE-B971-A3CA38D803F1}"/>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913496D3-4182-4D80-9A16-89DBB7408616}"/>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088D4C91-F0F7-4549-B54A-CC855FD3A788}"/>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84885948-783E-4197-B942-2DDCD542EA66}"/>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2837E330-008B-45A6-98A5-CE7D6FBBE10C}"/>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DD807602-B947-4984-8017-D89F3B0ADBAF}"/>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57AA37C4-9C24-41F1-98CA-BBD9BE159565}"/>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692CF8CD-056F-4556-939F-1EFF0FECEC15}"/>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A29F3FAC-18B2-4886-9A93-44B7AD01DF6E}"/>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35B536E5-4149-49B5-8119-04FF4A5ACF36}"/>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4A2B8B6A-D5D3-4DAA-AB4B-A1C1086B408E}"/>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F8E4C672-BE9E-4026-992B-B2FE6C13618B}"/>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AC36DA4E-F1E7-4B68-ADA1-4F132BDCF231}"/>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EB5D2532-6A77-4DE1-8BB0-37AA33FD9F28}"/>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BF234A36-BE57-450D-BDA2-AD70152CF5C5}"/>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D461473E-1290-4BD0-B4DF-3C95DCE0F615}"/>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50325318-A62D-4427-B613-AF5E076E3D3D}"/>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3F928DB9-6B46-43EF-A7CF-C4B9830CA51B}"/>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BA011901-65F6-4D44-BD40-744878B6B2D1}"/>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E838496B-B788-4873-9E1C-9B4442984E61}"/>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A15262F7-23A5-4A6B-BD2C-44CF82ECDEEA}"/>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B5857A42-75EB-4FF2-AF41-2D612A687D34}"/>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3FC449E1-9573-406B-A201-3E897E668A4C}"/>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71001847-954F-46EC-97E7-E38732517B9E}"/>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F3B040FD-D427-4F90-8CFC-D4295224879A}"/>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3" name="Straight Connector 302">
                <a:extLst>
                  <a:ext uri="{FF2B5EF4-FFF2-40B4-BE49-F238E27FC236}">
                    <a16:creationId xmlns:a16="http://schemas.microsoft.com/office/drawing/2014/main" id="{975C627A-78ED-4D2B-9F9E-26BE2C0A7503}"/>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4" name="Straight Connector 303">
                <a:extLst>
                  <a:ext uri="{FF2B5EF4-FFF2-40B4-BE49-F238E27FC236}">
                    <a16:creationId xmlns:a16="http://schemas.microsoft.com/office/drawing/2014/main" id="{2523831A-B9F1-40EF-B113-873BEFA66099}"/>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5" name="Straight Connector 304">
                <a:extLst>
                  <a:ext uri="{FF2B5EF4-FFF2-40B4-BE49-F238E27FC236}">
                    <a16:creationId xmlns:a16="http://schemas.microsoft.com/office/drawing/2014/main" id="{07483313-610C-403C-811D-EE70A78046D3}"/>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6" name="Straight Connector 305">
                <a:extLst>
                  <a:ext uri="{FF2B5EF4-FFF2-40B4-BE49-F238E27FC236}">
                    <a16:creationId xmlns:a16="http://schemas.microsoft.com/office/drawing/2014/main" id="{E1CE5A29-BB15-441C-B3CD-3D3EE2163DA8}"/>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E476D005-3155-4DEF-88DE-068B497DED91}"/>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a16="http://schemas.microsoft.com/office/drawing/2014/main" id="{2628975E-6165-407B-8A45-7F23746BCC6E}"/>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9" name="Straight Connector 308">
                <a:extLst>
                  <a:ext uri="{FF2B5EF4-FFF2-40B4-BE49-F238E27FC236}">
                    <a16:creationId xmlns:a16="http://schemas.microsoft.com/office/drawing/2014/main" id="{6A69F000-3171-47D5-8EFE-4F201716C071}"/>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60092325-1C07-4FBC-9C9C-42244C9B9DC2}"/>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1" name="Straight Connector 310">
                <a:extLst>
                  <a:ext uri="{FF2B5EF4-FFF2-40B4-BE49-F238E27FC236}">
                    <a16:creationId xmlns:a16="http://schemas.microsoft.com/office/drawing/2014/main" id="{2A33CB00-75FF-4DFF-9D6A-CEF5EA2E2602}"/>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2" name="Straight Connector 311">
                <a:extLst>
                  <a:ext uri="{FF2B5EF4-FFF2-40B4-BE49-F238E27FC236}">
                    <a16:creationId xmlns:a16="http://schemas.microsoft.com/office/drawing/2014/main" id="{139B85FF-580E-435C-8523-23A0352695B6}"/>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3" name="Straight Connector 312">
                <a:extLst>
                  <a:ext uri="{FF2B5EF4-FFF2-40B4-BE49-F238E27FC236}">
                    <a16:creationId xmlns:a16="http://schemas.microsoft.com/office/drawing/2014/main" id="{C53E7419-AF0F-4B69-88BF-853EDC328C5B}"/>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4" name="Straight Connector 313">
                <a:extLst>
                  <a:ext uri="{FF2B5EF4-FFF2-40B4-BE49-F238E27FC236}">
                    <a16:creationId xmlns:a16="http://schemas.microsoft.com/office/drawing/2014/main" id="{052C8AEF-9C9D-4737-BA0F-DBB3BF0C04C7}"/>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6ADDDBC2-F0DB-4038-98D0-B38749D8C0E7}"/>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E5F14C72-98E5-4A6C-BA03-5E105AA4D4C8}"/>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7" name="Straight Connector 316">
                <a:extLst>
                  <a:ext uri="{FF2B5EF4-FFF2-40B4-BE49-F238E27FC236}">
                    <a16:creationId xmlns:a16="http://schemas.microsoft.com/office/drawing/2014/main" id="{9ACEF013-464E-44D2-9B83-863E69077E16}"/>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8" name="Straight Connector 317">
                <a:extLst>
                  <a:ext uri="{FF2B5EF4-FFF2-40B4-BE49-F238E27FC236}">
                    <a16:creationId xmlns:a16="http://schemas.microsoft.com/office/drawing/2014/main" id="{3141F09F-05CE-4CE9-9F5A-861FBC31A83A}"/>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9" name="Straight Connector 318">
                <a:extLst>
                  <a:ext uri="{FF2B5EF4-FFF2-40B4-BE49-F238E27FC236}">
                    <a16:creationId xmlns:a16="http://schemas.microsoft.com/office/drawing/2014/main" id="{7ED70A3C-4B21-4941-9F11-00A51A748A05}"/>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11927814-33EF-4FBA-95F7-4138C1C7CEC0}"/>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1" name="Straight Connector 320">
                <a:extLst>
                  <a:ext uri="{FF2B5EF4-FFF2-40B4-BE49-F238E27FC236}">
                    <a16:creationId xmlns:a16="http://schemas.microsoft.com/office/drawing/2014/main" id="{F4D2B900-3BAC-4EE3-AB6E-9F3212F4DCAF}"/>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2" name="Straight Connector 321">
                <a:extLst>
                  <a:ext uri="{FF2B5EF4-FFF2-40B4-BE49-F238E27FC236}">
                    <a16:creationId xmlns:a16="http://schemas.microsoft.com/office/drawing/2014/main" id="{FB00017B-AD65-4759-8A6A-B03C70E07BA2}"/>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3" name="Straight Connector 322">
                <a:extLst>
                  <a:ext uri="{FF2B5EF4-FFF2-40B4-BE49-F238E27FC236}">
                    <a16:creationId xmlns:a16="http://schemas.microsoft.com/office/drawing/2014/main" id="{22C4A8E2-640F-4D30-99EC-A2D2B0FD6E5D}"/>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4" name="Straight Connector 323">
                <a:extLst>
                  <a:ext uri="{FF2B5EF4-FFF2-40B4-BE49-F238E27FC236}">
                    <a16:creationId xmlns:a16="http://schemas.microsoft.com/office/drawing/2014/main" id="{9492085E-DF05-4380-B8C2-93832478CFEB}"/>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5" name="Straight Connector 324">
                <a:extLst>
                  <a:ext uri="{FF2B5EF4-FFF2-40B4-BE49-F238E27FC236}">
                    <a16:creationId xmlns:a16="http://schemas.microsoft.com/office/drawing/2014/main" id="{49750F82-33DB-42EE-B31F-CC5DE7EBA149}"/>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6" name="Straight Connector 325">
                <a:extLst>
                  <a:ext uri="{FF2B5EF4-FFF2-40B4-BE49-F238E27FC236}">
                    <a16:creationId xmlns:a16="http://schemas.microsoft.com/office/drawing/2014/main" id="{60B9848F-8B4C-4440-9BF6-98A4F3F72C09}"/>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7" name="Straight Connector 326">
                <a:extLst>
                  <a:ext uri="{FF2B5EF4-FFF2-40B4-BE49-F238E27FC236}">
                    <a16:creationId xmlns:a16="http://schemas.microsoft.com/office/drawing/2014/main" id="{E7AA0900-78F5-4163-807F-3DEE6DCBB10E}"/>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0F627689-9632-474B-B3A8-EC1A82A36E6C}"/>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9" name="Straight Connector 328">
                <a:extLst>
                  <a:ext uri="{FF2B5EF4-FFF2-40B4-BE49-F238E27FC236}">
                    <a16:creationId xmlns:a16="http://schemas.microsoft.com/office/drawing/2014/main" id="{71C6CB03-F81D-48A2-BF05-98D4EF2CC20A}"/>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0" name="Straight Connector 329">
                <a:extLst>
                  <a:ext uri="{FF2B5EF4-FFF2-40B4-BE49-F238E27FC236}">
                    <a16:creationId xmlns:a16="http://schemas.microsoft.com/office/drawing/2014/main" id="{12FB4D2F-4789-48A1-A4AA-F318ED2BA5B7}"/>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1" name="Straight Connector 330">
                <a:extLst>
                  <a:ext uri="{FF2B5EF4-FFF2-40B4-BE49-F238E27FC236}">
                    <a16:creationId xmlns:a16="http://schemas.microsoft.com/office/drawing/2014/main" id="{64B8907A-2A80-490C-AACF-678CA6DE19D1}"/>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2" name="Straight Connector 331">
                <a:extLst>
                  <a:ext uri="{FF2B5EF4-FFF2-40B4-BE49-F238E27FC236}">
                    <a16:creationId xmlns:a16="http://schemas.microsoft.com/office/drawing/2014/main" id="{A175CCF3-4796-4C76-A92E-B495335FB451}"/>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3" name="Straight Connector 332">
                <a:extLst>
                  <a:ext uri="{FF2B5EF4-FFF2-40B4-BE49-F238E27FC236}">
                    <a16:creationId xmlns:a16="http://schemas.microsoft.com/office/drawing/2014/main" id="{8CFC6D15-64F3-449C-8C0B-3FCB2976D261}"/>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008AA4A6-DD28-4235-AAE3-CC28DF834303}"/>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3D393E8B-AAB8-4606-A4FA-815EDABDD12F}"/>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6" name="Straight Connector 335">
                <a:extLst>
                  <a:ext uri="{FF2B5EF4-FFF2-40B4-BE49-F238E27FC236}">
                    <a16:creationId xmlns:a16="http://schemas.microsoft.com/office/drawing/2014/main" id="{8BA7B770-7EB6-4AC1-B028-9C45DEE440EE}"/>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7" name="Straight Connector 336">
                <a:extLst>
                  <a:ext uri="{FF2B5EF4-FFF2-40B4-BE49-F238E27FC236}">
                    <a16:creationId xmlns:a16="http://schemas.microsoft.com/office/drawing/2014/main" id="{D87B822C-3951-4E65-A45D-7160FAC3FD08}"/>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8" name="Straight Connector 337">
                <a:extLst>
                  <a:ext uri="{FF2B5EF4-FFF2-40B4-BE49-F238E27FC236}">
                    <a16:creationId xmlns:a16="http://schemas.microsoft.com/office/drawing/2014/main" id="{54B9CDF0-DC54-4868-B60A-6840FDE6A293}"/>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9" name="Straight Connector 338">
                <a:extLst>
                  <a:ext uri="{FF2B5EF4-FFF2-40B4-BE49-F238E27FC236}">
                    <a16:creationId xmlns:a16="http://schemas.microsoft.com/office/drawing/2014/main" id="{3706BEC8-029B-4E0F-A55F-A552E1DE26CA}"/>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0" name="Straight Connector 339">
                <a:extLst>
                  <a:ext uri="{FF2B5EF4-FFF2-40B4-BE49-F238E27FC236}">
                    <a16:creationId xmlns:a16="http://schemas.microsoft.com/office/drawing/2014/main" id="{25EBA5EB-4807-4E96-BA08-B6B74AE04050}"/>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1" name="Straight Connector 340">
                <a:extLst>
                  <a:ext uri="{FF2B5EF4-FFF2-40B4-BE49-F238E27FC236}">
                    <a16:creationId xmlns:a16="http://schemas.microsoft.com/office/drawing/2014/main" id="{5548885E-CABE-42B5-B06A-1E6B9B198112}"/>
                  </a:ext>
                  <a:ext uri="{C183D7F6-B498-43B3-948B-1728B52AA6E4}">
                    <adec:decorative xmlns=""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sp>
        <p:nvSpPr>
          <p:cNvPr id="11" name="TextBox 10"/>
          <p:cNvSpPr txBox="1"/>
          <p:nvPr/>
        </p:nvSpPr>
        <p:spPr>
          <a:xfrm>
            <a:off x="1503012" y="2050180"/>
            <a:ext cx="5932355" cy="4708981"/>
          </a:xfrm>
          <a:prstGeom prst="rect">
            <a:avLst/>
          </a:prstGeom>
          <a:noFill/>
        </p:spPr>
        <p:txBody>
          <a:bodyPr wrap="square" rtlCol="0">
            <a:spAutoFit/>
          </a:bodyPr>
          <a:lstStyle/>
          <a:p>
            <a:pPr marL="285750" indent="-285750">
              <a:buFont typeface="Wingdings" panose="05000000000000000000" pitchFamily="2" charset="2"/>
              <a:buChar char="q"/>
            </a:pPr>
            <a:r>
              <a:rPr lang="en-US" sz="2400" dirty="0" smtClean="0"/>
              <a:t>What are LLMs?</a:t>
            </a:r>
          </a:p>
          <a:p>
            <a:pPr marL="285750" indent="-285750">
              <a:buFont typeface="Wingdings" panose="05000000000000000000" pitchFamily="2" charset="2"/>
              <a:buChar char="q"/>
            </a:pPr>
            <a:r>
              <a:rPr lang="en-US" sz="2400" dirty="0" smtClean="0"/>
              <a:t>What are AI Agents?</a:t>
            </a:r>
          </a:p>
          <a:p>
            <a:pPr marL="285750" indent="-285750">
              <a:buFont typeface="Wingdings" panose="05000000000000000000" pitchFamily="2" charset="2"/>
              <a:buChar char="q"/>
            </a:pPr>
            <a:r>
              <a:rPr lang="en-US" sz="2400" dirty="0" smtClean="0"/>
              <a:t>Components of AI Agents</a:t>
            </a:r>
          </a:p>
          <a:p>
            <a:pPr marL="285750" indent="-285750">
              <a:buFont typeface="Wingdings" panose="05000000000000000000" pitchFamily="2" charset="2"/>
              <a:buChar char="q"/>
            </a:pPr>
            <a:r>
              <a:rPr lang="en-US" sz="2400" dirty="0" smtClean="0"/>
              <a:t>Cycles of AI Agents</a:t>
            </a:r>
          </a:p>
          <a:p>
            <a:pPr marL="285750" indent="-285750">
              <a:buFont typeface="Wingdings" panose="05000000000000000000" pitchFamily="2" charset="2"/>
              <a:buChar char="q"/>
            </a:pPr>
            <a:r>
              <a:rPr lang="en-US" sz="2400" dirty="0" smtClean="0"/>
              <a:t>Types of Agents</a:t>
            </a:r>
          </a:p>
          <a:p>
            <a:pPr marL="285750" indent="-285750">
              <a:buFont typeface="Wingdings" panose="05000000000000000000" pitchFamily="2" charset="2"/>
              <a:buChar char="q"/>
            </a:pPr>
            <a:r>
              <a:rPr lang="en-US" sz="2400" dirty="0" smtClean="0"/>
              <a:t>When to use AI Agents</a:t>
            </a:r>
          </a:p>
          <a:p>
            <a:pPr marL="285750" indent="-285750">
              <a:buFont typeface="Wingdings" panose="05000000000000000000" pitchFamily="2" charset="2"/>
              <a:buChar char="q"/>
            </a:pPr>
            <a:r>
              <a:rPr lang="en-US" sz="2400" dirty="0" smtClean="0"/>
              <a:t>AI Agent Frameworks</a:t>
            </a:r>
          </a:p>
          <a:p>
            <a:pPr marL="285750" indent="-285750">
              <a:buFont typeface="Wingdings" panose="05000000000000000000" pitchFamily="2" charset="2"/>
              <a:buChar char="q"/>
            </a:pPr>
            <a:r>
              <a:rPr lang="en-US" sz="2400" dirty="0" smtClean="0"/>
              <a:t>What is Agentic AI</a:t>
            </a:r>
          </a:p>
          <a:p>
            <a:pPr marL="285750" indent="-285750">
              <a:buFont typeface="Wingdings" panose="05000000000000000000" pitchFamily="2" charset="2"/>
              <a:buChar char="q"/>
            </a:pPr>
            <a:r>
              <a:rPr lang="en-US" sz="2400" dirty="0" smtClean="0"/>
              <a:t>Agentic Design Principles</a:t>
            </a:r>
          </a:p>
          <a:p>
            <a:pPr marL="285750" indent="-285750">
              <a:buFont typeface="Wingdings" panose="05000000000000000000" pitchFamily="2" charset="2"/>
              <a:buChar char="q"/>
            </a:pPr>
            <a:r>
              <a:rPr lang="en-US" sz="2400" dirty="0" smtClean="0"/>
              <a:t>Design Pattern in Agentic AI Systems</a:t>
            </a:r>
          </a:p>
          <a:p>
            <a:pPr marL="285750" indent="-285750">
              <a:buFont typeface="Wingdings" panose="05000000000000000000" pitchFamily="2" charset="2"/>
              <a:buChar char="q"/>
            </a:pPr>
            <a:r>
              <a:rPr lang="en-US" sz="2400" dirty="0" smtClean="0"/>
              <a:t>Guardrails</a:t>
            </a:r>
          </a:p>
          <a:p>
            <a:pPr marL="285750" indent="-285750">
              <a:buFont typeface="Wingdings" panose="05000000000000000000" pitchFamily="2" charset="2"/>
              <a:buChar char="q"/>
            </a:pPr>
            <a:endParaRPr lang="en-US" dirty="0" smtClean="0"/>
          </a:p>
          <a:p>
            <a:pPr marL="285750" indent="-285750">
              <a:buFont typeface="Wingdings" panose="05000000000000000000" pitchFamily="2" charset="2"/>
              <a:buChar char="q"/>
            </a:pPr>
            <a:endParaRPr lang="en-US" dirty="0"/>
          </a:p>
        </p:txBody>
      </p:sp>
      <p:sp>
        <p:nvSpPr>
          <p:cNvPr id="3" name="Slide Number Placeholder 2"/>
          <p:cNvSpPr>
            <a:spLocks noGrp="1"/>
          </p:cNvSpPr>
          <p:nvPr>
            <p:ph type="sldNum" sz="quarter" idx="12"/>
          </p:nvPr>
        </p:nvSpPr>
        <p:spPr/>
        <p:txBody>
          <a:bodyPr/>
          <a:lstStyle/>
          <a:p>
            <a:fld id="{69E57DC2-970A-4B3E-BB1C-7A09969E49DF}" type="slidenum">
              <a:rPr lang="en-US" smtClean="0"/>
              <a:t>2</a:t>
            </a:fld>
            <a:endParaRPr lang="en-US" dirty="0"/>
          </a:p>
        </p:txBody>
      </p:sp>
    </p:spTree>
    <p:extLst>
      <p:ext uri="{BB962C8B-B14F-4D97-AF65-F5344CB8AC3E}">
        <p14:creationId xmlns:p14="http://schemas.microsoft.com/office/powerpoint/2010/main" val="29138249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atellite against the night sky">
            <a:extLst>
              <a:ext uri="{FF2B5EF4-FFF2-40B4-BE49-F238E27FC236}">
                <a16:creationId xmlns:a16="http://schemas.microsoft.com/office/drawing/2014/main" id="{D4F2268B-BB87-42FB-B84F-C145C01B497A}"/>
              </a:ext>
            </a:extLst>
          </p:cNvPr>
          <p:cNvPicPr>
            <a:picLocks noChangeAspect="1"/>
          </p:cNvPicPr>
          <p:nvPr/>
        </p:nvPicPr>
        <p:blipFill rotWithShape="1">
          <a:blip r:embed="rId3"/>
          <a:srcRect l="8611" r="16027" b="1"/>
          <a:stretch/>
        </p:blipFill>
        <p:spPr>
          <a:xfrm>
            <a:off x="8888133" y="4144246"/>
            <a:ext cx="3302966" cy="2717299"/>
          </a:xfrm>
          <a:custGeom>
            <a:avLst/>
            <a:gdLst>
              <a:gd name="connsiteX0" fmla="*/ 1663658 w 3039855"/>
              <a:gd name="connsiteY0" fmla="*/ 0 h 2500842"/>
              <a:gd name="connsiteX1" fmla="*/ 2947417 w 3039855"/>
              <a:gd name="connsiteY1" fmla="*/ 605417 h 2500842"/>
              <a:gd name="connsiteX2" fmla="*/ 3039855 w 3039855"/>
              <a:gd name="connsiteY2" fmla="*/ 729032 h 2500842"/>
              <a:gd name="connsiteX3" fmla="*/ 3039855 w 3039855"/>
              <a:gd name="connsiteY3" fmla="*/ 2500842 h 2500842"/>
              <a:gd name="connsiteX4" fmla="*/ 226952 w 3039855"/>
              <a:gd name="connsiteY4" fmla="*/ 2500842 h 2500842"/>
              <a:gd name="connsiteX5" fmla="*/ 155401 w 3039855"/>
              <a:gd name="connsiteY5" fmla="*/ 2366679 h 2500842"/>
              <a:gd name="connsiteX6" fmla="*/ 0 w 3039855"/>
              <a:gd name="connsiteY6" fmla="*/ 1663658 h 2500842"/>
              <a:gd name="connsiteX7" fmla="*/ 1663658 w 3039855"/>
              <a:gd name="connsiteY7" fmla="*/ 0 h 25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9855" h="2500842">
                <a:moveTo>
                  <a:pt x="1663658" y="0"/>
                </a:moveTo>
                <a:cubicBezTo>
                  <a:pt x="2180490" y="0"/>
                  <a:pt x="2642278" y="235674"/>
                  <a:pt x="2947417" y="605417"/>
                </a:cubicBezTo>
                <a:lnTo>
                  <a:pt x="3039855" y="729032"/>
                </a:lnTo>
                <a:lnTo>
                  <a:pt x="3039855" y="2500842"/>
                </a:lnTo>
                <a:lnTo>
                  <a:pt x="226952" y="2500842"/>
                </a:lnTo>
                <a:lnTo>
                  <a:pt x="155401" y="2366679"/>
                </a:lnTo>
                <a:cubicBezTo>
                  <a:pt x="55691" y="2153127"/>
                  <a:pt x="0" y="1914896"/>
                  <a:pt x="0" y="1663658"/>
                </a:cubicBezTo>
                <a:cubicBezTo>
                  <a:pt x="0" y="744845"/>
                  <a:pt x="744845" y="0"/>
                  <a:pt x="1663658" y="0"/>
                </a:cubicBezTo>
                <a:close/>
              </a:path>
            </a:pathLst>
          </a:custGeom>
        </p:spPr>
      </p:pic>
      <p:pic>
        <p:nvPicPr>
          <p:cNvPr id="7" name="Picture 6" descr="abstract image of light dots">
            <a:extLst>
              <a:ext uri="{FF2B5EF4-FFF2-40B4-BE49-F238E27FC236}">
                <a16:creationId xmlns:a16="http://schemas.microsoft.com/office/drawing/2014/main" id="{FE6C54C5-D2F4-48F8-B65E-7506F07BCCF3}"/>
              </a:ext>
            </a:extLst>
          </p:cNvPr>
          <p:cNvPicPr>
            <a:picLocks noChangeAspect="1"/>
          </p:cNvPicPr>
          <p:nvPr/>
        </p:nvPicPr>
        <p:blipFill rotWithShape="1">
          <a:blip r:embed="rId4"/>
          <a:srcRect l="23268" r="4773" b="-1"/>
          <a:stretch/>
        </p:blipFill>
        <p:spPr>
          <a:xfrm>
            <a:off x="8055588" y="-3863"/>
            <a:ext cx="4132754" cy="3445946"/>
          </a:xfrm>
          <a:custGeom>
            <a:avLst/>
            <a:gdLst>
              <a:gd name="connsiteX0" fmla="*/ 303228 w 4638368"/>
              <a:gd name="connsiteY0" fmla="*/ 0 h 3867534"/>
              <a:gd name="connsiteX1" fmla="*/ 4638368 w 4638368"/>
              <a:gd name="connsiteY1" fmla="*/ 0 h 3867534"/>
              <a:gd name="connsiteX2" fmla="*/ 4638368 w 4638368"/>
              <a:gd name="connsiteY2" fmla="*/ 2952747 h 3867534"/>
              <a:gd name="connsiteX3" fmla="*/ 4585825 w 4638368"/>
              <a:gd name="connsiteY3" fmla="*/ 3013864 h 3867534"/>
              <a:gd name="connsiteX4" fmla="*/ 2641346 w 4638368"/>
              <a:gd name="connsiteY4" fmla="*/ 3867534 h 3867534"/>
              <a:gd name="connsiteX5" fmla="*/ 0 w 4638368"/>
              <a:gd name="connsiteY5" fmla="*/ 1226188 h 3867534"/>
              <a:gd name="connsiteX6" fmla="*/ 260466 w 4638368"/>
              <a:gd name="connsiteY6" fmla="*/ 81056 h 38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sp>
        <p:nvSpPr>
          <p:cNvPr id="6" name="Title 5"/>
          <p:cNvSpPr>
            <a:spLocks noGrp="1"/>
          </p:cNvSpPr>
          <p:nvPr>
            <p:ph type="title"/>
          </p:nvPr>
        </p:nvSpPr>
        <p:spPr>
          <a:xfrm>
            <a:off x="2286000" y="1809404"/>
            <a:ext cx="6026046" cy="3265357"/>
          </a:xfrm>
        </p:spPr>
        <p:txBody>
          <a:bodyPr>
            <a:normAutofit/>
          </a:bodyPr>
          <a:lstStyle/>
          <a:p>
            <a:r>
              <a:rPr lang="en-US" sz="5400" b="1" dirty="0" smtClean="0"/>
              <a:t>What are llmS?</a:t>
            </a:r>
            <a:endParaRPr lang="en-US" sz="5400" b="1" dirty="0"/>
          </a:p>
        </p:txBody>
      </p:sp>
      <p:sp>
        <p:nvSpPr>
          <p:cNvPr id="2" name="Slide Number Placeholder 1"/>
          <p:cNvSpPr>
            <a:spLocks noGrp="1"/>
          </p:cNvSpPr>
          <p:nvPr>
            <p:ph type="sldNum" sz="quarter" idx="12"/>
          </p:nvPr>
        </p:nvSpPr>
        <p:spPr/>
        <p:txBody>
          <a:bodyPr/>
          <a:lstStyle/>
          <a:p>
            <a:fld id="{69E57DC2-970A-4B3E-BB1C-7A09969E49DF}" type="slidenum">
              <a:rPr lang="en-US" smtClean="0"/>
              <a:t>3</a:t>
            </a:fld>
            <a:endParaRPr lang="en-US" dirty="0"/>
          </a:p>
        </p:txBody>
      </p:sp>
    </p:spTree>
    <p:extLst>
      <p:ext uri="{BB962C8B-B14F-4D97-AF65-F5344CB8AC3E}">
        <p14:creationId xmlns:p14="http://schemas.microsoft.com/office/powerpoint/2010/main" val="2832954756"/>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6928" y="719171"/>
            <a:ext cx="8304547" cy="1323439"/>
          </a:xfrm>
          <a:prstGeom prst="rect">
            <a:avLst/>
          </a:prstGeom>
          <a:noFill/>
        </p:spPr>
        <p:txBody>
          <a:bodyPr wrap="square" rtlCol="0">
            <a:spAutoFit/>
          </a:bodyPr>
          <a:lstStyle/>
          <a:p>
            <a:r>
              <a:rPr lang="en-US" sz="2000" dirty="0" smtClean="0"/>
              <a:t>An </a:t>
            </a:r>
            <a:r>
              <a:rPr lang="en-US" sz="2000" dirty="0"/>
              <a:t>LLM is a type of AI model that excels </a:t>
            </a:r>
            <a:r>
              <a:rPr lang="en-US" sz="2000" dirty="0" smtClean="0"/>
              <a:t>at understanding </a:t>
            </a:r>
            <a:r>
              <a:rPr lang="en-US" sz="2000" dirty="0"/>
              <a:t>and generating human </a:t>
            </a:r>
            <a:r>
              <a:rPr lang="en-US" sz="2000" dirty="0" smtClean="0"/>
              <a:t>language </a:t>
            </a:r>
            <a:r>
              <a:rPr lang="en-US" sz="2000" dirty="0"/>
              <a:t>It learns by reading huge amounts of text, so it can understand how language works</a:t>
            </a:r>
            <a:r>
              <a:rPr lang="en-US" sz="2000" dirty="0" smtClean="0"/>
              <a:t>. </a:t>
            </a:r>
            <a:r>
              <a:rPr lang="en-US" sz="2000" dirty="0"/>
              <a:t>Most modern LLMs use something called a </a:t>
            </a:r>
            <a:r>
              <a:rPr lang="en-US" sz="2000" dirty="0" smtClean="0"/>
              <a:t>Transformer</a:t>
            </a:r>
            <a:r>
              <a:rPr lang="en-US" sz="2000" dirty="0"/>
              <a:t>.</a:t>
            </a:r>
            <a:r>
              <a:rPr lang="en-US" sz="2000" dirty="0" smtClean="0">
                <a:hlinkClick r:id="rId3" action="ppaction://hlinksldjump"/>
              </a:rPr>
              <a:t> [1]</a:t>
            </a:r>
            <a:endParaRPr lang="en-US" sz="2000" dirty="0"/>
          </a:p>
        </p:txBody>
      </p:sp>
      <p:sp>
        <p:nvSpPr>
          <p:cNvPr id="3" name="TextBox 2"/>
          <p:cNvSpPr txBox="1"/>
          <p:nvPr/>
        </p:nvSpPr>
        <p:spPr>
          <a:xfrm>
            <a:off x="3790640" y="2349571"/>
            <a:ext cx="3908684" cy="523220"/>
          </a:xfrm>
          <a:prstGeom prst="rect">
            <a:avLst/>
          </a:prstGeom>
          <a:noFill/>
        </p:spPr>
        <p:txBody>
          <a:bodyPr wrap="square" rtlCol="0">
            <a:spAutoFit/>
          </a:bodyPr>
          <a:lstStyle/>
          <a:p>
            <a:r>
              <a:rPr lang="en-US" sz="2800" dirty="0" smtClean="0"/>
              <a:t>TYPES OF TRANSFORMER</a:t>
            </a:r>
            <a:endParaRPr lang="en-US" sz="2800" dirty="0"/>
          </a:p>
        </p:txBody>
      </p:sp>
      <p:sp>
        <p:nvSpPr>
          <p:cNvPr id="5" name="Oval 4"/>
          <p:cNvSpPr/>
          <p:nvPr/>
        </p:nvSpPr>
        <p:spPr>
          <a:xfrm>
            <a:off x="1821306" y="3471480"/>
            <a:ext cx="2615784" cy="8769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ENCODER</a:t>
            </a:r>
            <a:endParaRPr lang="en-US" dirty="0"/>
          </a:p>
        </p:txBody>
      </p:sp>
      <p:sp>
        <p:nvSpPr>
          <p:cNvPr id="6" name="Oval 5"/>
          <p:cNvSpPr/>
          <p:nvPr/>
        </p:nvSpPr>
        <p:spPr>
          <a:xfrm>
            <a:off x="4437090" y="4647230"/>
            <a:ext cx="2615784" cy="8769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SEQ2SEQ</a:t>
            </a:r>
            <a:endParaRPr lang="en-US" dirty="0"/>
          </a:p>
        </p:txBody>
      </p:sp>
      <p:sp>
        <p:nvSpPr>
          <p:cNvPr id="7" name="Oval 6"/>
          <p:cNvSpPr/>
          <p:nvPr/>
        </p:nvSpPr>
        <p:spPr>
          <a:xfrm>
            <a:off x="6917963" y="3471480"/>
            <a:ext cx="2615784" cy="8769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DECODER</a:t>
            </a:r>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4</a:t>
            </a:fld>
            <a:endParaRPr lang="en-US" dirty="0"/>
          </a:p>
        </p:txBody>
      </p:sp>
    </p:spTree>
    <p:extLst>
      <p:ext uri="{BB962C8B-B14F-4D97-AF65-F5344CB8AC3E}">
        <p14:creationId xmlns:p14="http://schemas.microsoft.com/office/powerpoint/2010/main" val="5274824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p:cTn id="20" dur="500" fill="hold"/>
                                        <p:tgtEl>
                                          <p:spTgt spid="7"/>
                                        </p:tgtEl>
                                        <p:attrNameLst>
                                          <p:attrName>ppt_w</p:attrName>
                                        </p:attrNameLst>
                                      </p:cBhvr>
                                      <p:tavLst>
                                        <p:tav tm="0">
                                          <p:val>
                                            <p:fltVal val="0"/>
                                          </p:val>
                                        </p:tav>
                                        <p:tav tm="100000">
                                          <p:val>
                                            <p:strVal val="#ppt_w"/>
                                          </p:val>
                                        </p:tav>
                                      </p:tavLst>
                                    </p:anim>
                                    <p:anim calcmode="lin" valueType="num">
                                      <p:cBhvr>
                                        <p:cTn id="21" dur="500" fill="hold"/>
                                        <p:tgtEl>
                                          <p:spTgt spid="7"/>
                                        </p:tgtEl>
                                        <p:attrNameLst>
                                          <p:attrName>ppt_h</p:attrName>
                                        </p:attrNameLst>
                                      </p:cBhvr>
                                      <p:tavLst>
                                        <p:tav tm="0">
                                          <p:val>
                                            <p:fltVal val="0"/>
                                          </p:val>
                                        </p:tav>
                                        <p:tav tm="100000">
                                          <p:val>
                                            <p:strVal val="#ppt_h"/>
                                          </p:val>
                                        </p:tav>
                                      </p:tavLst>
                                    </p:anim>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ppt_w</p:attrName>
                                        </p:attrNameLst>
                                      </p:cBhvr>
                                      <p:tavLst>
                                        <p:tav tm="0">
                                          <p:val>
                                            <p:fltVal val="0"/>
                                          </p:val>
                                        </p:tav>
                                        <p:tav tm="100000">
                                          <p:val>
                                            <p:strVal val="#ppt_w"/>
                                          </p:val>
                                        </p:tav>
                                      </p:tavLst>
                                    </p:anim>
                                    <p:anim calcmode="lin" valueType="num">
                                      <p:cBhvr>
                                        <p:cTn id="28" dur="500" fill="hold"/>
                                        <p:tgtEl>
                                          <p:spTgt spid="6"/>
                                        </p:tgtEl>
                                        <p:attrNameLst>
                                          <p:attrName>ppt_h</p:attrName>
                                        </p:attrNameLst>
                                      </p:cBhvr>
                                      <p:tavLst>
                                        <p:tav tm="0">
                                          <p:val>
                                            <p:fltVal val="0"/>
                                          </p:val>
                                        </p:tav>
                                        <p:tav tm="100000">
                                          <p:val>
                                            <p:strVal val="#ppt_h"/>
                                          </p:val>
                                        </p:tav>
                                      </p:tavLst>
                                    </p:anim>
                                    <p:animEffect transition="in" filter="fad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97247" y="1565490"/>
            <a:ext cx="3717560" cy="584775"/>
          </a:xfrm>
          <a:prstGeom prst="rect">
            <a:avLst/>
          </a:prstGeom>
          <a:noFill/>
        </p:spPr>
        <p:txBody>
          <a:bodyPr wrap="square" rtlCol="0">
            <a:spAutoFit/>
          </a:bodyPr>
          <a:lstStyle/>
          <a:p>
            <a:r>
              <a:rPr lang="en-US" sz="3200" dirty="0" smtClean="0"/>
              <a:t>TYPES OF ENCODER:</a:t>
            </a:r>
            <a:endParaRPr lang="en-US" sz="3200" dirty="0"/>
          </a:p>
        </p:txBody>
      </p:sp>
      <p:sp>
        <p:nvSpPr>
          <p:cNvPr id="3" name="Flowchart: Terminator 2"/>
          <p:cNvSpPr/>
          <p:nvPr/>
        </p:nvSpPr>
        <p:spPr>
          <a:xfrm>
            <a:off x="2457723" y="2749102"/>
            <a:ext cx="2907297" cy="819485"/>
          </a:xfrm>
          <a:prstGeom prst="flowChartTermina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BERT</a:t>
            </a:r>
            <a:endParaRPr lang="en-US" sz="2400" dirty="0"/>
          </a:p>
        </p:txBody>
      </p:sp>
      <p:sp>
        <p:nvSpPr>
          <p:cNvPr id="4" name="Flowchart: Terminator 3"/>
          <p:cNvSpPr/>
          <p:nvPr/>
        </p:nvSpPr>
        <p:spPr>
          <a:xfrm>
            <a:off x="6830515" y="2749102"/>
            <a:ext cx="2709995" cy="819484"/>
          </a:xfrm>
          <a:prstGeom prst="flowChartTermina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RoBERTa</a:t>
            </a:r>
            <a:endParaRPr lang="en-US" sz="2400" dirty="0"/>
          </a:p>
        </p:txBody>
      </p:sp>
      <p:sp>
        <p:nvSpPr>
          <p:cNvPr id="5" name="Slide Number Placeholder 4"/>
          <p:cNvSpPr>
            <a:spLocks noGrp="1"/>
          </p:cNvSpPr>
          <p:nvPr>
            <p:ph type="sldNum" sz="quarter" idx="12"/>
          </p:nvPr>
        </p:nvSpPr>
        <p:spPr/>
        <p:txBody>
          <a:bodyPr/>
          <a:lstStyle/>
          <a:p>
            <a:fld id="{69E57DC2-970A-4B3E-BB1C-7A09969E49DF}" type="slidenum">
              <a:rPr lang="en-US" smtClean="0"/>
              <a:t>5</a:t>
            </a:fld>
            <a:endParaRPr lang="en-US" dirty="0"/>
          </a:p>
        </p:txBody>
      </p:sp>
      <p:sp>
        <p:nvSpPr>
          <p:cNvPr id="6" name="TextBox 5"/>
          <p:cNvSpPr txBox="1"/>
          <p:nvPr/>
        </p:nvSpPr>
        <p:spPr>
          <a:xfrm>
            <a:off x="1788341" y="4529255"/>
            <a:ext cx="9257288" cy="923330"/>
          </a:xfrm>
          <a:prstGeom prst="rect">
            <a:avLst/>
          </a:prstGeom>
          <a:noFill/>
        </p:spPr>
        <p:txBody>
          <a:bodyPr wrap="square" rtlCol="0">
            <a:spAutoFit/>
          </a:bodyPr>
          <a:lstStyle/>
          <a:p>
            <a:r>
              <a:rPr lang="en-US" dirty="0">
                <a:latin typeface="Segoe UI" panose="020B0502040204020203" pitchFamily="34" charset="0"/>
                <a:cs typeface="Segoe UI" panose="020B0502040204020203" pitchFamily="34" charset="0"/>
              </a:rPr>
              <a:t>Many popular encoder-based Transformer models such as RoBERTa, DistilBERT, and ALBERT are variants or improvements of the original BERT architecture, sharing its core design while optimizing for performance, size, or training efficiency</a:t>
            </a:r>
            <a:r>
              <a:rPr lang="en-US" dirty="0" smtClean="0">
                <a:latin typeface="Segoe UI" panose="020B0502040204020203" pitchFamily="34" charset="0"/>
                <a:cs typeface="Segoe UI" panose="020B0502040204020203" pitchFamily="34" charset="0"/>
              </a:rPr>
              <a:t>. </a:t>
            </a:r>
            <a:r>
              <a:rPr lang="en-US" dirty="0" smtClean="0">
                <a:latin typeface="Segoe UI" panose="020B0502040204020203" pitchFamily="34" charset="0"/>
                <a:cs typeface="Segoe UI" panose="020B0502040204020203" pitchFamily="34" charset="0"/>
                <a:hlinkClick r:id="rId3" action="ppaction://hlinksldjump"/>
              </a:rPr>
              <a:t>[3]</a:t>
            </a:r>
            <a:endParaRPr lang="en-US"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8932376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97247" y="1986275"/>
            <a:ext cx="3717560" cy="584775"/>
          </a:xfrm>
          <a:prstGeom prst="rect">
            <a:avLst/>
          </a:prstGeom>
          <a:noFill/>
        </p:spPr>
        <p:txBody>
          <a:bodyPr wrap="square" rtlCol="0">
            <a:spAutoFit/>
          </a:bodyPr>
          <a:lstStyle/>
          <a:p>
            <a:r>
              <a:rPr lang="en-US" sz="3200" dirty="0" smtClean="0"/>
              <a:t>TYPES OF DECODER:</a:t>
            </a:r>
            <a:endParaRPr lang="en-US" sz="3200" dirty="0"/>
          </a:p>
        </p:txBody>
      </p:sp>
      <p:sp>
        <p:nvSpPr>
          <p:cNvPr id="3" name="Flowchart: Terminator 2"/>
          <p:cNvSpPr/>
          <p:nvPr/>
        </p:nvSpPr>
        <p:spPr>
          <a:xfrm>
            <a:off x="1632335" y="3380281"/>
            <a:ext cx="3667948" cy="827577"/>
          </a:xfrm>
          <a:prstGeom prst="flowChartTermina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GEEDY DECODING</a:t>
            </a:r>
            <a:endParaRPr lang="en-US" sz="2400" dirty="0"/>
          </a:p>
        </p:txBody>
      </p:sp>
      <p:sp>
        <p:nvSpPr>
          <p:cNvPr id="4" name="Flowchart: Terminator 3"/>
          <p:cNvSpPr/>
          <p:nvPr/>
        </p:nvSpPr>
        <p:spPr>
          <a:xfrm>
            <a:off x="6830515" y="3380282"/>
            <a:ext cx="3810512" cy="827576"/>
          </a:xfrm>
          <a:prstGeom prst="flowChartTermina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BEAM SEARCH</a:t>
            </a:r>
            <a:endParaRPr lang="en-US" sz="2400" dirty="0"/>
          </a:p>
        </p:txBody>
      </p:sp>
      <p:sp>
        <p:nvSpPr>
          <p:cNvPr id="5" name="Slide Number Placeholder 4"/>
          <p:cNvSpPr>
            <a:spLocks noGrp="1"/>
          </p:cNvSpPr>
          <p:nvPr>
            <p:ph type="sldNum" sz="quarter" idx="12"/>
          </p:nvPr>
        </p:nvSpPr>
        <p:spPr/>
        <p:txBody>
          <a:bodyPr/>
          <a:lstStyle/>
          <a:p>
            <a:fld id="{69E57DC2-970A-4B3E-BB1C-7A09969E49DF}" type="slidenum">
              <a:rPr lang="en-US" smtClean="0"/>
              <a:t>6</a:t>
            </a:fld>
            <a:endParaRPr lang="en-US" dirty="0"/>
          </a:p>
        </p:txBody>
      </p:sp>
    </p:spTree>
    <p:extLst>
      <p:ext uri="{BB962C8B-B14F-4D97-AF65-F5344CB8AC3E}">
        <p14:creationId xmlns:p14="http://schemas.microsoft.com/office/powerpoint/2010/main" val="25975743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atellite against the night sky">
            <a:extLst>
              <a:ext uri="{FF2B5EF4-FFF2-40B4-BE49-F238E27FC236}">
                <a16:creationId xmlns:a16="http://schemas.microsoft.com/office/drawing/2014/main" id="{D4F2268B-BB87-42FB-B84F-C145C01B497A}"/>
              </a:ext>
            </a:extLst>
          </p:cNvPr>
          <p:cNvPicPr>
            <a:picLocks noChangeAspect="1"/>
          </p:cNvPicPr>
          <p:nvPr/>
        </p:nvPicPr>
        <p:blipFill rotWithShape="1">
          <a:blip r:embed="rId3"/>
          <a:srcRect l="8611" r="16027" b="1"/>
          <a:stretch/>
        </p:blipFill>
        <p:spPr>
          <a:xfrm>
            <a:off x="8888133" y="4144246"/>
            <a:ext cx="3302966" cy="2717299"/>
          </a:xfrm>
          <a:custGeom>
            <a:avLst/>
            <a:gdLst>
              <a:gd name="connsiteX0" fmla="*/ 1663658 w 3039855"/>
              <a:gd name="connsiteY0" fmla="*/ 0 h 2500842"/>
              <a:gd name="connsiteX1" fmla="*/ 2947417 w 3039855"/>
              <a:gd name="connsiteY1" fmla="*/ 605417 h 2500842"/>
              <a:gd name="connsiteX2" fmla="*/ 3039855 w 3039855"/>
              <a:gd name="connsiteY2" fmla="*/ 729032 h 2500842"/>
              <a:gd name="connsiteX3" fmla="*/ 3039855 w 3039855"/>
              <a:gd name="connsiteY3" fmla="*/ 2500842 h 2500842"/>
              <a:gd name="connsiteX4" fmla="*/ 226952 w 3039855"/>
              <a:gd name="connsiteY4" fmla="*/ 2500842 h 2500842"/>
              <a:gd name="connsiteX5" fmla="*/ 155401 w 3039855"/>
              <a:gd name="connsiteY5" fmla="*/ 2366679 h 2500842"/>
              <a:gd name="connsiteX6" fmla="*/ 0 w 3039855"/>
              <a:gd name="connsiteY6" fmla="*/ 1663658 h 2500842"/>
              <a:gd name="connsiteX7" fmla="*/ 1663658 w 3039855"/>
              <a:gd name="connsiteY7" fmla="*/ 0 h 25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9855" h="2500842">
                <a:moveTo>
                  <a:pt x="1663658" y="0"/>
                </a:moveTo>
                <a:cubicBezTo>
                  <a:pt x="2180490" y="0"/>
                  <a:pt x="2642278" y="235674"/>
                  <a:pt x="2947417" y="605417"/>
                </a:cubicBezTo>
                <a:lnTo>
                  <a:pt x="3039855" y="729032"/>
                </a:lnTo>
                <a:lnTo>
                  <a:pt x="3039855" y="2500842"/>
                </a:lnTo>
                <a:lnTo>
                  <a:pt x="226952" y="2500842"/>
                </a:lnTo>
                <a:lnTo>
                  <a:pt x="155401" y="2366679"/>
                </a:lnTo>
                <a:cubicBezTo>
                  <a:pt x="55691" y="2153127"/>
                  <a:pt x="0" y="1914896"/>
                  <a:pt x="0" y="1663658"/>
                </a:cubicBezTo>
                <a:cubicBezTo>
                  <a:pt x="0" y="744845"/>
                  <a:pt x="744845" y="0"/>
                  <a:pt x="1663658" y="0"/>
                </a:cubicBezTo>
                <a:close/>
              </a:path>
            </a:pathLst>
          </a:custGeom>
        </p:spPr>
      </p:pic>
      <p:pic>
        <p:nvPicPr>
          <p:cNvPr id="7" name="Picture 6" descr="abstract image of light dots">
            <a:extLst>
              <a:ext uri="{FF2B5EF4-FFF2-40B4-BE49-F238E27FC236}">
                <a16:creationId xmlns:a16="http://schemas.microsoft.com/office/drawing/2014/main" id="{FE6C54C5-D2F4-48F8-B65E-7506F07BCCF3}"/>
              </a:ext>
            </a:extLst>
          </p:cNvPr>
          <p:cNvPicPr>
            <a:picLocks noChangeAspect="1"/>
          </p:cNvPicPr>
          <p:nvPr/>
        </p:nvPicPr>
        <p:blipFill rotWithShape="1">
          <a:blip r:embed="rId4"/>
          <a:srcRect l="23268" r="4773" b="-1"/>
          <a:stretch/>
        </p:blipFill>
        <p:spPr>
          <a:xfrm>
            <a:off x="8055588" y="-3863"/>
            <a:ext cx="4132754" cy="3445946"/>
          </a:xfrm>
          <a:custGeom>
            <a:avLst/>
            <a:gdLst>
              <a:gd name="connsiteX0" fmla="*/ 303228 w 4638368"/>
              <a:gd name="connsiteY0" fmla="*/ 0 h 3867534"/>
              <a:gd name="connsiteX1" fmla="*/ 4638368 w 4638368"/>
              <a:gd name="connsiteY1" fmla="*/ 0 h 3867534"/>
              <a:gd name="connsiteX2" fmla="*/ 4638368 w 4638368"/>
              <a:gd name="connsiteY2" fmla="*/ 2952747 h 3867534"/>
              <a:gd name="connsiteX3" fmla="*/ 4585825 w 4638368"/>
              <a:gd name="connsiteY3" fmla="*/ 3013864 h 3867534"/>
              <a:gd name="connsiteX4" fmla="*/ 2641346 w 4638368"/>
              <a:gd name="connsiteY4" fmla="*/ 3867534 h 3867534"/>
              <a:gd name="connsiteX5" fmla="*/ 0 w 4638368"/>
              <a:gd name="connsiteY5" fmla="*/ 1226188 h 3867534"/>
              <a:gd name="connsiteX6" fmla="*/ 260466 w 4638368"/>
              <a:gd name="connsiteY6" fmla="*/ 81056 h 38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sp>
        <p:nvSpPr>
          <p:cNvPr id="6" name="Title 5"/>
          <p:cNvSpPr>
            <a:spLocks noGrp="1"/>
          </p:cNvSpPr>
          <p:nvPr>
            <p:ph type="title"/>
          </p:nvPr>
        </p:nvSpPr>
        <p:spPr>
          <a:xfrm>
            <a:off x="1828800" y="1809404"/>
            <a:ext cx="6528216" cy="3265357"/>
          </a:xfrm>
        </p:spPr>
        <p:txBody>
          <a:bodyPr>
            <a:normAutofit/>
          </a:bodyPr>
          <a:lstStyle/>
          <a:p>
            <a:r>
              <a:rPr lang="en-US" sz="5400" b="1" dirty="0" smtClean="0"/>
              <a:t>What are AI AGENTS?</a:t>
            </a:r>
            <a:endParaRPr lang="en-US" sz="5400" b="1" dirty="0"/>
          </a:p>
        </p:txBody>
      </p:sp>
      <p:sp>
        <p:nvSpPr>
          <p:cNvPr id="2" name="Slide Number Placeholder 1"/>
          <p:cNvSpPr>
            <a:spLocks noGrp="1"/>
          </p:cNvSpPr>
          <p:nvPr>
            <p:ph type="sldNum" sz="quarter" idx="12"/>
          </p:nvPr>
        </p:nvSpPr>
        <p:spPr/>
        <p:txBody>
          <a:bodyPr/>
          <a:lstStyle/>
          <a:p>
            <a:fld id="{69E57DC2-970A-4B3E-BB1C-7A09969E49DF}" type="slidenum">
              <a:rPr lang="en-US" smtClean="0"/>
              <a:t>7</a:t>
            </a:fld>
            <a:endParaRPr lang="en-US" dirty="0"/>
          </a:p>
        </p:txBody>
      </p:sp>
    </p:spTree>
    <p:extLst>
      <p:ext uri="{BB962C8B-B14F-4D97-AF65-F5344CB8AC3E}">
        <p14:creationId xmlns:p14="http://schemas.microsoft.com/office/powerpoint/2010/main" val="3942056600"/>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21697" y="1439056"/>
            <a:ext cx="7112835" cy="1815882"/>
          </a:xfrm>
          <a:prstGeom prst="rect">
            <a:avLst/>
          </a:prstGeom>
          <a:noFill/>
        </p:spPr>
        <p:txBody>
          <a:bodyPr wrap="square" rtlCol="0">
            <a:spAutoFit/>
          </a:bodyPr>
          <a:lstStyle/>
          <a:p>
            <a:r>
              <a:rPr lang="en-US" sz="2800" dirty="0"/>
              <a:t>AI Agents are systems that enable Large Language Models(LLMs) to perform actions by extending their capabilities by giving LLMs access to tools and knowledge</a:t>
            </a:r>
            <a:r>
              <a:rPr lang="en-US" sz="2800" dirty="0" smtClean="0"/>
              <a:t>.</a:t>
            </a:r>
            <a:r>
              <a:rPr lang="en-US" sz="2800" dirty="0" smtClean="0">
                <a:hlinkClick r:id="rId3" action="ppaction://hlinksldjump"/>
              </a:rPr>
              <a:t>[3]</a:t>
            </a:r>
            <a:endParaRPr lang="en-US" sz="2800" dirty="0"/>
          </a:p>
        </p:txBody>
      </p:sp>
      <p:sp>
        <p:nvSpPr>
          <p:cNvPr id="3" name="TextBox 2"/>
          <p:cNvSpPr txBox="1"/>
          <p:nvPr/>
        </p:nvSpPr>
        <p:spPr>
          <a:xfrm>
            <a:off x="1221697" y="3410262"/>
            <a:ext cx="7180289" cy="2246769"/>
          </a:xfrm>
          <a:prstGeom prst="rect">
            <a:avLst/>
          </a:prstGeom>
          <a:noFill/>
        </p:spPr>
        <p:txBody>
          <a:bodyPr wrap="square" rtlCol="0">
            <a:spAutoFit/>
          </a:bodyPr>
          <a:lstStyle/>
          <a:p>
            <a:r>
              <a:rPr lang="en-US" sz="2800" dirty="0"/>
              <a:t>The concept of agents existed before the creation of LLMs (Large Language Models). The advantage of building AI Agents with LLMs is their ability to interpret human language and data</a:t>
            </a:r>
            <a:r>
              <a:rPr lang="en-US" sz="2800" dirty="0" smtClean="0"/>
              <a:t>.</a:t>
            </a:r>
            <a:r>
              <a:rPr lang="en-US" sz="2800" dirty="0" smtClean="0">
                <a:hlinkClick r:id="rId3" action="ppaction://hlinksldjump"/>
              </a:rPr>
              <a:t>[3]</a:t>
            </a:r>
            <a:endParaRPr lang="en-US" sz="2800" dirty="0"/>
          </a:p>
        </p:txBody>
      </p:sp>
      <p:sp>
        <p:nvSpPr>
          <p:cNvPr id="4" name="Slide Number Placeholder 3"/>
          <p:cNvSpPr>
            <a:spLocks noGrp="1"/>
          </p:cNvSpPr>
          <p:nvPr>
            <p:ph type="sldNum" sz="quarter" idx="12"/>
          </p:nvPr>
        </p:nvSpPr>
        <p:spPr/>
        <p:txBody>
          <a:bodyPr/>
          <a:lstStyle/>
          <a:p>
            <a:fld id="{69E57DC2-970A-4B3E-BB1C-7A09969E49DF}" type="slidenum">
              <a:rPr lang="en-US" smtClean="0"/>
              <a:t>8</a:t>
            </a:fld>
            <a:endParaRPr lang="en-US" dirty="0"/>
          </a:p>
        </p:txBody>
      </p:sp>
    </p:spTree>
    <p:extLst>
      <p:ext uri="{BB962C8B-B14F-4D97-AF65-F5344CB8AC3E}">
        <p14:creationId xmlns:p14="http://schemas.microsoft.com/office/powerpoint/2010/main" val="1733575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500" fill="hold"/>
                                        <p:tgtEl>
                                          <p:spTgt spid="3"/>
                                        </p:tgtEl>
                                        <p:attrNameLst>
                                          <p:attrName>ppt_w</p:attrName>
                                        </p:attrNameLst>
                                      </p:cBhvr>
                                      <p:tavLst>
                                        <p:tav tm="0">
                                          <p:val>
                                            <p:fltVal val="0"/>
                                          </p:val>
                                        </p:tav>
                                        <p:tav tm="100000">
                                          <p:val>
                                            <p:strVal val="#ppt_w"/>
                                          </p:val>
                                        </p:tav>
                                      </p:tavLst>
                                    </p:anim>
                                    <p:anim calcmode="lin" valueType="num">
                                      <p:cBhvr>
                                        <p:cTn id="15" dur="500" fill="hold"/>
                                        <p:tgtEl>
                                          <p:spTgt spid="3"/>
                                        </p:tgtEl>
                                        <p:attrNameLst>
                                          <p:attrName>ppt_h</p:attrName>
                                        </p:attrNameLst>
                                      </p:cBhvr>
                                      <p:tavLst>
                                        <p:tav tm="0">
                                          <p:val>
                                            <p:fltVal val="0"/>
                                          </p:val>
                                        </p:tav>
                                        <p:tav tm="100000">
                                          <p:val>
                                            <p:strVal val="#ppt_h"/>
                                          </p:val>
                                        </p:tav>
                                      </p:tavLst>
                                    </p:anim>
                                    <p:animEffect transition="in" filter="fade">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duotone>
              <a:prstClr val="black"/>
              <a:schemeClr val="accent2">
                <a:tint val="45000"/>
                <a:satMod val="400000"/>
              </a:schemeClr>
            </a:duotone>
          </a:blip>
          <a:srcRect r="5870" b="11844"/>
          <a:stretch/>
        </p:blipFill>
        <p:spPr>
          <a:xfrm>
            <a:off x="2244571" y="1190936"/>
            <a:ext cx="7469056" cy="403624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 name="Slide Number Placeholder 2"/>
          <p:cNvSpPr>
            <a:spLocks noGrp="1"/>
          </p:cNvSpPr>
          <p:nvPr>
            <p:ph type="sldNum" sz="quarter" idx="12"/>
          </p:nvPr>
        </p:nvSpPr>
        <p:spPr/>
        <p:txBody>
          <a:bodyPr/>
          <a:lstStyle/>
          <a:p>
            <a:fld id="{69E57DC2-970A-4B3E-BB1C-7A09969E49DF}" type="slidenum">
              <a:rPr lang="en-US" smtClean="0"/>
              <a:t>9</a:t>
            </a:fld>
            <a:endParaRPr lang="en-US" dirty="0"/>
          </a:p>
        </p:txBody>
      </p:sp>
    </p:spTree>
    <p:extLst>
      <p:ext uri="{BB962C8B-B14F-4D97-AF65-F5344CB8AC3E}">
        <p14:creationId xmlns:p14="http://schemas.microsoft.com/office/powerpoint/2010/main" val="40328759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atellite against the night sky">
            <a:extLst>
              <a:ext uri="{FF2B5EF4-FFF2-40B4-BE49-F238E27FC236}">
                <a16:creationId xmlns:a16="http://schemas.microsoft.com/office/drawing/2014/main" id="{D4F2268B-BB87-42FB-B84F-C145C01B497A}"/>
              </a:ext>
            </a:extLst>
          </p:cNvPr>
          <p:cNvPicPr>
            <a:picLocks noChangeAspect="1"/>
          </p:cNvPicPr>
          <p:nvPr/>
        </p:nvPicPr>
        <p:blipFill rotWithShape="1">
          <a:blip r:embed="rId3"/>
          <a:srcRect l="8611" r="16027" b="1"/>
          <a:stretch/>
        </p:blipFill>
        <p:spPr>
          <a:xfrm>
            <a:off x="8888133" y="4144246"/>
            <a:ext cx="3302966" cy="2717299"/>
          </a:xfrm>
          <a:custGeom>
            <a:avLst/>
            <a:gdLst>
              <a:gd name="connsiteX0" fmla="*/ 1663658 w 3039855"/>
              <a:gd name="connsiteY0" fmla="*/ 0 h 2500842"/>
              <a:gd name="connsiteX1" fmla="*/ 2947417 w 3039855"/>
              <a:gd name="connsiteY1" fmla="*/ 605417 h 2500842"/>
              <a:gd name="connsiteX2" fmla="*/ 3039855 w 3039855"/>
              <a:gd name="connsiteY2" fmla="*/ 729032 h 2500842"/>
              <a:gd name="connsiteX3" fmla="*/ 3039855 w 3039855"/>
              <a:gd name="connsiteY3" fmla="*/ 2500842 h 2500842"/>
              <a:gd name="connsiteX4" fmla="*/ 226952 w 3039855"/>
              <a:gd name="connsiteY4" fmla="*/ 2500842 h 2500842"/>
              <a:gd name="connsiteX5" fmla="*/ 155401 w 3039855"/>
              <a:gd name="connsiteY5" fmla="*/ 2366679 h 2500842"/>
              <a:gd name="connsiteX6" fmla="*/ 0 w 3039855"/>
              <a:gd name="connsiteY6" fmla="*/ 1663658 h 2500842"/>
              <a:gd name="connsiteX7" fmla="*/ 1663658 w 3039855"/>
              <a:gd name="connsiteY7" fmla="*/ 0 h 25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9855" h="2500842">
                <a:moveTo>
                  <a:pt x="1663658" y="0"/>
                </a:moveTo>
                <a:cubicBezTo>
                  <a:pt x="2180490" y="0"/>
                  <a:pt x="2642278" y="235674"/>
                  <a:pt x="2947417" y="605417"/>
                </a:cubicBezTo>
                <a:lnTo>
                  <a:pt x="3039855" y="729032"/>
                </a:lnTo>
                <a:lnTo>
                  <a:pt x="3039855" y="2500842"/>
                </a:lnTo>
                <a:lnTo>
                  <a:pt x="226952" y="2500842"/>
                </a:lnTo>
                <a:lnTo>
                  <a:pt x="155401" y="2366679"/>
                </a:lnTo>
                <a:cubicBezTo>
                  <a:pt x="55691" y="2153127"/>
                  <a:pt x="0" y="1914896"/>
                  <a:pt x="0" y="1663658"/>
                </a:cubicBezTo>
                <a:cubicBezTo>
                  <a:pt x="0" y="744845"/>
                  <a:pt x="744845" y="0"/>
                  <a:pt x="1663658" y="0"/>
                </a:cubicBezTo>
                <a:close/>
              </a:path>
            </a:pathLst>
          </a:custGeom>
        </p:spPr>
      </p:pic>
      <p:pic>
        <p:nvPicPr>
          <p:cNvPr id="7" name="Picture 6" descr="abstract image of light dots">
            <a:extLst>
              <a:ext uri="{FF2B5EF4-FFF2-40B4-BE49-F238E27FC236}">
                <a16:creationId xmlns:a16="http://schemas.microsoft.com/office/drawing/2014/main" id="{FE6C54C5-D2F4-48F8-B65E-7506F07BCCF3}"/>
              </a:ext>
            </a:extLst>
          </p:cNvPr>
          <p:cNvPicPr>
            <a:picLocks noChangeAspect="1"/>
          </p:cNvPicPr>
          <p:nvPr/>
        </p:nvPicPr>
        <p:blipFill rotWithShape="1">
          <a:blip r:embed="rId4"/>
          <a:srcRect l="23268" r="4773" b="-1"/>
          <a:stretch/>
        </p:blipFill>
        <p:spPr>
          <a:xfrm>
            <a:off x="8055588" y="-3863"/>
            <a:ext cx="4132754" cy="3445946"/>
          </a:xfrm>
          <a:custGeom>
            <a:avLst/>
            <a:gdLst>
              <a:gd name="connsiteX0" fmla="*/ 303228 w 4638368"/>
              <a:gd name="connsiteY0" fmla="*/ 0 h 3867534"/>
              <a:gd name="connsiteX1" fmla="*/ 4638368 w 4638368"/>
              <a:gd name="connsiteY1" fmla="*/ 0 h 3867534"/>
              <a:gd name="connsiteX2" fmla="*/ 4638368 w 4638368"/>
              <a:gd name="connsiteY2" fmla="*/ 2952747 h 3867534"/>
              <a:gd name="connsiteX3" fmla="*/ 4585825 w 4638368"/>
              <a:gd name="connsiteY3" fmla="*/ 3013864 h 3867534"/>
              <a:gd name="connsiteX4" fmla="*/ 2641346 w 4638368"/>
              <a:gd name="connsiteY4" fmla="*/ 3867534 h 3867534"/>
              <a:gd name="connsiteX5" fmla="*/ 0 w 4638368"/>
              <a:gd name="connsiteY5" fmla="*/ 1226188 h 3867534"/>
              <a:gd name="connsiteX6" fmla="*/ 260466 w 4638368"/>
              <a:gd name="connsiteY6" fmla="*/ 81056 h 38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sp>
        <p:nvSpPr>
          <p:cNvPr id="6" name="Title 5"/>
          <p:cNvSpPr>
            <a:spLocks noGrp="1"/>
          </p:cNvSpPr>
          <p:nvPr>
            <p:ph type="title"/>
          </p:nvPr>
        </p:nvSpPr>
        <p:spPr>
          <a:xfrm>
            <a:off x="808434" y="1921830"/>
            <a:ext cx="8380536" cy="3265357"/>
          </a:xfrm>
        </p:spPr>
        <p:txBody>
          <a:bodyPr>
            <a:normAutofit/>
          </a:bodyPr>
          <a:lstStyle/>
          <a:p>
            <a:r>
              <a:rPr lang="en-US" sz="5400" b="1" dirty="0" smtClean="0"/>
              <a:t>Components of ai agents</a:t>
            </a:r>
            <a:endParaRPr lang="en-US" sz="5400" b="1" dirty="0"/>
          </a:p>
        </p:txBody>
      </p:sp>
      <p:sp>
        <p:nvSpPr>
          <p:cNvPr id="2" name="Slide Number Placeholder 1"/>
          <p:cNvSpPr>
            <a:spLocks noGrp="1"/>
          </p:cNvSpPr>
          <p:nvPr>
            <p:ph type="sldNum" sz="quarter" idx="12"/>
          </p:nvPr>
        </p:nvSpPr>
        <p:spPr/>
        <p:txBody>
          <a:bodyPr/>
          <a:lstStyle/>
          <a:p>
            <a:fld id="{69E57DC2-970A-4B3E-BB1C-7A09969E49DF}" type="slidenum">
              <a:rPr lang="en-US" smtClean="0"/>
              <a:t>10</a:t>
            </a:fld>
            <a:endParaRPr lang="en-US" dirty="0"/>
          </a:p>
        </p:txBody>
      </p:sp>
    </p:spTree>
    <p:extLst>
      <p:ext uri="{BB962C8B-B14F-4D97-AF65-F5344CB8AC3E}">
        <p14:creationId xmlns:p14="http://schemas.microsoft.com/office/powerpoint/2010/main" val="174372488"/>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1686395" y="2017425"/>
            <a:ext cx="1746351" cy="1588957"/>
          </a:xfrm>
          <a:prstGeom prst="ellipse">
            <a:avLst/>
          </a:prstGeom>
          <a:ln>
            <a:noFill/>
          </a:ln>
          <a:effectLst>
            <a:softEdge rad="112500"/>
          </a:effectLst>
        </p:spPr>
      </p:pic>
      <p:pic>
        <p:nvPicPr>
          <p:cNvPr id="6" name="Picture 5"/>
          <p:cNvPicPr>
            <a:picLocks noChangeAspect="1"/>
          </p:cNvPicPr>
          <p:nvPr/>
        </p:nvPicPr>
        <p:blipFill>
          <a:blip r:embed="rId5">
            <a:duotone>
              <a:schemeClr val="accent2">
                <a:shade val="45000"/>
                <a:satMod val="135000"/>
              </a:schemeClr>
              <a:prstClr val="white"/>
            </a:duotone>
            <a:extLst>
              <a:ext uri="{BEBA8EAE-BF5A-486C-A8C5-ECC9F3942E4B}">
                <a14:imgProps xmlns:a14="http://schemas.microsoft.com/office/drawing/2010/main">
                  <a14:imgLayer r:embed="rId6">
                    <a14:imgEffect>
                      <a14:artisticCrisscrossEtching/>
                    </a14:imgEffect>
                  </a14:imgLayer>
                </a14:imgProps>
              </a:ext>
              <a:ext uri="{28A0092B-C50C-407E-A947-70E740481C1C}">
                <a14:useLocalDpi xmlns:a14="http://schemas.microsoft.com/office/drawing/2010/main" val="0"/>
              </a:ext>
            </a:extLst>
          </a:blip>
          <a:stretch>
            <a:fillRect/>
          </a:stretch>
        </p:blipFill>
        <p:spPr>
          <a:xfrm>
            <a:off x="4683802" y="1987444"/>
            <a:ext cx="1663909" cy="1648917"/>
          </a:xfrm>
          <a:prstGeom prst="ellipse">
            <a:avLst/>
          </a:prstGeom>
          <a:ln>
            <a:noFill/>
          </a:ln>
          <a:effectLst>
            <a:softEdge rad="112500"/>
          </a:effectLst>
        </p:spPr>
      </p:pic>
      <p:pic>
        <p:nvPicPr>
          <p:cNvPr id="7" name="Picture 6"/>
          <p:cNvPicPr>
            <a:picLocks noChangeAspect="1"/>
          </p:cNvPicPr>
          <p:nvPr/>
        </p:nvPicPr>
        <p:blipFill>
          <a:blip r:embed="rId7">
            <a:duotone>
              <a:schemeClr val="accent2">
                <a:shade val="45000"/>
                <a:satMod val="135000"/>
              </a:schemeClr>
              <a:prstClr val="white"/>
            </a:duotone>
            <a:extLst>
              <a:ext uri="{BEBA8EAE-BF5A-486C-A8C5-ECC9F3942E4B}">
                <a14:imgProps xmlns:a14="http://schemas.microsoft.com/office/drawing/2010/main">
                  <a14:imgLayer r:embed="rId8">
                    <a14:imgEffect>
                      <a14:artisticCrisscrossEtching/>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7703694" y="1957464"/>
            <a:ext cx="1701383" cy="1648918"/>
          </a:xfrm>
          <a:prstGeom prst="ellipse">
            <a:avLst/>
          </a:prstGeom>
          <a:ln>
            <a:noFill/>
          </a:ln>
          <a:effectLst>
            <a:softEdge rad="112500"/>
          </a:effectLst>
        </p:spPr>
      </p:pic>
      <p:sp>
        <p:nvSpPr>
          <p:cNvPr id="8" name="TextBox 7"/>
          <p:cNvSpPr txBox="1"/>
          <p:nvPr/>
        </p:nvSpPr>
        <p:spPr>
          <a:xfrm>
            <a:off x="1446552" y="4069830"/>
            <a:ext cx="2226038" cy="461665"/>
          </a:xfrm>
          <a:prstGeom prst="rect">
            <a:avLst/>
          </a:prstGeom>
          <a:noFill/>
        </p:spPr>
        <p:txBody>
          <a:bodyPr wrap="square" rtlCol="0">
            <a:spAutoFit/>
          </a:bodyPr>
          <a:lstStyle/>
          <a:p>
            <a:r>
              <a:rPr lang="en-US" sz="2400" dirty="0" smtClean="0"/>
              <a:t>ENVIRONMENT</a:t>
            </a:r>
            <a:r>
              <a:rPr lang="en-US" dirty="0" smtClean="0"/>
              <a:t> </a:t>
            </a:r>
            <a:endParaRPr lang="en-US" dirty="0"/>
          </a:p>
        </p:txBody>
      </p:sp>
      <p:sp>
        <p:nvSpPr>
          <p:cNvPr id="9" name="TextBox 8"/>
          <p:cNvSpPr txBox="1"/>
          <p:nvPr/>
        </p:nvSpPr>
        <p:spPr>
          <a:xfrm>
            <a:off x="4795605" y="4069829"/>
            <a:ext cx="1440304" cy="461665"/>
          </a:xfrm>
          <a:prstGeom prst="rect">
            <a:avLst/>
          </a:prstGeom>
          <a:noFill/>
        </p:spPr>
        <p:txBody>
          <a:bodyPr wrap="square" rtlCol="0">
            <a:spAutoFit/>
          </a:bodyPr>
          <a:lstStyle/>
          <a:p>
            <a:r>
              <a:rPr lang="en-US" sz="2400" dirty="0" smtClean="0"/>
              <a:t>SENSORS</a:t>
            </a:r>
            <a:endParaRPr lang="en-US" sz="2400" dirty="0"/>
          </a:p>
        </p:txBody>
      </p:sp>
      <p:sp>
        <p:nvSpPr>
          <p:cNvPr id="10" name="TextBox 9"/>
          <p:cNvSpPr txBox="1"/>
          <p:nvPr/>
        </p:nvSpPr>
        <p:spPr>
          <a:xfrm>
            <a:off x="7642485" y="4069829"/>
            <a:ext cx="1823803" cy="461665"/>
          </a:xfrm>
          <a:prstGeom prst="rect">
            <a:avLst/>
          </a:prstGeom>
          <a:noFill/>
        </p:spPr>
        <p:txBody>
          <a:bodyPr wrap="square" rtlCol="0">
            <a:spAutoFit/>
          </a:bodyPr>
          <a:lstStyle/>
          <a:p>
            <a:r>
              <a:rPr lang="en-US" sz="2400" dirty="0" smtClean="0"/>
              <a:t>ACTUATORS</a:t>
            </a:r>
            <a:endParaRPr lang="en-US" sz="2400" dirty="0"/>
          </a:p>
        </p:txBody>
      </p:sp>
      <p:sp>
        <p:nvSpPr>
          <p:cNvPr id="2" name="Slide Number Placeholder 1"/>
          <p:cNvSpPr>
            <a:spLocks noGrp="1"/>
          </p:cNvSpPr>
          <p:nvPr>
            <p:ph type="sldNum" sz="quarter" idx="12"/>
          </p:nvPr>
        </p:nvSpPr>
        <p:spPr/>
        <p:txBody>
          <a:bodyPr/>
          <a:lstStyle/>
          <a:p>
            <a:fld id="{69E57DC2-970A-4B3E-BB1C-7A09969E49DF}" type="slidenum">
              <a:rPr lang="en-US" smtClean="0"/>
              <a:t>11</a:t>
            </a:fld>
            <a:endParaRPr lang="en-US" dirty="0"/>
          </a:p>
        </p:txBody>
      </p:sp>
    </p:spTree>
    <p:extLst>
      <p:ext uri="{BB962C8B-B14F-4D97-AF65-F5344CB8AC3E}">
        <p14:creationId xmlns:p14="http://schemas.microsoft.com/office/powerpoint/2010/main" val="3252935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fltVal val="0"/>
                                          </p:val>
                                        </p:tav>
                                        <p:tav tm="100000">
                                          <p:val>
                                            <p:strVal val="#ppt_h"/>
                                          </p:val>
                                        </p:tav>
                                      </p:tavLst>
                                    </p:anim>
                                    <p:animEffect transition="in" filter="fade">
                                      <p:cBhvr>
                                        <p:cTn id="21" dur="500"/>
                                        <p:tgtEl>
                                          <p:spTgt spid="6"/>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p:cTn id="24" dur="500" fill="hold"/>
                                        <p:tgtEl>
                                          <p:spTgt spid="9"/>
                                        </p:tgtEl>
                                        <p:attrNameLst>
                                          <p:attrName>ppt_w</p:attrName>
                                        </p:attrNameLst>
                                      </p:cBhvr>
                                      <p:tavLst>
                                        <p:tav tm="0">
                                          <p:val>
                                            <p:fltVal val="0"/>
                                          </p:val>
                                        </p:tav>
                                        <p:tav tm="100000">
                                          <p:val>
                                            <p:strVal val="#ppt_w"/>
                                          </p:val>
                                        </p:tav>
                                      </p:tavLst>
                                    </p:anim>
                                    <p:anim calcmode="lin" valueType="num">
                                      <p:cBhvr>
                                        <p:cTn id="25" dur="500" fill="hold"/>
                                        <p:tgtEl>
                                          <p:spTgt spid="9"/>
                                        </p:tgtEl>
                                        <p:attrNameLst>
                                          <p:attrName>ppt_h</p:attrName>
                                        </p:attrNameLst>
                                      </p:cBhvr>
                                      <p:tavLst>
                                        <p:tav tm="0">
                                          <p:val>
                                            <p:fltVal val="0"/>
                                          </p:val>
                                        </p:tav>
                                        <p:tav tm="100000">
                                          <p:val>
                                            <p:strVal val="#ppt_h"/>
                                          </p:val>
                                        </p:tav>
                                      </p:tavLst>
                                    </p:anim>
                                    <p:animEffect transition="in" filter="fade">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ppt_w</p:attrName>
                                        </p:attrNameLst>
                                      </p:cBhvr>
                                      <p:tavLst>
                                        <p:tav tm="0">
                                          <p:val>
                                            <p:fltVal val="0"/>
                                          </p:val>
                                        </p:tav>
                                        <p:tav tm="100000">
                                          <p:val>
                                            <p:strVal val="#ppt_w"/>
                                          </p:val>
                                        </p:tav>
                                      </p:tavLst>
                                    </p:anim>
                                    <p:anim calcmode="lin" valueType="num">
                                      <p:cBhvr>
                                        <p:cTn id="32" dur="500" fill="hold"/>
                                        <p:tgtEl>
                                          <p:spTgt spid="7"/>
                                        </p:tgtEl>
                                        <p:attrNameLst>
                                          <p:attrName>ppt_h</p:attrName>
                                        </p:attrNameLst>
                                      </p:cBhvr>
                                      <p:tavLst>
                                        <p:tav tm="0">
                                          <p:val>
                                            <p:fltVal val="0"/>
                                          </p:val>
                                        </p:tav>
                                        <p:tav tm="100000">
                                          <p:val>
                                            <p:strVal val="#ppt_h"/>
                                          </p:val>
                                        </p:tav>
                                      </p:tavLst>
                                    </p:anim>
                                    <p:animEffect transition="in" filter="fade">
                                      <p:cBhvr>
                                        <p:cTn id="33" dur="500"/>
                                        <p:tgtEl>
                                          <p:spTgt spid="7"/>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p:cTn id="36" dur="500" fill="hold"/>
                                        <p:tgtEl>
                                          <p:spTgt spid="10"/>
                                        </p:tgtEl>
                                        <p:attrNameLst>
                                          <p:attrName>ppt_w</p:attrName>
                                        </p:attrNameLst>
                                      </p:cBhvr>
                                      <p:tavLst>
                                        <p:tav tm="0">
                                          <p:val>
                                            <p:fltVal val="0"/>
                                          </p:val>
                                        </p:tav>
                                        <p:tav tm="100000">
                                          <p:val>
                                            <p:strVal val="#ppt_w"/>
                                          </p:val>
                                        </p:tav>
                                      </p:tavLst>
                                    </p:anim>
                                    <p:anim calcmode="lin" valueType="num">
                                      <p:cBhvr>
                                        <p:cTn id="37" dur="500" fill="hold"/>
                                        <p:tgtEl>
                                          <p:spTgt spid="10"/>
                                        </p:tgtEl>
                                        <p:attrNameLst>
                                          <p:attrName>ppt_h</p:attrName>
                                        </p:attrNameLst>
                                      </p:cBhvr>
                                      <p:tavLst>
                                        <p:tav tm="0">
                                          <p:val>
                                            <p:fltVal val="0"/>
                                          </p:val>
                                        </p:tav>
                                        <p:tav tm="100000">
                                          <p:val>
                                            <p:strVal val="#ppt_h"/>
                                          </p:val>
                                        </p:tav>
                                      </p:tavLst>
                                    </p:anim>
                                    <p:animEffect transition="in" filter="fade">
                                      <p:cBhvr>
                                        <p:cTn id="3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2383438" y="1259175"/>
            <a:ext cx="7450110" cy="358137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 name="Slide Number Placeholder 2"/>
          <p:cNvSpPr>
            <a:spLocks noGrp="1"/>
          </p:cNvSpPr>
          <p:nvPr>
            <p:ph type="sldNum" sz="quarter" idx="12"/>
          </p:nvPr>
        </p:nvSpPr>
        <p:spPr/>
        <p:txBody>
          <a:bodyPr/>
          <a:lstStyle/>
          <a:p>
            <a:fld id="{69E57DC2-970A-4B3E-BB1C-7A09969E49DF}" type="slidenum">
              <a:rPr lang="en-US" smtClean="0"/>
              <a:t>12</a:t>
            </a:fld>
            <a:endParaRPr lang="en-US" dirty="0"/>
          </a:p>
        </p:txBody>
      </p:sp>
    </p:spTree>
    <p:extLst>
      <p:ext uri="{BB962C8B-B14F-4D97-AF65-F5344CB8AC3E}">
        <p14:creationId xmlns:p14="http://schemas.microsoft.com/office/powerpoint/2010/main" val="24950084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atellite against the night sky">
            <a:extLst>
              <a:ext uri="{FF2B5EF4-FFF2-40B4-BE49-F238E27FC236}">
                <a16:creationId xmlns:a16="http://schemas.microsoft.com/office/drawing/2014/main" id="{D4F2268B-BB87-42FB-B84F-C145C01B497A}"/>
              </a:ext>
            </a:extLst>
          </p:cNvPr>
          <p:cNvPicPr>
            <a:picLocks noChangeAspect="1"/>
          </p:cNvPicPr>
          <p:nvPr/>
        </p:nvPicPr>
        <p:blipFill rotWithShape="1">
          <a:blip r:embed="rId3"/>
          <a:srcRect l="8611" r="16027" b="1"/>
          <a:stretch/>
        </p:blipFill>
        <p:spPr>
          <a:xfrm>
            <a:off x="8888133" y="4144246"/>
            <a:ext cx="3302966" cy="2717299"/>
          </a:xfrm>
          <a:custGeom>
            <a:avLst/>
            <a:gdLst>
              <a:gd name="connsiteX0" fmla="*/ 1663658 w 3039855"/>
              <a:gd name="connsiteY0" fmla="*/ 0 h 2500842"/>
              <a:gd name="connsiteX1" fmla="*/ 2947417 w 3039855"/>
              <a:gd name="connsiteY1" fmla="*/ 605417 h 2500842"/>
              <a:gd name="connsiteX2" fmla="*/ 3039855 w 3039855"/>
              <a:gd name="connsiteY2" fmla="*/ 729032 h 2500842"/>
              <a:gd name="connsiteX3" fmla="*/ 3039855 w 3039855"/>
              <a:gd name="connsiteY3" fmla="*/ 2500842 h 2500842"/>
              <a:gd name="connsiteX4" fmla="*/ 226952 w 3039855"/>
              <a:gd name="connsiteY4" fmla="*/ 2500842 h 2500842"/>
              <a:gd name="connsiteX5" fmla="*/ 155401 w 3039855"/>
              <a:gd name="connsiteY5" fmla="*/ 2366679 h 2500842"/>
              <a:gd name="connsiteX6" fmla="*/ 0 w 3039855"/>
              <a:gd name="connsiteY6" fmla="*/ 1663658 h 2500842"/>
              <a:gd name="connsiteX7" fmla="*/ 1663658 w 3039855"/>
              <a:gd name="connsiteY7" fmla="*/ 0 h 25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9855" h="2500842">
                <a:moveTo>
                  <a:pt x="1663658" y="0"/>
                </a:moveTo>
                <a:cubicBezTo>
                  <a:pt x="2180490" y="0"/>
                  <a:pt x="2642278" y="235674"/>
                  <a:pt x="2947417" y="605417"/>
                </a:cubicBezTo>
                <a:lnTo>
                  <a:pt x="3039855" y="729032"/>
                </a:lnTo>
                <a:lnTo>
                  <a:pt x="3039855" y="2500842"/>
                </a:lnTo>
                <a:lnTo>
                  <a:pt x="226952" y="2500842"/>
                </a:lnTo>
                <a:lnTo>
                  <a:pt x="155401" y="2366679"/>
                </a:lnTo>
                <a:cubicBezTo>
                  <a:pt x="55691" y="2153127"/>
                  <a:pt x="0" y="1914896"/>
                  <a:pt x="0" y="1663658"/>
                </a:cubicBezTo>
                <a:cubicBezTo>
                  <a:pt x="0" y="744845"/>
                  <a:pt x="744845" y="0"/>
                  <a:pt x="1663658" y="0"/>
                </a:cubicBezTo>
                <a:close/>
              </a:path>
            </a:pathLst>
          </a:custGeom>
        </p:spPr>
      </p:pic>
      <p:pic>
        <p:nvPicPr>
          <p:cNvPr id="7" name="Picture 6" descr="abstract image of light dots">
            <a:extLst>
              <a:ext uri="{FF2B5EF4-FFF2-40B4-BE49-F238E27FC236}">
                <a16:creationId xmlns:a16="http://schemas.microsoft.com/office/drawing/2014/main" id="{FE6C54C5-D2F4-48F8-B65E-7506F07BCCF3}"/>
              </a:ext>
            </a:extLst>
          </p:cNvPr>
          <p:cNvPicPr>
            <a:picLocks noChangeAspect="1"/>
          </p:cNvPicPr>
          <p:nvPr/>
        </p:nvPicPr>
        <p:blipFill rotWithShape="1">
          <a:blip r:embed="rId4"/>
          <a:srcRect l="23268" r="4773" b="-1"/>
          <a:stretch/>
        </p:blipFill>
        <p:spPr>
          <a:xfrm>
            <a:off x="8055588" y="-3863"/>
            <a:ext cx="4132754" cy="3445946"/>
          </a:xfrm>
          <a:custGeom>
            <a:avLst/>
            <a:gdLst>
              <a:gd name="connsiteX0" fmla="*/ 303228 w 4638368"/>
              <a:gd name="connsiteY0" fmla="*/ 0 h 3867534"/>
              <a:gd name="connsiteX1" fmla="*/ 4638368 w 4638368"/>
              <a:gd name="connsiteY1" fmla="*/ 0 h 3867534"/>
              <a:gd name="connsiteX2" fmla="*/ 4638368 w 4638368"/>
              <a:gd name="connsiteY2" fmla="*/ 2952747 h 3867534"/>
              <a:gd name="connsiteX3" fmla="*/ 4585825 w 4638368"/>
              <a:gd name="connsiteY3" fmla="*/ 3013864 h 3867534"/>
              <a:gd name="connsiteX4" fmla="*/ 2641346 w 4638368"/>
              <a:gd name="connsiteY4" fmla="*/ 3867534 h 3867534"/>
              <a:gd name="connsiteX5" fmla="*/ 0 w 4638368"/>
              <a:gd name="connsiteY5" fmla="*/ 1226188 h 3867534"/>
              <a:gd name="connsiteX6" fmla="*/ 260466 w 4638368"/>
              <a:gd name="connsiteY6" fmla="*/ 81056 h 38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sp>
        <p:nvSpPr>
          <p:cNvPr id="6" name="Title 5"/>
          <p:cNvSpPr>
            <a:spLocks noGrp="1"/>
          </p:cNvSpPr>
          <p:nvPr>
            <p:ph type="title"/>
          </p:nvPr>
        </p:nvSpPr>
        <p:spPr>
          <a:xfrm>
            <a:off x="2158584" y="1876860"/>
            <a:ext cx="6220918" cy="3265357"/>
          </a:xfrm>
        </p:spPr>
        <p:txBody>
          <a:bodyPr>
            <a:normAutofit/>
          </a:bodyPr>
          <a:lstStyle/>
          <a:p>
            <a:r>
              <a:rPr lang="en-US" sz="5400" b="1" dirty="0" smtClean="0"/>
              <a:t>CYCLES OF AI AGENTS</a:t>
            </a:r>
            <a:endParaRPr lang="en-US" sz="5400" b="1" dirty="0"/>
          </a:p>
        </p:txBody>
      </p:sp>
      <p:sp>
        <p:nvSpPr>
          <p:cNvPr id="2" name="Slide Number Placeholder 1"/>
          <p:cNvSpPr>
            <a:spLocks noGrp="1"/>
          </p:cNvSpPr>
          <p:nvPr>
            <p:ph type="sldNum" sz="quarter" idx="12"/>
          </p:nvPr>
        </p:nvSpPr>
        <p:spPr/>
        <p:txBody>
          <a:bodyPr/>
          <a:lstStyle/>
          <a:p>
            <a:fld id="{69E57DC2-970A-4B3E-BB1C-7A09969E49DF}" type="slidenum">
              <a:rPr lang="en-US" smtClean="0"/>
              <a:t>13</a:t>
            </a:fld>
            <a:endParaRPr lang="en-US" dirty="0"/>
          </a:p>
        </p:txBody>
      </p:sp>
    </p:spTree>
    <p:extLst>
      <p:ext uri="{BB962C8B-B14F-4D97-AF65-F5344CB8AC3E}">
        <p14:creationId xmlns:p14="http://schemas.microsoft.com/office/powerpoint/2010/main" val="4212287239"/>
      </p:ext>
    </p:extLst>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duotone>
              <a:prstClr val="black"/>
              <a:schemeClr val="accent2">
                <a:tint val="45000"/>
                <a:satMod val="400000"/>
              </a:schemeClr>
            </a:duotone>
            <a:extLst>
              <a:ext uri="{28A0092B-C50C-407E-A947-70E740481C1C}">
                <a14:useLocalDpi xmlns:a14="http://schemas.microsoft.com/office/drawing/2010/main" val="0"/>
              </a:ext>
            </a:extLst>
          </a:blip>
          <a:srcRect b="5590"/>
          <a:stretch/>
        </p:blipFill>
        <p:spPr>
          <a:xfrm>
            <a:off x="2334225" y="1430598"/>
            <a:ext cx="7139559" cy="351570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 name="Slide Number Placeholder 2"/>
          <p:cNvSpPr>
            <a:spLocks noGrp="1"/>
          </p:cNvSpPr>
          <p:nvPr>
            <p:ph type="sldNum" sz="quarter" idx="12"/>
          </p:nvPr>
        </p:nvSpPr>
        <p:spPr/>
        <p:txBody>
          <a:bodyPr/>
          <a:lstStyle/>
          <a:p>
            <a:fld id="{69E57DC2-970A-4B3E-BB1C-7A09969E49DF}" type="slidenum">
              <a:rPr lang="en-US" smtClean="0"/>
              <a:t>14</a:t>
            </a:fld>
            <a:endParaRPr lang="en-US" dirty="0"/>
          </a:p>
        </p:txBody>
      </p:sp>
    </p:spTree>
    <p:extLst>
      <p:ext uri="{BB962C8B-B14F-4D97-AF65-F5344CB8AC3E}">
        <p14:creationId xmlns:p14="http://schemas.microsoft.com/office/powerpoint/2010/main" val="28639649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904939" y="1139409"/>
            <a:ext cx="3717560" cy="584775"/>
          </a:xfrm>
          <a:prstGeom prst="rect">
            <a:avLst/>
          </a:prstGeom>
          <a:noFill/>
        </p:spPr>
        <p:txBody>
          <a:bodyPr wrap="square" rtlCol="0">
            <a:spAutoFit/>
          </a:bodyPr>
          <a:lstStyle/>
          <a:p>
            <a:r>
              <a:rPr lang="en-US" sz="3200" dirty="0" smtClean="0"/>
              <a:t>TYPES OF THOUGHT:</a:t>
            </a:r>
            <a:endParaRPr lang="en-US" sz="3200" dirty="0"/>
          </a:p>
        </p:txBody>
      </p:sp>
      <p:sp>
        <p:nvSpPr>
          <p:cNvPr id="5" name="Flowchart: Alternate Process 4"/>
          <p:cNvSpPr/>
          <p:nvPr/>
        </p:nvSpPr>
        <p:spPr>
          <a:xfrm>
            <a:off x="734519" y="2627027"/>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Planning</a:t>
            </a:r>
            <a:endParaRPr lang="en-US" dirty="0"/>
          </a:p>
        </p:txBody>
      </p:sp>
      <p:sp>
        <p:nvSpPr>
          <p:cNvPr id="6" name="Flowchart: Alternate Process 5"/>
          <p:cNvSpPr/>
          <p:nvPr/>
        </p:nvSpPr>
        <p:spPr>
          <a:xfrm>
            <a:off x="2295995" y="3901191"/>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Self Reflection</a:t>
            </a:r>
            <a:endParaRPr lang="en-US" dirty="0"/>
          </a:p>
        </p:txBody>
      </p:sp>
      <p:sp>
        <p:nvSpPr>
          <p:cNvPr id="7" name="Flowchart: Alternate Process 6"/>
          <p:cNvSpPr/>
          <p:nvPr/>
        </p:nvSpPr>
        <p:spPr>
          <a:xfrm>
            <a:off x="4959247" y="3901191"/>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Goal Setting</a:t>
            </a:r>
            <a:endParaRPr lang="en-US" dirty="0"/>
          </a:p>
        </p:txBody>
      </p:sp>
      <p:sp>
        <p:nvSpPr>
          <p:cNvPr id="8" name="Flowchart: Alternate Process 7"/>
          <p:cNvSpPr/>
          <p:nvPr/>
        </p:nvSpPr>
        <p:spPr>
          <a:xfrm>
            <a:off x="7622499" y="3901191"/>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Prioritization</a:t>
            </a:r>
            <a:endParaRPr lang="en-US" dirty="0"/>
          </a:p>
        </p:txBody>
      </p:sp>
      <p:sp>
        <p:nvSpPr>
          <p:cNvPr id="9" name="Flowchart: Alternate Process 8"/>
          <p:cNvSpPr/>
          <p:nvPr/>
        </p:nvSpPr>
        <p:spPr>
          <a:xfrm>
            <a:off x="2903096" y="2637021"/>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r>
              <a:rPr lang="en-US" dirty="0" smtClean="0"/>
              <a:t>nalysis</a:t>
            </a:r>
            <a:endParaRPr lang="en-US" dirty="0"/>
          </a:p>
        </p:txBody>
      </p:sp>
      <p:sp>
        <p:nvSpPr>
          <p:cNvPr id="10" name="Flowchart: Alternate Process 9"/>
          <p:cNvSpPr/>
          <p:nvPr/>
        </p:nvSpPr>
        <p:spPr>
          <a:xfrm>
            <a:off x="5071673" y="2590801"/>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Decision Making</a:t>
            </a:r>
            <a:endParaRPr lang="en-US" dirty="0"/>
          </a:p>
        </p:txBody>
      </p:sp>
      <p:sp>
        <p:nvSpPr>
          <p:cNvPr id="11" name="Flowchart: Alternate Process 10"/>
          <p:cNvSpPr/>
          <p:nvPr/>
        </p:nvSpPr>
        <p:spPr>
          <a:xfrm>
            <a:off x="7240250" y="2494772"/>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Problem Solving</a:t>
            </a:r>
            <a:endParaRPr lang="en-US" dirty="0"/>
          </a:p>
        </p:txBody>
      </p:sp>
      <p:sp>
        <p:nvSpPr>
          <p:cNvPr id="12" name="Flowchart: Alternate Process 11"/>
          <p:cNvSpPr/>
          <p:nvPr/>
        </p:nvSpPr>
        <p:spPr>
          <a:xfrm>
            <a:off x="9408827" y="2494772"/>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Memory Integration</a:t>
            </a:r>
            <a:endParaRPr lang="en-US" dirty="0"/>
          </a:p>
        </p:txBody>
      </p:sp>
      <p:sp>
        <p:nvSpPr>
          <p:cNvPr id="2" name="Slide Number Placeholder 1"/>
          <p:cNvSpPr>
            <a:spLocks noGrp="1"/>
          </p:cNvSpPr>
          <p:nvPr>
            <p:ph type="sldNum" sz="quarter" idx="12"/>
          </p:nvPr>
        </p:nvSpPr>
        <p:spPr/>
        <p:txBody>
          <a:bodyPr/>
          <a:lstStyle/>
          <a:p>
            <a:fld id="{69E57DC2-970A-4B3E-BB1C-7A09969E49DF}" type="slidenum">
              <a:rPr lang="en-US" smtClean="0"/>
              <a:t>15</a:t>
            </a:fld>
            <a:endParaRPr lang="en-US" dirty="0"/>
          </a:p>
        </p:txBody>
      </p:sp>
    </p:spTree>
    <p:extLst>
      <p:ext uri="{BB962C8B-B14F-4D97-AF65-F5344CB8AC3E}">
        <p14:creationId xmlns:p14="http://schemas.microsoft.com/office/powerpoint/2010/main" val="42724919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additive="base">
                                        <p:cTn id="49" dur="500" fill="hold"/>
                                        <p:tgtEl>
                                          <p:spTgt spid="8"/>
                                        </p:tgtEl>
                                        <p:attrNameLst>
                                          <p:attrName>ppt_x</p:attrName>
                                        </p:attrNameLst>
                                      </p:cBhvr>
                                      <p:tavLst>
                                        <p:tav tm="0">
                                          <p:val>
                                            <p:strVal val="#ppt_x"/>
                                          </p:val>
                                        </p:tav>
                                        <p:tav tm="100000">
                                          <p:val>
                                            <p:strVal val="#ppt_x"/>
                                          </p:val>
                                        </p:tav>
                                      </p:tavLst>
                                    </p:anim>
                                    <p:anim calcmode="lin" valueType="num">
                                      <p:cBhvr additive="base">
                                        <p:cTn id="5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362139" y="3377702"/>
            <a:ext cx="4519533" cy="584775"/>
          </a:xfrm>
          <a:prstGeom prst="rect">
            <a:avLst/>
          </a:prstGeom>
          <a:noFill/>
        </p:spPr>
        <p:txBody>
          <a:bodyPr wrap="square" rtlCol="0">
            <a:spAutoFit/>
          </a:bodyPr>
          <a:lstStyle/>
          <a:p>
            <a:r>
              <a:rPr lang="en-US" sz="3200" dirty="0" smtClean="0"/>
              <a:t>TYPES OF ACTION:</a:t>
            </a:r>
            <a:endParaRPr lang="en-US" sz="3200" dirty="0"/>
          </a:p>
        </p:txBody>
      </p:sp>
      <p:sp>
        <p:nvSpPr>
          <p:cNvPr id="6" name="Flowchart: Alternate Process 5"/>
          <p:cNvSpPr/>
          <p:nvPr/>
        </p:nvSpPr>
        <p:spPr>
          <a:xfrm>
            <a:off x="3543925" y="4463323"/>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Tool Usage</a:t>
            </a:r>
          </a:p>
        </p:txBody>
      </p:sp>
      <p:sp>
        <p:nvSpPr>
          <p:cNvPr id="7" name="Flowchart: Alternate Process 6"/>
          <p:cNvSpPr/>
          <p:nvPr/>
        </p:nvSpPr>
        <p:spPr>
          <a:xfrm>
            <a:off x="6210925" y="4459577"/>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Environment Interaction</a:t>
            </a:r>
          </a:p>
        </p:txBody>
      </p:sp>
      <p:sp>
        <p:nvSpPr>
          <p:cNvPr id="10" name="Flowchart: Alternate Process 9"/>
          <p:cNvSpPr/>
          <p:nvPr/>
        </p:nvSpPr>
        <p:spPr>
          <a:xfrm>
            <a:off x="876926" y="4459577"/>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Information Gathering</a:t>
            </a:r>
          </a:p>
        </p:txBody>
      </p:sp>
      <p:sp>
        <p:nvSpPr>
          <p:cNvPr id="11" name="Flowchart: Alternate Process 10"/>
          <p:cNvSpPr/>
          <p:nvPr/>
        </p:nvSpPr>
        <p:spPr>
          <a:xfrm>
            <a:off x="8877925" y="4459577"/>
            <a:ext cx="1728865"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Communication</a:t>
            </a:r>
          </a:p>
        </p:txBody>
      </p:sp>
      <p:sp>
        <p:nvSpPr>
          <p:cNvPr id="13" name="Flowchart: Alternate Process 12"/>
          <p:cNvSpPr/>
          <p:nvPr/>
        </p:nvSpPr>
        <p:spPr>
          <a:xfrm>
            <a:off x="1836297" y="2058493"/>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JSON File </a:t>
            </a:r>
            <a:endParaRPr lang="en-US" dirty="0"/>
          </a:p>
        </p:txBody>
      </p:sp>
      <p:sp>
        <p:nvSpPr>
          <p:cNvPr id="14" name="Flowchart: Alternate Process 13"/>
          <p:cNvSpPr/>
          <p:nvPr/>
        </p:nvSpPr>
        <p:spPr>
          <a:xfrm>
            <a:off x="5152870" y="2058493"/>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Code Agent</a:t>
            </a:r>
            <a:endParaRPr lang="en-US" dirty="0"/>
          </a:p>
        </p:txBody>
      </p:sp>
      <p:sp>
        <p:nvSpPr>
          <p:cNvPr id="15" name="Flowchart: Alternate Process 14"/>
          <p:cNvSpPr/>
          <p:nvPr/>
        </p:nvSpPr>
        <p:spPr>
          <a:xfrm>
            <a:off x="8469444" y="1997207"/>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Function Calling Agent</a:t>
            </a:r>
            <a:endParaRPr lang="en-US" dirty="0"/>
          </a:p>
        </p:txBody>
      </p:sp>
      <p:sp>
        <p:nvSpPr>
          <p:cNvPr id="16" name="TextBox 15"/>
          <p:cNvSpPr txBox="1"/>
          <p:nvPr/>
        </p:nvSpPr>
        <p:spPr>
          <a:xfrm>
            <a:off x="2903096" y="872552"/>
            <a:ext cx="6093498" cy="584775"/>
          </a:xfrm>
          <a:prstGeom prst="rect">
            <a:avLst/>
          </a:prstGeom>
          <a:noFill/>
        </p:spPr>
        <p:txBody>
          <a:bodyPr wrap="square" rtlCol="0">
            <a:spAutoFit/>
          </a:bodyPr>
          <a:lstStyle/>
          <a:p>
            <a:r>
              <a:rPr lang="en-US" sz="3200" dirty="0" smtClean="0"/>
              <a:t>TYPES OF AGENT ACTION FORMAT:</a:t>
            </a:r>
            <a:endParaRPr lang="en-US" sz="3200" dirty="0"/>
          </a:p>
        </p:txBody>
      </p:sp>
      <p:sp>
        <p:nvSpPr>
          <p:cNvPr id="2" name="Slide Number Placeholder 1"/>
          <p:cNvSpPr>
            <a:spLocks noGrp="1"/>
          </p:cNvSpPr>
          <p:nvPr>
            <p:ph type="sldNum" sz="quarter" idx="12"/>
          </p:nvPr>
        </p:nvSpPr>
        <p:spPr/>
        <p:txBody>
          <a:bodyPr/>
          <a:lstStyle/>
          <a:p>
            <a:fld id="{69E57DC2-970A-4B3E-BB1C-7A09969E49DF}" type="slidenum">
              <a:rPr lang="en-US" smtClean="0"/>
              <a:t>16</a:t>
            </a:fld>
            <a:endParaRPr lang="en-US" dirty="0"/>
          </a:p>
        </p:txBody>
      </p:sp>
    </p:spTree>
    <p:extLst>
      <p:ext uri="{BB962C8B-B14F-4D97-AF65-F5344CB8AC3E}">
        <p14:creationId xmlns:p14="http://schemas.microsoft.com/office/powerpoint/2010/main" val="5110289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500" fill="hold"/>
                                        <p:tgtEl>
                                          <p:spTgt spid="3"/>
                                        </p:tgtEl>
                                        <p:attrNameLst>
                                          <p:attrName>ppt_w</p:attrName>
                                        </p:attrNameLst>
                                      </p:cBhvr>
                                      <p:tavLst>
                                        <p:tav tm="0">
                                          <p:val>
                                            <p:fltVal val="0"/>
                                          </p:val>
                                        </p:tav>
                                        <p:tav tm="100000">
                                          <p:val>
                                            <p:strVal val="#ppt_w"/>
                                          </p:val>
                                        </p:tav>
                                      </p:tavLst>
                                    </p:anim>
                                    <p:anim calcmode="lin" valueType="num">
                                      <p:cBhvr>
                                        <p:cTn id="26" dur="500" fill="hold"/>
                                        <p:tgtEl>
                                          <p:spTgt spid="3"/>
                                        </p:tgtEl>
                                        <p:attrNameLst>
                                          <p:attrName>ppt_h</p:attrName>
                                        </p:attrNameLst>
                                      </p:cBhvr>
                                      <p:tavLst>
                                        <p:tav tm="0">
                                          <p:val>
                                            <p:fltVal val="0"/>
                                          </p:val>
                                        </p:tav>
                                        <p:tav tm="100000">
                                          <p:val>
                                            <p:strVal val="#ppt_h"/>
                                          </p:val>
                                        </p:tav>
                                      </p:tavLst>
                                    </p:anim>
                                    <p:animEffect transition="in" filter="fade">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500" fill="hold"/>
                                        <p:tgtEl>
                                          <p:spTgt spid="10"/>
                                        </p:tgtEl>
                                        <p:attrNameLst>
                                          <p:attrName>ppt_x</p:attrName>
                                        </p:attrNameLst>
                                      </p:cBhvr>
                                      <p:tavLst>
                                        <p:tav tm="0">
                                          <p:val>
                                            <p:strVal val="#ppt_x"/>
                                          </p:val>
                                        </p:tav>
                                        <p:tav tm="100000">
                                          <p:val>
                                            <p:strVal val="#ppt_x"/>
                                          </p:val>
                                        </p:tav>
                                      </p:tavLst>
                                    </p:anim>
                                    <p:anim calcmode="lin" valueType="num">
                                      <p:cBhvr additive="base">
                                        <p:cTn id="33"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anim calcmode="lin" valueType="num">
                                      <p:cBhvr additive="base">
                                        <p:cTn id="38" dur="500" fill="hold"/>
                                        <p:tgtEl>
                                          <p:spTgt spid="6"/>
                                        </p:tgtEl>
                                        <p:attrNameLst>
                                          <p:attrName>ppt_x</p:attrName>
                                        </p:attrNameLst>
                                      </p:cBhvr>
                                      <p:tavLst>
                                        <p:tav tm="0">
                                          <p:val>
                                            <p:strVal val="#ppt_x"/>
                                          </p:val>
                                        </p:tav>
                                        <p:tav tm="100000">
                                          <p:val>
                                            <p:strVal val="#ppt_x"/>
                                          </p:val>
                                        </p:tav>
                                      </p:tavLst>
                                    </p:anim>
                                    <p:anim calcmode="lin" valueType="num">
                                      <p:cBhvr additive="base">
                                        <p:cTn id="3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7"/>
                                        </p:tgtEl>
                                        <p:attrNameLst>
                                          <p:attrName>style.visibility</p:attrName>
                                        </p:attrNameLst>
                                      </p:cBhvr>
                                      <p:to>
                                        <p:strVal val="visible"/>
                                      </p:to>
                                    </p:set>
                                    <p:anim calcmode="lin" valueType="num">
                                      <p:cBhvr additive="base">
                                        <p:cTn id="44" dur="500" fill="hold"/>
                                        <p:tgtEl>
                                          <p:spTgt spid="7"/>
                                        </p:tgtEl>
                                        <p:attrNameLst>
                                          <p:attrName>ppt_x</p:attrName>
                                        </p:attrNameLst>
                                      </p:cBhvr>
                                      <p:tavLst>
                                        <p:tav tm="0">
                                          <p:val>
                                            <p:strVal val="#ppt_x"/>
                                          </p:val>
                                        </p:tav>
                                        <p:tav tm="100000">
                                          <p:val>
                                            <p:strVal val="#ppt_x"/>
                                          </p:val>
                                        </p:tav>
                                      </p:tavLst>
                                    </p:anim>
                                    <p:anim calcmode="lin" valueType="num">
                                      <p:cBhvr additive="base">
                                        <p:cTn id="4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additive="base">
                                        <p:cTn id="50" dur="500" fill="hold"/>
                                        <p:tgtEl>
                                          <p:spTgt spid="11"/>
                                        </p:tgtEl>
                                        <p:attrNameLst>
                                          <p:attrName>ppt_x</p:attrName>
                                        </p:attrNameLst>
                                      </p:cBhvr>
                                      <p:tavLst>
                                        <p:tav tm="0">
                                          <p:val>
                                            <p:strVal val="#ppt_x"/>
                                          </p:val>
                                        </p:tav>
                                        <p:tav tm="100000">
                                          <p:val>
                                            <p:strVal val="#ppt_x"/>
                                          </p:val>
                                        </p:tav>
                                      </p:tavLst>
                                    </p:anim>
                                    <p:anim calcmode="lin" valueType="num">
                                      <p:cBhvr additive="base">
                                        <p:cTn id="51"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animBg="1"/>
      <p:bldP spid="7" grpId="0" animBg="1"/>
      <p:bldP spid="10" grpId="0" animBg="1"/>
      <p:bldP spid="11" grpId="0" animBg="1"/>
      <p:bldP spid="13" grpId="0" animBg="1"/>
      <p:bldP spid="14" grpId="0" animBg="1"/>
      <p:bldP spid="1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67464" y="1412432"/>
            <a:ext cx="4519533" cy="584775"/>
          </a:xfrm>
          <a:prstGeom prst="rect">
            <a:avLst/>
          </a:prstGeom>
          <a:noFill/>
        </p:spPr>
        <p:txBody>
          <a:bodyPr wrap="square" rtlCol="0">
            <a:spAutoFit/>
          </a:bodyPr>
          <a:lstStyle/>
          <a:p>
            <a:r>
              <a:rPr lang="en-US" sz="3200" dirty="0" smtClean="0"/>
              <a:t>TYPES OF OBSERVATION:</a:t>
            </a:r>
            <a:endParaRPr lang="en-US" sz="3200" dirty="0"/>
          </a:p>
        </p:txBody>
      </p:sp>
      <p:sp>
        <p:nvSpPr>
          <p:cNvPr id="6" name="Flowchart: Alternate Process 5"/>
          <p:cNvSpPr/>
          <p:nvPr/>
        </p:nvSpPr>
        <p:spPr>
          <a:xfrm>
            <a:off x="5040444" y="2679259"/>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 Changes</a:t>
            </a:r>
          </a:p>
        </p:txBody>
      </p:sp>
      <p:sp>
        <p:nvSpPr>
          <p:cNvPr id="7" name="Flowchart: Alternate Process 6"/>
          <p:cNvSpPr/>
          <p:nvPr/>
        </p:nvSpPr>
        <p:spPr>
          <a:xfrm>
            <a:off x="8469444" y="2679259"/>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Environment Data</a:t>
            </a:r>
            <a:endParaRPr lang="en-US" dirty="0"/>
          </a:p>
        </p:txBody>
      </p:sp>
      <p:sp>
        <p:nvSpPr>
          <p:cNvPr id="10" name="Flowchart: Alternate Process 9"/>
          <p:cNvSpPr/>
          <p:nvPr/>
        </p:nvSpPr>
        <p:spPr>
          <a:xfrm>
            <a:off x="1611444" y="2679259"/>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 Feedback</a:t>
            </a:r>
          </a:p>
        </p:txBody>
      </p:sp>
      <p:sp>
        <p:nvSpPr>
          <p:cNvPr id="11" name="Flowchart: Alternate Process 10"/>
          <p:cNvSpPr/>
          <p:nvPr/>
        </p:nvSpPr>
        <p:spPr>
          <a:xfrm>
            <a:off x="3311579" y="4410626"/>
            <a:ext cx="1728865"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Response Analysis</a:t>
            </a:r>
          </a:p>
        </p:txBody>
      </p:sp>
      <p:sp>
        <p:nvSpPr>
          <p:cNvPr id="15" name="Flowchart: Alternate Process 14"/>
          <p:cNvSpPr/>
          <p:nvPr/>
        </p:nvSpPr>
        <p:spPr>
          <a:xfrm>
            <a:off x="6917961" y="4410626"/>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Time-based Events</a:t>
            </a:r>
          </a:p>
        </p:txBody>
      </p:sp>
      <p:sp>
        <p:nvSpPr>
          <p:cNvPr id="2" name="Slide Number Placeholder 1"/>
          <p:cNvSpPr>
            <a:spLocks noGrp="1"/>
          </p:cNvSpPr>
          <p:nvPr>
            <p:ph type="sldNum" sz="quarter" idx="12"/>
          </p:nvPr>
        </p:nvSpPr>
        <p:spPr/>
        <p:txBody>
          <a:bodyPr/>
          <a:lstStyle/>
          <a:p>
            <a:fld id="{69E57DC2-970A-4B3E-BB1C-7A09969E49DF}" type="slidenum">
              <a:rPr lang="en-US" smtClean="0"/>
              <a:t>17</a:t>
            </a:fld>
            <a:endParaRPr lang="en-US" dirty="0"/>
          </a:p>
        </p:txBody>
      </p:sp>
    </p:spTree>
    <p:extLst>
      <p:ext uri="{BB962C8B-B14F-4D97-AF65-F5344CB8AC3E}">
        <p14:creationId xmlns:p14="http://schemas.microsoft.com/office/powerpoint/2010/main" val="2130909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P spid="11" grpId="0" animBg="1"/>
      <p:bldP spid="1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atellite against the night sky">
            <a:extLst>
              <a:ext uri="{FF2B5EF4-FFF2-40B4-BE49-F238E27FC236}">
                <a16:creationId xmlns:a16="http://schemas.microsoft.com/office/drawing/2014/main" id="{D4F2268B-BB87-42FB-B84F-C145C01B497A}"/>
              </a:ext>
            </a:extLst>
          </p:cNvPr>
          <p:cNvPicPr>
            <a:picLocks noChangeAspect="1"/>
          </p:cNvPicPr>
          <p:nvPr/>
        </p:nvPicPr>
        <p:blipFill rotWithShape="1">
          <a:blip r:embed="rId3"/>
          <a:srcRect l="8611" r="16027" b="1"/>
          <a:stretch/>
        </p:blipFill>
        <p:spPr>
          <a:xfrm>
            <a:off x="8888133" y="4144246"/>
            <a:ext cx="3302966" cy="2717299"/>
          </a:xfrm>
          <a:custGeom>
            <a:avLst/>
            <a:gdLst>
              <a:gd name="connsiteX0" fmla="*/ 1663658 w 3039855"/>
              <a:gd name="connsiteY0" fmla="*/ 0 h 2500842"/>
              <a:gd name="connsiteX1" fmla="*/ 2947417 w 3039855"/>
              <a:gd name="connsiteY1" fmla="*/ 605417 h 2500842"/>
              <a:gd name="connsiteX2" fmla="*/ 3039855 w 3039855"/>
              <a:gd name="connsiteY2" fmla="*/ 729032 h 2500842"/>
              <a:gd name="connsiteX3" fmla="*/ 3039855 w 3039855"/>
              <a:gd name="connsiteY3" fmla="*/ 2500842 h 2500842"/>
              <a:gd name="connsiteX4" fmla="*/ 226952 w 3039855"/>
              <a:gd name="connsiteY4" fmla="*/ 2500842 h 2500842"/>
              <a:gd name="connsiteX5" fmla="*/ 155401 w 3039855"/>
              <a:gd name="connsiteY5" fmla="*/ 2366679 h 2500842"/>
              <a:gd name="connsiteX6" fmla="*/ 0 w 3039855"/>
              <a:gd name="connsiteY6" fmla="*/ 1663658 h 2500842"/>
              <a:gd name="connsiteX7" fmla="*/ 1663658 w 3039855"/>
              <a:gd name="connsiteY7" fmla="*/ 0 h 25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9855" h="2500842">
                <a:moveTo>
                  <a:pt x="1663658" y="0"/>
                </a:moveTo>
                <a:cubicBezTo>
                  <a:pt x="2180490" y="0"/>
                  <a:pt x="2642278" y="235674"/>
                  <a:pt x="2947417" y="605417"/>
                </a:cubicBezTo>
                <a:lnTo>
                  <a:pt x="3039855" y="729032"/>
                </a:lnTo>
                <a:lnTo>
                  <a:pt x="3039855" y="2500842"/>
                </a:lnTo>
                <a:lnTo>
                  <a:pt x="226952" y="2500842"/>
                </a:lnTo>
                <a:lnTo>
                  <a:pt x="155401" y="2366679"/>
                </a:lnTo>
                <a:cubicBezTo>
                  <a:pt x="55691" y="2153127"/>
                  <a:pt x="0" y="1914896"/>
                  <a:pt x="0" y="1663658"/>
                </a:cubicBezTo>
                <a:cubicBezTo>
                  <a:pt x="0" y="744845"/>
                  <a:pt x="744845" y="0"/>
                  <a:pt x="1663658" y="0"/>
                </a:cubicBezTo>
                <a:close/>
              </a:path>
            </a:pathLst>
          </a:custGeom>
        </p:spPr>
      </p:pic>
      <p:pic>
        <p:nvPicPr>
          <p:cNvPr id="7" name="Picture 6" descr="abstract image of light dots">
            <a:extLst>
              <a:ext uri="{FF2B5EF4-FFF2-40B4-BE49-F238E27FC236}">
                <a16:creationId xmlns:a16="http://schemas.microsoft.com/office/drawing/2014/main" id="{FE6C54C5-D2F4-48F8-B65E-7506F07BCCF3}"/>
              </a:ext>
            </a:extLst>
          </p:cNvPr>
          <p:cNvPicPr>
            <a:picLocks noChangeAspect="1"/>
          </p:cNvPicPr>
          <p:nvPr/>
        </p:nvPicPr>
        <p:blipFill rotWithShape="1">
          <a:blip r:embed="rId4"/>
          <a:srcRect l="23268" r="4773" b="-1"/>
          <a:stretch/>
        </p:blipFill>
        <p:spPr>
          <a:xfrm>
            <a:off x="8055588" y="-3863"/>
            <a:ext cx="4132754" cy="3445946"/>
          </a:xfrm>
          <a:custGeom>
            <a:avLst/>
            <a:gdLst>
              <a:gd name="connsiteX0" fmla="*/ 303228 w 4638368"/>
              <a:gd name="connsiteY0" fmla="*/ 0 h 3867534"/>
              <a:gd name="connsiteX1" fmla="*/ 4638368 w 4638368"/>
              <a:gd name="connsiteY1" fmla="*/ 0 h 3867534"/>
              <a:gd name="connsiteX2" fmla="*/ 4638368 w 4638368"/>
              <a:gd name="connsiteY2" fmla="*/ 2952747 h 3867534"/>
              <a:gd name="connsiteX3" fmla="*/ 4585825 w 4638368"/>
              <a:gd name="connsiteY3" fmla="*/ 3013864 h 3867534"/>
              <a:gd name="connsiteX4" fmla="*/ 2641346 w 4638368"/>
              <a:gd name="connsiteY4" fmla="*/ 3867534 h 3867534"/>
              <a:gd name="connsiteX5" fmla="*/ 0 w 4638368"/>
              <a:gd name="connsiteY5" fmla="*/ 1226188 h 3867534"/>
              <a:gd name="connsiteX6" fmla="*/ 260466 w 4638368"/>
              <a:gd name="connsiteY6" fmla="*/ 81056 h 38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sp>
        <p:nvSpPr>
          <p:cNvPr id="6" name="Title 5"/>
          <p:cNvSpPr>
            <a:spLocks noGrp="1"/>
          </p:cNvSpPr>
          <p:nvPr>
            <p:ph type="title"/>
          </p:nvPr>
        </p:nvSpPr>
        <p:spPr>
          <a:xfrm>
            <a:off x="2383436" y="1809404"/>
            <a:ext cx="6026046" cy="3265357"/>
          </a:xfrm>
        </p:spPr>
        <p:txBody>
          <a:bodyPr>
            <a:normAutofit/>
          </a:bodyPr>
          <a:lstStyle/>
          <a:p>
            <a:r>
              <a:rPr lang="en-US" sz="5400" b="1" dirty="0" smtClean="0"/>
              <a:t>TYPES OF AGENTS</a:t>
            </a:r>
            <a:endParaRPr lang="en-US" sz="5400" b="1" dirty="0"/>
          </a:p>
        </p:txBody>
      </p:sp>
      <p:sp>
        <p:nvSpPr>
          <p:cNvPr id="2" name="Slide Number Placeholder 1"/>
          <p:cNvSpPr>
            <a:spLocks noGrp="1"/>
          </p:cNvSpPr>
          <p:nvPr>
            <p:ph type="sldNum" sz="quarter" idx="12"/>
          </p:nvPr>
        </p:nvSpPr>
        <p:spPr/>
        <p:txBody>
          <a:bodyPr/>
          <a:lstStyle/>
          <a:p>
            <a:fld id="{69E57DC2-970A-4B3E-BB1C-7A09969E49DF}" type="slidenum">
              <a:rPr lang="en-US" smtClean="0"/>
              <a:t>18</a:t>
            </a:fld>
            <a:endParaRPr lang="en-US" dirty="0"/>
          </a:p>
        </p:txBody>
      </p:sp>
    </p:spTree>
    <p:extLst>
      <p:ext uri="{BB962C8B-B14F-4D97-AF65-F5344CB8AC3E}">
        <p14:creationId xmlns:p14="http://schemas.microsoft.com/office/powerpoint/2010/main" val="4157864258"/>
      </p:ext>
    </p:extLst>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l="20635" t="13289" r="24770" b="12411"/>
          <a:stretch/>
        </p:blipFill>
        <p:spPr>
          <a:xfrm>
            <a:off x="1084157" y="1486846"/>
            <a:ext cx="1143960" cy="1281660"/>
          </a:xfrm>
          <a:prstGeom prst="ellipse">
            <a:avLst/>
          </a:prstGeom>
          <a:ln>
            <a:noFill/>
          </a:ln>
          <a:effectLst>
            <a:softEdge rad="112500"/>
          </a:effectLst>
        </p:spPr>
      </p:pic>
      <p:pic>
        <p:nvPicPr>
          <p:cNvPr id="3" name="Picture 2"/>
          <p:cNvPicPr>
            <a:picLocks noChangeAspect="1"/>
          </p:cNvPicPr>
          <p:nvPr/>
        </p:nvPicPr>
        <p:blipFill rotWithShape="1">
          <a:blip r:embed="rId4"/>
          <a:srcRect l="21722" t="15806" r="22418" b="9077"/>
          <a:stretch/>
        </p:blipFill>
        <p:spPr>
          <a:xfrm>
            <a:off x="3814547" y="1472739"/>
            <a:ext cx="1146749" cy="1247339"/>
          </a:xfrm>
          <a:prstGeom prst="ellipse">
            <a:avLst/>
          </a:prstGeom>
          <a:ln>
            <a:noFill/>
          </a:ln>
          <a:effectLst>
            <a:softEdge rad="112500"/>
          </a:effectLst>
        </p:spPr>
      </p:pic>
      <p:pic>
        <p:nvPicPr>
          <p:cNvPr id="4" name="Picture 3"/>
          <p:cNvPicPr>
            <a:picLocks noChangeAspect="1"/>
          </p:cNvPicPr>
          <p:nvPr/>
        </p:nvPicPr>
        <p:blipFill rotWithShape="1">
          <a:blip r:embed="rId5"/>
          <a:srcRect l="13100" t="10220" r="16195" b="11182"/>
          <a:stretch/>
        </p:blipFill>
        <p:spPr>
          <a:xfrm>
            <a:off x="6547726" y="1447614"/>
            <a:ext cx="1158852" cy="1348481"/>
          </a:xfrm>
          <a:prstGeom prst="ellipse">
            <a:avLst/>
          </a:prstGeom>
          <a:ln>
            <a:noFill/>
          </a:ln>
          <a:effectLst>
            <a:softEdge rad="112500"/>
          </a:effectLst>
        </p:spPr>
      </p:pic>
      <p:pic>
        <p:nvPicPr>
          <p:cNvPr id="5" name="Picture 4"/>
          <p:cNvPicPr>
            <a:picLocks noChangeAspect="1"/>
          </p:cNvPicPr>
          <p:nvPr/>
        </p:nvPicPr>
        <p:blipFill rotWithShape="1">
          <a:blip r:embed="rId6"/>
          <a:srcRect l="11325" t="15321" r="19260" b="10106"/>
          <a:stretch/>
        </p:blipFill>
        <p:spPr>
          <a:xfrm>
            <a:off x="9293008" y="1490991"/>
            <a:ext cx="1146747" cy="1277515"/>
          </a:xfrm>
          <a:prstGeom prst="ellipse">
            <a:avLst/>
          </a:prstGeom>
          <a:ln>
            <a:noFill/>
          </a:ln>
          <a:effectLst>
            <a:softEdge rad="112500"/>
          </a:effectLst>
        </p:spPr>
      </p:pic>
      <p:pic>
        <p:nvPicPr>
          <p:cNvPr id="6" name="Picture 5"/>
          <p:cNvPicPr>
            <a:picLocks noChangeAspect="1"/>
          </p:cNvPicPr>
          <p:nvPr/>
        </p:nvPicPr>
        <p:blipFill rotWithShape="1">
          <a:blip r:embed="rId7"/>
          <a:srcRect l="19627" t="10975" r="20586" b="11063"/>
          <a:stretch/>
        </p:blipFill>
        <p:spPr>
          <a:xfrm>
            <a:off x="2526312" y="3844870"/>
            <a:ext cx="1107195" cy="1369425"/>
          </a:xfrm>
          <a:prstGeom prst="ellipse">
            <a:avLst/>
          </a:prstGeom>
          <a:ln>
            <a:noFill/>
          </a:ln>
          <a:effectLst>
            <a:softEdge rad="112500"/>
          </a:effectLst>
        </p:spPr>
      </p:pic>
      <p:pic>
        <p:nvPicPr>
          <p:cNvPr id="7" name="Picture 6"/>
          <p:cNvPicPr>
            <a:picLocks noChangeAspect="1"/>
          </p:cNvPicPr>
          <p:nvPr/>
        </p:nvPicPr>
        <p:blipFill rotWithShape="1">
          <a:blip r:embed="rId8"/>
          <a:srcRect l="18715" t="9114" r="20340" b="10634"/>
          <a:stretch/>
        </p:blipFill>
        <p:spPr>
          <a:xfrm>
            <a:off x="5252027" y="3892836"/>
            <a:ext cx="1234608" cy="1273492"/>
          </a:xfrm>
          <a:prstGeom prst="ellipse">
            <a:avLst/>
          </a:prstGeom>
          <a:ln>
            <a:noFill/>
          </a:ln>
          <a:effectLst>
            <a:softEdge rad="112500"/>
          </a:effectLst>
        </p:spPr>
      </p:pic>
      <p:pic>
        <p:nvPicPr>
          <p:cNvPr id="8" name="Picture 7"/>
          <p:cNvPicPr>
            <a:picLocks noChangeAspect="1"/>
          </p:cNvPicPr>
          <p:nvPr/>
        </p:nvPicPr>
        <p:blipFill rotWithShape="1">
          <a:blip r:embed="rId9"/>
          <a:srcRect l="17062" t="10549" r="19877" b="14395"/>
          <a:stretch/>
        </p:blipFill>
        <p:spPr>
          <a:xfrm>
            <a:off x="8105155" y="3844870"/>
            <a:ext cx="1315399" cy="1336448"/>
          </a:xfrm>
          <a:prstGeom prst="ellipse">
            <a:avLst/>
          </a:prstGeom>
          <a:ln>
            <a:noFill/>
          </a:ln>
          <a:effectLst>
            <a:softEdge rad="112500"/>
          </a:effectLst>
        </p:spPr>
      </p:pic>
      <p:sp>
        <p:nvSpPr>
          <p:cNvPr id="9" name="TextBox 8"/>
          <p:cNvSpPr txBox="1"/>
          <p:nvPr/>
        </p:nvSpPr>
        <p:spPr>
          <a:xfrm>
            <a:off x="1084157" y="3017693"/>
            <a:ext cx="1689023" cy="646331"/>
          </a:xfrm>
          <a:prstGeom prst="rect">
            <a:avLst/>
          </a:prstGeom>
          <a:noFill/>
        </p:spPr>
        <p:txBody>
          <a:bodyPr wrap="square" rtlCol="0">
            <a:spAutoFit/>
          </a:bodyPr>
          <a:lstStyle/>
          <a:p>
            <a:r>
              <a:rPr lang="en-US" dirty="0" smtClean="0"/>
              <a:t>SIMPLE REFLEX AGENTS</a:t>
            </a:r>
            <a:endParaRPr lang="en-US" dirty="0"/>
          </a:p>
        </p:txBody>
      </p:sp>
      <p:sp>
        <p:nvSpPr>
          <p:cNvPr id="10" name="TextBox 9"/>
          <p:cNvSpPr txBox="1"/>
          <p:nvPr/>
        </p:nvSpPr>
        <p:spPr>
          <a:xfrm>
            <a:off x="9162432" y="3017694"/>
            <a:ext cx="1689023" cy="646331"/>
          </a:xfrm>
          <a:prstGeom prst="rect">
            <a:avLst/>
          </a:prstGeom>
          <a:noFill/>
        </p:spPr>
        <p:txBody>
          <a:bodyPr wrap="square" rtlCol="0">
            <a:spAutoFit/>
          </a:bodyPr>
          <a:lstStyle/>
          <a:p>
            <a:r>
              <a:rPr lang="en-US" dirty="0" smtClean="0"/>
              <a:t>UTILITY BASED AGENTS</a:t>
            </a:r>
            <a:endParaRPr lang="en-US" dirty="0"/>
          </a:p>
        </p:txBody>
      </p:sp>
      <p:sp>
        <p:nvSpPr>
          <p:cNvPr id="11" name="TextBox 10"/>
          <p:cNvSpPr txBox="1"/>
          <p:nvPr/>
        </p:nvSpPr>
        <p:spPr>
          <a:xfrm>
            <a:off x="8042092" y="5346316"/>
            <a:ext cx="1689023" cy="646331"/>
          </a:xfrm>
          <a:prstGeom prst="rect">
            <a:avLst/>
          </a:prstGeom>
          <a:noFill/>
        </p:spPr>
        <p:txBody>
          <a:bodyPr wrap="square" rtlCol="0">
            <a:spAutoFit/>
          </a:bodyPr>
          <a:lstStyle/>
          <a:p>
            <a:r>
              <a:rPr lang="en-US" dirty="0" smtClean="0"/>
              <a:t>MULTI AGENTS SYSTEMS(MAS)</a:t>
            </a:r>
            <a:endParaRPr lang="en-US" dirty="0"/>
          </a:p>
        </p:txBody>
      </p:sp>
      <p:sp>
        <p:nvSpPr>
          <p:cNvPr id="12" name="TextBox 11"/>
          <p:cNvSpPr txBox="1"/>
          <p:nvPr/>
        </p:nvSpPr>
        <p:spPr>
          <a:xfrm>
            <a:off x="6633142" y="3023172"/>
            <a:ext cx="1689023" cy="646331"/>
          </a:xfrm>
          <a:prstGeom prst="rect">
            <a:avLst/>
          </a:prstGeom>
          <a:noFill/>
        </p:spPr>
        <p:txBody>
          <a:bodyPr wrap="square" rtlCol="0">
            <a:spAutoFit/>
          </a:bodyPr>
          <a:lstStyle/>
          <a:p>
            <a:r>
              <a:rPr lang="en-US" dirty="0" smtClean="0"/>
              <a:t>GOAL BASED AGENTS</a:t>
            </a:r>
            <a:endParaRPr lang="en-US" dirty="0"/>
          </a:p>
        </p:txBody>
      </p:sp>
      <p:sp>
        <p:nvSpPr>
          <p:cNvPr id="13" name="TextBox 12"/>
          <p:cNvSpPr txBox="1"/>
          <p:nvPr/>
        </p:nvSpPr>
        <p:spPr>
          <a:xfrm>
            <a:off x="3705257" y="3007314"/>
            <a:ext cx="1689023" cy="646331"/>
          </a:xfrm>
          <a:prstGeom prst="rect">
            <a:avLst/>
          </a:prstGeom>
          <a:noFill/>
        </p:spPr>
        <p:txBody>
          <a:bodyPr wrap="square" rtlCol="0">
            <a:spAutoFit/>
          </a:bodyPr>
          <a:lstStyle/>
          <a:p>
            <a:r>
              <a:rPr lang="en-US" dirty="0" smtClean="0"/>
              <a:t>MODEL BASED REFLEX AGENTS</a:t>
            </a:r>
            <a:endParaRPr lang="en-US" dirty="0"/>
          </a:p>
        </p:txBody>
      </p:sp>
      <p:sp>
        <p:nvSpPr>
          <p:cNvPr id="14" name="TextBox 13"/>
          <p:cNvSpPr txBox="1"/>
          <p:nvPr/>
        </p:nvSpPr>
        <p:spPr>
          <a:xfrm>
            <a:off x="5188964" y="5346317"/>
            <a:ext cx="1689023" cy="646331"/>
          </a:xfrm>
          <a:prstGeom prst="rect">
            <a:avLst/>
          </a:prstGeom>
          <a:noFill/>
        </p:spPr>
        <p:txBody>
          <a:bodyPr wrap="square" rtlCol="0">
            <a:spAutoFit/>
          </a:bodyPr>
          <a:lstStyle/>
          <a:p>
            <a:r>
              <a:rPr lang="en-US" dirty="0" smtClean="0"/>
              <a:t>HIERARCHICAL AGENTS</a:t>
            </a:r>
            <a:endParaRPr lang="en-US" dirty="0"/>
          </a:p>
        </p:txBody>
      </p:sp>
      <p:sp>
        <p:nvSpPr>
          <p:cNvPr id="15" name="TextBox 14"/>
          <p:cNvSpPr txBox="1"/>
          <p:nvPr/>
        </p:nvSpPr>
        <p:spPr>
          <a:xfrm>
            <a:off x="2548797" y="5405520"/>
            <a:ext cx="1689023" cy="646331"/>
          </a:xfrm>
          <a:prstGeom prst="rect">
            <a:avLst/>
          </a:prstGeom>
          <a:noFill/>
        </p:spPr>
        <p:txBody>
          <a:bodyPr wrap="square" rtlCol="0">
            <a:spAutoFit/>
          </a:bodyPr>
          <a:lstStyle/>
          <a:p>
            <a:r>
              <a:rPr lang="en-US" dirty="0" smtClean="0"/>
              <a:t>LEARNING AGENTS</a:t>
            </a:r>
            <a:endParaRPr lang="en-US" dirty="0"/>
          </a:p>
        </p:txBody>
      </p:sp>
      <p:sp>
        <p:nvSpPr>
          <p:cNvPr id="16" name="Slide Number Placeholder 15"/>
          <p:cNvSpPr>
            <a:spLocks noGrp="1"/>
          </p:cNvSpPr>
          <p:nvPr>
            <p:ph type="sldNum" sz="quarter" idx="12"/>
          </p:nvPr>
        </p:nvSpPr>
        <p:spPr/>
        <p:txBody>
          <a:bodyPr/>
          <a:lstStyle/>
          <a:p>
            <a:fld id="{69E57DC2-970A-4B3E-BB1C-7A09969E49DF}" type="slidenum">
              <a:rPr lang="en-US" smtClean="0"/>
              <a:t>19</a:t>
            </a:fld>
            <a:endParaRPr lang="en-US" dirty="0"/>
          </a:p>
        </p:txBody>
      </p:sp>
    </p:spTree>
    <p:extLst>
      <p:ext uri="{BB962C8B-B14F-4D97-AF65-F5344CB8AC3E}">
        <p14:creationId xmlns:p14="http://schemas.microsoft.com/office/powerpoint/2010/main" val="9041009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animEffect transition="in" filter="fade">
                                      <p:cBhvr>
                                        <p:cTn id="21" dur="500"/>
                                        <p:tgtEl>
                                          <p:spTgt spid="3"/>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p:cTn id="24" dur="500" fill="hold"/>
                                        <p:tgtEl>
                                          <p:spTgt spid="13"/>
                                        </p:tgtEl>
                                        <p:attrNameLst>
                                          <p:attrName>ppt_w</p:attrName>
                                        </p:attrNameLst>
                                      </p:cBhvr>
                                      <p:tavLst>
                                        <p:tav tm="0">
                                          <p:val>
                                            <p:fltVal val="0"/>
                                          </p:val>
                                        </p:tav>
                                        <p:tav tm="100000">
                                          <p:val>
                                            <p:strVal val="#ppt_w"/>
                                          </p:val>
                                        </p:tav>
                                      </p:tavLst>
                                    </p:anim>
                                    <p:anim calcmode="lin" valueType="num">
                                      <p:cBhvr>
                                        <p:cTn id="25" dur="500" fill="hold"/>
                                        <p:tgtEl>
                                          <p:spTgt spid="13"/>
                                        </p:tgtEl>
                                        <p:attrNameLst>
                                          <p:attrName>ppt_h</p:attrName>
                                        </p:attrNameLst>
                                      </p:cBhvr>
                                      <p:tavLst>
                                        <p:tav tm="0">
                                          <p:val>
                                            <p:fltVal val="0"/>
                                          </p:val>
                                        </p:tav>
                                        <p:tav tm="100000">
                                          <p:val>
                                            <p:strVal val="#ppt_h"/>
                                          </p:val>
                                        </p:tav>
                                      </p:tavLst>
                                    </p:anim>
                                    <p:animEffect transition="in" filter="fade">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p:cTn id="31" dur="500" fill="hold"/>
                                        <p:tgtEl>
                                          <p:spTgt spid="4"/>
                                        </p:tgtEl>
                                        <p:attrNameLst>
                                          <p:attrName>ppt_w</p:attrName>
                                        </p:attrNameLst>
                                      </p:cBhvr>
                                      <p:tavLst>
                                        <p:tav tm="0">
                                          <p:val>
                                            <p:fltVal val="0"/>
                                          </p:val>
                                        </p:tav>
                                        <p:tav tm="100000">
                                          <p:val>
                                            <p:strVal val="#ppt_w"/>
                                          </p:val>
                                        </p:tav>
                                      </p:tavLst>
                                    </p:anim>
                                    <p:anim calcmode="lin" valueType="num">
                                      <p:cBhvr>
                                        <p:cTn id="32" dur="500" fill="hold"/>
                                        <p:tgtEl>
                                          <p:spTgt spid="4"/>
                                        </p:tgtEl>
                                        <p:attrNameLst>
                                          <p:attrName>ppt_h</p:attrName>
                                        </p:attrNameLst>
                                      </p:cBhvr>
                                      <p:tavLst>
                                        <p:tav tm="0">
                                          <p:val>
                                            <p:fltVal val="0"/>
                                          </p:val>
                                        </p:tav>
                                        <p:tav tm="100000">
                                          <p:val>
                                            <p:strVal val="#ppt_h"/>
                                          </p:val>
                                        </p:tav>
                                      </p:tavLst>
                                    </p:anim>
                                    <p:animEffect transition="in" filter="fade">
                                      <p:cBhvr>
                                        <p:cTn id="33" dur="500"/>
                                        <p:tgtEl>
                                          <p:spTgt spid="4"/>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p:cTn id="36" dur="500" fill="hold"/>
                                        <p:tgtEl>
                                          <p:spTgt spid="12"/>
                                        </p:tgtEl>
                                        <p:attrNameLst>
                                          <p:attrName>ppt_w</p:attrName>
                                        </p:attrNameLst>
                                      </p:cBhvr>
                                      <p:tavLst>
                                        <p:tav tm="0">
                                          <p:val>
                                            <p:fltVal val="0"/>
                                          </p:val>
                                        </p:tav>
                                        <p:tav tm="100000">
                                          <p:val>
                                            <p:strVal val="#ppt_w"/>
                                          </p:val>
                                        </p:tav>
                                      </p:tavLst>
                                    </p:anim>
                                    <p:anim calcmode="lin" valueType="num">
                                      <p:cBhvr>
                                        <p:cTn id="37" dur="500" fill="hold"/>
                                        <p:tgtEl>
                                          <p:spTgt spid="12"/>
                                        </p:tgtEl>
                                        <p:attrNameLst>
                                          <p:attrName>ppt_h</p:attrName>
                                        </p:attrNameLst>
                                      </p:cBhvr>
                                      <p:tavLst>
                                        <p:tav tm="0">
                                          <p:val>
                                            <p:fltVal val="0"/>
                                          </p:val>
                                        </p:tav>
                                        <p:tav tm="100000">
                                          <p:val>
                                            <p:strVal val="#ppt_h"/>
                                          </p:val>
                                        </p:tav>
                                      </p:tavLst>
                                    </p:anim>
                                    <p:animEffect transition="in" filter="fade">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p:cTn id="43" dur="500" fill="hold"/>
                                        <p:tgtEl>
                                          <p:spTgt spid="5"/>
                                        </p:tgtEl>
                                        <p:attrNameLst>
                                          <p:attrName>ppt_w</p:attrName>
                                        </p:attrNameLst>
                                      </p:cBhvr>
                                      <p:tavLst>
                                        <p:tav tm="0">
                                          <p:val>
                                            <p:fltVal val="0"/>
                                          </p:val>
                                        </p:tav>
                                        <p:tav tm="100000">
                                          <p:val>
                                            <p:strVal val="#ppt_w"/>
                                          </p:val>
                                        </p:tav>
                                      </p:tavLst>
                                    </p:anim>
                                    <p:anim calcmode="lin" valueType="num">
                                      <p:cBhvr>
                                        <p:cTn id="44" dur="500" fill="hold"/>
                                        <p:tgtEl>
                                          <p:spTgt spid="5"/>
                                        </p:tgtEl>
                                        <p:attrNameLst>
                                          <p:attrName>ppt_h</p:attrName>
                                        </p:attrNameLst>
                                      </p:cBhvr>
                                      <p:tavLst>
                                        <p:tav tm="0">
                                          <p:val>
                                            <p:fltVal val="0"/>
                                          </p:val>
                                        </p:tav>
                                        <p:tav tm="100000">
                                          <p:val>
                                            <p:strVal val="#ppt_h"/>
                                          </p:val>
                                        </p:tav>
                                      </p:tavLst>
                                    </p:anim>
                                    <p:animEffect transition="in" filter="fade">
                                      <p:cBhvr>
                                        <p:cTn id="45" dur="500"/>
                                        <p:tgtEl>
                                          <p:spTgt spid="5"/>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10"/>
                                        </p:tgtEl>
                                        <p:attrNameLst>
                                          <p:attrName>style.visibility</p:attrName>
                                        </p:attrNameLst>
                                      </p:cBhvr>
                                      <p:to>
                                        <p:strVal val="visible"/>
                                      </p:to>
                                    </p:set>
                                    <p:anim calcmode="lin" valueType="num">
                                      <p:cBhvr>
                                        <p:cTn id="48" dur="500" fill="hold"/>
                                        <p:tgtEl>
                                          <p:spTgt spid="10"/>
                                        </p:tgtEl>
                                        <p:attrNameLst>
                                          <p:attrName>ppt_w</p:attrName>
                                        </p:attrNameLst>
                                      </p:cBhvr>
                                      <p:tavLst>
                                        <p:tav tm="0">
                                          <p:val>
                                            <p:fltVal val="0"/>
                                          </p:val>
                                        </p:tav>
                                        <p:tav tm="100000">
                                          <p:val>
                                            <p:strVal val="#ppt_w"/>
                                          </p:val>
                                        </p:tav>
                                      </p:tavLst>
                                    </p:anim>
                                    <p:anim calcmode="lin" valueType="num">
                                      <p:cBhvr>
                                        <p:cTn id="49" dur="500" fill="hold"/>
                                        <p:tgtEl>
                                          <p:spTgt spid="10"/>
                                        </p:tgtEl>
                                        <p:attrNameLst>
                                          <p:attrName>ppt_h</p:attrName>
                                        </p:attrNameLst>
                                      </p:cBhvr>
                                      <p:tavLst>
                                        <p:tav tm="0">
                                          <p:val>
                                            <p:fltVal val="0"/>
                                          </p:val>
                                        </p:tav>
                                        <p:tav tm="100000">
                                          <p:val>
                                            <p:strVal val="#ppt_h"/>
                                          </p:val>
                                        </p:tav>
                                      </p:tavLst>
                                    </p:anim>
                                    <p:animEffect transition="in" filter="fade">
                                      <p:cBhvr>
                                        <p:cTn id="50" dur="500"/>
                                        <p:tgtEl>
                                          <p:spTgt spid="10"/>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anim calcmode="lin" valueType="num">
                                      <p:cBhvr>
                                        <p:cTn id="55" dur="500" fill="hold"/>
                                        <p:tgtEl>
                                          <p:spTgt spid="6"/>
                                        </p:tgtEl>
                                        <p:attrNameLst>
                                          <p:attrName>ppt_w</p:attrName>
                                        </p:attrNameLst>
                                      </p:cBhvr>
                                      <p:tavLst>
                                        <p:tav tm="0">
                                          <p:val>
                                            <p:fltVal val="0"/>
                                          </p:val>
                                        </p:tav>
                                        <p:tav tm="100000">
                                          <p:val>
                                            <p:strVal val="#ppt_w"/>
                                          </p:val>
                                        </p:tav>
                                      </p:tavLst>
                                    </p:anim>
                                    <p:anim calcmode="lin" valueType="num">
                                      <p:cBhvr>
                                        <p:cTn id="56" dur="500" fill="hold"/>
                                        <p:tgtEl>
                                          <p:spTgt spid="6"/>
                                        </p:tgtEl>
                                        <p:attrNameLst>
                                          <p:attrName>ppt_h</p:attrName>
                                        </p:attrNameLst>
                                      </p:cBhvr>
                                      <p:tavLst>
                                        <p:tav tm="0">
                                          <p:val>
                                            <p:fltVal val="0"/>
                                          </p:val>
                                        </p:tav>
                                        <p:tav tm="100000">
                                          <p:val>
                                            <p:strVal val="#ppt_h"/>
                                          </p:val>
                                        </p:tav>
                                      </p:tavLst>
                                    </p:anim>
                                    <p:animEffect transition="in" filter="fade">
                                      <p:cBhvr>
                                        <p:cTn id="57" dur="500"/>
                                        <p:tgtEl>
                                          <p:spTgt spid="6"/>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15"/>
                                        </p:tgtEl>
                                        <p:attrNameLst>
                                          <p:attrName>style.visibility</p:attrName>
                                        </p:attrNameLst>
                                      </p:cBhvr>
                                      <p:to>
                                        <p:strVal val="visible"/>
                                      </p:to>
                                    </p:set>
                                    <p:anim calcmode="lin" valueType="num">
                                      <p:cBhvr>
                                        <p:cTn id="60" dur="500" fill="hold"/>
                                        <p:tgtEl>
                                          <p:spTgt spid="15"/>
                                        </p:tgtEl>
                                        <p:attrNameLst>
                                          <p:attrName>ppt_w</p:attrName>
                                        </p:attrNameLst>
                                      </p:cBhvr>
                                      <p:tavLst>
                                        <p:tav tm="0">
                                          <p:val>
                                            <p:fltVal val="0"/>
                                          </p:val>
                                        </p:tav>
                                        <p:tav tm="100000">
                                          <p:val>
                                            <p:strVal val="#ppt_w"/>
                                          </p:val>
                                        </p:tav>
                                      </p:tavLst>
                                    </p:anim>
                                    <p:anim calcmode="lin" valueType="num">
                                      <p:cBhvr>
                                        <p:cTn id="61" dur="500" fill="hold"/>
                                        <p:tgtEl>
                                          <p:spTgt spid="15"/>
                                        </p:tgtEl>
                                        <p:attrNameLst>
                                          <p:attrName>ppt_h</p:attrName>
                                        </p:attrNameLst>
                                      </p:cBhvr>
                                      <p:tavLst>
                                        <p:tav tm="0">
                                          <p:val>
                                            <p:fltVal val="0"/>
                                          </p:val>
                                        </p:tav>
                                        <p:tav tm="100000">
                                          <p:val>
                                            <p:strVal val="#ppt_h"/>
                                          </p:val>
                                        </p:tav>
                                      </p:tavLst>
                                    </p:anim>
                                    <p:animEffect transition="in" filter="fade">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53" presetClass="entr" presetSubtype="16" fill="hold" nodeType="clickEffect">
                                  <p:stCondLst>
                                    <p:cond delay="0"/>
                                  </p:stCondLst>
                                  <p:childTnLst>
                                    <p:set>
                                      <p:cBhvr>
                                        <p:cTn id="66" dur="1" fill="hold">
                                          <p:stCondLst>
                                            <p:cond delay="0"/>
                                          </p:stCondLst>
                                        </p:cTn>
                                        <p:tgtEl>
                                          <p:spTgt spid="7"/>
                                        </p:tgtEl>
                                        <p:attrNameLst>
                                          <p:attrName>style.visibility</p:attrName>
                                        </p:attrNameLst>
                                      </p:cBhvr>
                                      <p:to>
                                        <p:strVal val="visible"/>
                                      </p:to>
                                    </p:set>
                                    <p:anim calcmode="lin" valueType="num">
                                      <p:cBhvr>
                                        <p:cTn id="67" dur="500" fill="hold"/>
                                        <p:tgtEl>
                                          <p:spTgt spid="7"/>
                                        </p:tgtEl>
                                        <p:attrNameLst>
                                          <p:attrName>ppt_w</p:attrName>
                                        </p:attrNameLst>
                                      </p:cBhvr>
                                      <p:tavLst>
                                        <p:tav tm="0">
                                          <p:val>
                                            <p:fltVal val="0"/>
                                          </p:val>
                                        </p:tav>
                                        <p:tav tm="100000">
                                          <p:val>
                                            <p:strVal val="#ppt_w"/>
                                          </p:val>
                                        </p:tav>
                                      </p:tavLst>
                                    </p:anim>
                                    <p:anim calcmode="lin" valueType="num">
                                      <p:cBhvr>
                                        <p:cTn id="68" dur="500" fill="hold"/>
                                        <p:tgtEl>
                                          <p:spTgt spid="7"/>
                                        </p:tgtEl>
                                        <p:attrNameLst>
                                          <p:attrName>ppt_h</p:attrName>
                                        </p:attrNameLst>
                                      </p:cBhvr>
                                      <p:tavLst>
                                        <p:tav tm="0">
                                          <p:val>
                                            <p:fltVal val="0"/>
                                          </p:val>
                                        </p:tav>
                                        <p:tav tm="100000">
                                          <p:val>
                                            <p:strVal val="#ppt_h"/>
                                          </p:val>
                                        </p:tav>
                                      </p:tavLst>
                                    </p:anim>
                                    <p:animEffect transition="in" filter="fade">
                                      <p:cBhvr>
                                        <p:cTn id="69" dur="500"/>
                                        <p:tgtEl>
                                          <p:spTgt spid="7"/>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14"/>
                                        </p:tgtEl>
                                        <p:attrNameLst>
                                          <p:attrName>style.visibility</p:attrName>
                                        </p:attrNameLst>
                                      </p:cBhvr>
                                      <p:to>
                                        <p:strVal val="visible"/>
                                      </p:to>
                                    </p:set>
                                    <p:anim calcmode="lin" valueType="num">
                                      <p:cBhvr>
                                        <p:cTn id="72" dur="500" fill="hold"/>
                                        <p:tgtEl>
                                          <p:spTgt spid="14"/>
                                        </p:tgtEl>
                                        <p:attrNameLst>
                                          <p:attrName>ppt_w</p:attrName>
                                        </p:attrNameLst>
                                      </p:cBhvr>
                                      <p:tavLst>
                                        <p:tav tm="0">
                                          <p:val>
                                            <p:fltVal val="0"/>
                                          </p:val>
                                        </p:tav>
                                        <p:tav tm="100000">
                                          <p:val>
                                            <p:strVal val="#ppt_w"/>
                                          </p:val>
                                        </p:tav>
                                      </p:tavLst>
                                    </p:anim>
                                    <p:anim calcmode="lin" valueType="num">
                                      <p:cBhvr>
                                        <p:cTn id="73" dur="500" fill="hold"/>
                                        <p:tgtEl>
                                          <p:spTgt spid="14"/>
                                        </p:tgtEl>
                                        <p:attrNameLst>
                                          <p:attrName>ppt_h</p:attrName>
                                        </p:attrNameLst>
                                      </p:cBhvr>
                                      <p:tavLst>
                                        <p:tav tm="0">
                                          <p:val>
                                            <p:fltVal val="0"/>
                                          </p:val>
                                        </p:tav>
                                        <p:tav tm="100000">
                                          <p:val>
                                            <p:strVal val="#ppt_h"/>
                                          </p:val>
                                        </p:tav>
                                      </p:tavLst>
                                    </p:anim>
                                    <p:animEffect transition="in" filter="fade">
                                      <p:cBhvr>
                                        <p:cTn id="74" dur="500"/>
                                        <p:tgtEl>
                                          <p:spTgt spid="14"/>
                                        </p:tgtEl>
                                      </p:cBhvr>
                                    </p:animEffect>
                                  </p:childTnLst>
                                </p:cTn>
                              </p:par>
                            </p:childTnLst>
                          </p:cTn>
                        </p:par>
                      </p:childTnLst>
                    </p:cTn>
                  </p:par>
                  <p:par>
                    <p:cTn id="75" fill="hold">
                      <p:stCondLst>
                        <p:cond delay="indefinite"/>
                      </p:stCondLst>
                      <p:childTnLst>
                        <p:par>
                          <p:cTn id="76" fill="hold">
                            <p:stCondLst>
                              <p:cond delay="0"/>
                            </p:stCondLst>
                            <p:childTnLst>
                              <p:par>
                                <p:cTn id="77" presetID="53" presetClass="entr" presetSubtype="16" fill="hold" nodeType="clickEffect">
                                  <p:stCondLst>
                                    <p:cond delay="0"/>
                                  </p:stCondLst>
                                  <p:childTnLst>
                                    <p:set>
                                      <p:cBhvr>
                                        <p:cTn id="78" dur="1" fill="hold">
                                          <p:stCondLst>
                                            <p:cond delay="0"/>
                                          </p:stCondLst>
                                        </p:cTn>
                                        <p:tgtEl>
                                          <p:spTgt spid="8"/>
                                        </p:tgtEl>
                                        <p:attrNameLst>
                                          <p:attrName>style.visibility</p:attrName>
                                        </p:attrNameLst>
                                      </p:cBhvr>
                                      <p:to>
                                        <p:strVal val="visible"/>
                                      </p:to>
                                    </p:set>
                                    <p:anim calcmode="lin" valueType="num">
                                      <p:cBhvr>
                                        <p:cTn id="79" dur="500" fill="hold"/>
                                        <p:tgtEl>
                                          <p:spTgt spid="8"/>
                                        </p:tgtEl>
                                        <p:attrNameLst>
                                          <p:attrName>ppt_w</p:attrName>
                                        </p:attrNameLst>
                                      </p:cBhvr>
                                      <p:tavLst>
                                        <p:tav tm="0">
                                          <p:val>
                                            <p:fltVal val="0"/>
                                          </p:val>
                                        </p:tav>
                                        <p:tav tm="100000">
                                          <p:val>
                                            <p:strVal val="#ppt_w"/>
                                          </p:val>
                                        </p:tav>
                                      </p:tavLst>
                                    </p:anim>
                                    <p:anim calcmode="lin" valueType="num">
                                      <p:cBhvr>
                                        <p:cTn id="80" dur="500" fill="hold"/>
                                        <p:tgtEl>
                                          <p:spTgt spid="8"/>
                                        </p:tgtEl>
                                        <p:attrNameLst>
                                          <p:attrName>ppt_h</p:attrName>
                                        </p:attrNameLst>
                                      </p:cBhvr>
                                      <p:tavLst>
                                        <p:tav tm="0">
                                          <p:val>
                                            <p:fltVal val="0"/>
                                          </p:val>
                                        </p:tav>
                                        <p:tav tm="100000">
                                          <p:val>
                                            <p:strVal val="#ppt_h"/>
                                          </p:val>
                                        </p:tav>
                                      </p:tavLst>
                                    </p:anim>
                                    <p:animEffect transition="in" filter="fade">
                                      <p:cBhvr>
                                        <p:cTn id="81" dur="500"/>
                                        <p:tgtEl>
                                          <p:spTgt spid="8"/>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11"/>
                                        </p:tgtEl>
                                        <p:attrNameLst>
                                          <p:attrName>style.visibility</p:attrName>
                                        </p:attrNameLst>
                                      </p:cBhvr>
                                      <p:to>
                                        <p:strVal val="visible"/>
                                      </p:to>
                                    </p:set>
                                    <p:anim calcmode="lin" valueType="num">
                                      <p:cBhvr>
                                        <p:cTn id="84" dur="500" fill="hold"/>
                                        <p:tgtEl>
                                          <p:spTgt spid="11"/>
                                        </p:tgtEl>
                                        <p:attrNameLst>
                                          <p:attrName>ppt_w</p:attrName>
                                        </p:attrNameLst>
                                      </p:cBhvr>
                                      <p:tavLst>
                                        <p:tav tm="0">
                                          <p:val>
                                            <p:fltVal val="0"/>
                                          </p:val>
                                        </p:tav>
                                        <p:tav tm="100000">
                                          <p:val>
                                            <p:strVal val="#ppt_w"/>
                                          </p:val>
                                        </p:tav>
                                      </p:tavLst>
                                    </p:anim>
                                    <p:anim calcmode="lin" valueType="num">
                                      <p:cBhvr>
                                        <p:cTn id="85" dur="500" fill="hold"/>
                                        <p:tgtEl>
                                          <p:spTgt spid="11"/>
                                        </p:tgtEl>
                                        <p:attrNameLst>
                                          <p:attrName>ppt_h</p:attrName>
                                        </p:attrNameLst>
                                      </p:cBhvr>
                                      <p:tavLst>
                                        <p:tav tm="0">
                                          <p:val>
                                            <p:fltVal val="0"/>
                                          </p:val>
                                        </p:tav>
                                        <p:tav tm="100000">
                                          <p:val>
                                            <p:strVal val="#ppt_h"/>
                                          </p:val>
                                        </p:tav>
                                      </p:tavLst>
                                    </p:anim>
                                    <p:animEffect transition="in" filter="fade">
                                      <p:cBhvr>
                                        <p:cTn id="8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4" grpId="0"/>
      <p:bldP spid="1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20</a:t>
            </a:fld>
            <a:endParaRPr lang="en-US" dirty="0"/>
          </a:p>
        </p:txBody>
      </p:sp>
      <p:sp>
        <p:nvSpPr>
          <p:cNvPr id="3" name="TextBox 2"/>
          <p:cNvSpPr txBox="1"/>
          <p:nvPr/>
        </p:nvSpPr>
        <p:spPr>
          <a:xfrm>
            <a:off x="1003412" y="1480842"/>
            <a:ext cx="10009847" cy="4832092"/>
          </a:xfrm>
          <a:prstGeom prst="rect">
            <a:avLst/>
          </a:prstGeom>
          <a:noFill/>
        </p:spPr>
        <p:txBody>
          <a:bodyPr wrap="square" rtlCol="0">
            <a:spAutoFit/>
          </a:bodyPr>
          <a:lstStyle/>
          <a:p>
            <a:pPr marL="342900" indent="-342900">
              <a:buFont typeface="+mj-lt"/>
              <a:buAutoNum type="arabicPeriod"/>
            </a:pPr>
            <a:r>
              <a:rPr lang="en-US" sz="2400" dirty="0" smtClean="0"/>
              <a:t>Simple </a:t>
            </a:r>
            <a:r>
              <a:rPr lang="en-US" sz="2400" dirty="0"/>
              <a:t>Processor: </a:t>
            </a:r>
            <a:r>
              <a:rPr lang="en-US" sz="2000" dirty="0"/>
              <a:t>A model that generates outputs directly from inputs without planning or external </a:t>
            </a:r>
            <a:r>
              <a:rPr lang="en-US" sz="2000" dirty="0" smtClean="0"/>
              <a:t>interactions </a:t>
            </a:r>
            <a:r>
              <a:rPr lang="en-US" sz="2000" dirty="0" smtClean="0">
                <a:hlinkClick r:id="rId3" action="ppaction://hlinksldjump"/>
              </a:rPr>
              <a:t>[4]</a:t>
            </a:r>
            <a:endParaRPr lang="en-US" sz="2000" dirty="0" smtClean="0"/>
          </a:p>
          <a:p>
            <a:pPr marL="342900" indent="-342900">
              <a:buFont typeface="+mj-lt"/>
              <a:buAutoNum type="arabicPeriod"/>
            </a:pPr>
            <a:endParaRPr lang="en-US" sz="2000" dirty="0" smtClean="0"/>
          </a:p>
          <a:p>
            <a:pPr marL="342900" indent="-342900">
              <a:buFont typeface="+mj-lt"/>
              <a:buAutoNum type="arabicPeriod"/>
            </a:pPr>
            <a:r>
              <a:rPr lang="en-US" sz="2400" dirty="0"/>
              <a:t>Router: </a:t>
            </a:r>
            <a:r>
              <a:rPr lang="en-US" sz="2000" dirty="0"/>
              <a:t>A model that selects or routes to the most relevant operation or instruction path depending on context</a:t>
            </a:r>
            <a:r>
              <a:rPr lang="en-US" sz="2000" dirty="0" smtClean="0"/>
              <a:t>. </a:t>
            </a:r>
            <a:r>
              <a:rPr lang="en-US" sz="2000" dirty="0" smtClean="0">
                <a:hlinkClick r:id="rId3" action="ppaction://hlinksldjump"/>
              </a:rPr>
              <a:t>[4]</a:t>
            </a:r>
            <a:endParaRPr lang="en-US" sz="2000" dirty="0" smtClean="0"/>
          </a:p>
          <a:p>
            <a:pPr marL="342900" indent="-342900">
              <a:buFont typeface="+mj-lt"/>
              <a:buAutoNum type="arabicPeriod"/>
            </a:pPr>
            <a:endParaRPr lang="en-US" sz="2000" dirty="0" smtClean="0"/>
          </a:p>
          <a:p>
            <a:pPr marL="342900" indent="-342900">
              <a:buFont typeface="+mj-lt"/>
              <a:buAutoNum type="arabicPeriod"/>
            </a:pPr>
            <a:r>
              <a:rPr lang="en-US" sz="2400" dirty="0" smtClean="0"/>
              <a:t>Tool </a:t>
            </a:r>
            <a:r>
              <a:rPr lang="en-US" sz="2400" dirty="0"/>
              <a:t>Caller</a:t>
            </a:r>
            <a:r>
              <a:rPr lang="en-US" sz="2000" dirty="0"/>
              <a:t>: A model that learns to invoke external </a:t>
            </a:r>
            <a:r>
              <a:rPr lang="en-US" sz="2000" dirty="0" smtClean="0"/>
              <a:t>tools </a:t>
            </a:r>
            <a:r>
              <a:rPr lang="en-US" sz="2000" dirty="0"/>
              <a:t>to enhance its performance on tasks</a:t>
            </a:r>
            <a:r>
              <a:rPr lang="en-US" sz="2000" dirty="0" smtClean="0"/>
              <a:t>. </a:t>
            </a:r>
            <a:r>
              <a:rPr lang="en-US" sz="2000" dirty="0" smtClean="0">
                <a:hlinkClick r:id="rId3" action="ppaction://hlinksldjump"/>
              </a:rPr>
              <a:t>[4]</a:t>
            </a:r>
            <a:endParaRPr lang="en-US" sz="2000" dirty="0" smtClean="0"/>
          </a:p>
          <a:p>
            <a:pPr marL="342900" indent="-342900">
              <a:buFont typeface="+mj-lt"/>
              <a:buAutoNum type="arabicPeriod"/>
            </a:pPr>
            <a:endParaRPr lang="en-US" sz="2000" dirty="0" smtClean="0"/>
          </a:p>
          <a:p>
            <a:pPr marL="342900" indent="-342900">
              <a:buFont typeface="+mj-lt"/>
              <a:buAutoNum type="arabicPeriod"/>
            </a:pPr>
            <a:r>
              <a:rPr lang="en-US" sz="2400" dirty="0" smtClean="0"/>
              <a:t>Multi Step Agent: </a:t>
            </a:r>
            <a:r>
              <a:rPr lang="en-US" sz="2000" dirty="0" smtClean="0"/>
              <a:t>An </a:t>
            </a:r>
            <a:r>
              <a:rPr lang="en-US" sz="2000" dirty="0"/>
              <a:t>agent that reasons across multiple steps by combining intermediate outputs before arriving at a final answer</a:t>
            </a:r>
            <a:r>
              <a:rPr lang="en-US" sz="2400" dirty="0" smtClean="0"/>
              <a:t>. </a:t>
            </a:r>
            <a:r>
              <a:rPr lang="en-US" sz="2000" dirty="0" smtClean="0">
                <a:hlinkClick r:id="rId3" action="ppaction://hlinksldjump"/>
              </a:rPr>
              <a:t>[4]</a:t>
            </a:r>
            <a:endParaRPr lang="en-US" sz="2400" dirty="0" smtClean="0"/>
          </a:p>
          <a:p>
            <a:pPr marL="342900" indent="-342900">
              <a:buFont typeface="+mj-lt"/>
              <a:buAutoNum type="arabicPeriod"/>
            </a:pPr>
            <a:endParaRPr lang="en-US" sz="2400" dirty="0" smtClean="0"/>
          </a:p>
          <a:p>
            <a:pPr marL="342900" indent="-342900">
              <a:buFont typeface="+mj-lt"/>
              <a:buAutoNum type="arabicPeriod"/>
            </a:pPr>
            <a:r>
              <a:rPr lang="en-US" sz="2400" dirty="0" smtClean="0"/>
              <a:t>Multi </a:t>
            </a:r>
            <a:r>
              <a:rPr lang="en-US" sz="2400" dirty="0"/>
              <a:t>Agent</a:t>
            </a:r>
            <a:r>
              <a:rPr lang="en-US" sz="2000" dirty="0"/>
              <a:t>: An architecture where several specialized models or agents interact to solve tasks collaboratively or competitively</a:t>
            </a:r>
            <a:r>
              <a:rPr lang="en-US" sz="2000" dirty="0" smtClean="0"/>
              <a:t>. </a:t>
            </a:r>
            <a:r>
              <a:rPr lang="en-US" sz="2000" dirty="0" smtClean="0">
                <a:hlinkClick r:id="rId3" action="ppaction://hlinksldjump"/>
              </a:rPr>
              <a:t>[4]</a:t>
            </a:r>
            <a:endParaRPr lang="en-US" sz="2000" dirty="0"/>
          </a:p>
        </p:txBody>
      </p:sp>
      <p:sp>
        <p:nvSpPr>
          <p:cNvPr id="4" name="TextBox 3"/>
          <p:cNvSpPr txBox="1"/>
          <p:nvPr/>
        </p:nvSpPr>
        <p:spPr>
          <a:xfrm>
            <a:off x="1003412" y="579403"/>
            <a:ext cx="8108220" cy="584775"/>
          </a:xfrm>
          <a:prstGeom prst="rect">
            <a:avLst/>
          </a:prstGeom>
          <a:noFill/>
        </p:spPr>
        <p:txBody>
          <a:bodyPr wrap="square" rtlCol="0">
            <a:spAutoFit/>
          </a:bodyPr>
          <a:lstStyle/>
          <a:p>
            <a:r>
              <a:rPr lang="en-US" sz="3200" dirty="0" smtClean="0"/>
              <a:t>LEVEL OF AGENCY:</a:t>
            </a:r>
            <a:endParaRPr lang="en-US" sz="3200" dirty="0"/>
          </a:p>
        </p:txBody>
      </p:sp>
    </p:spTree>
    <p:extLst>
      <p:ext uri="{BB962C8B-B14F-4D97-AF65-F5344CB8AC3E}">
        <p14:creationId xmlns:p14="http://schemas.microsoft.com/office/powerpoint/2010/main" val="53047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21</a:t>
            </a:fld>
            <a:endParaRPr lang="en-US" dirty="0"/>
          </a:p>
        </p:txBody>
      </p:sp>
      <p:sp>
        <p:nvSpPr>
          <p:cNvPr id="3" name="TextBox 2"/>
          <p:cNvSpPr txBox="1"/>
          <p:nvPr/>
        </p:nvSpPr>
        <p:spPr>
          <a:xfrm>
            <a:off x="4118846" y="898216"/>
            <a:ext cx="3366287" cy="584775"/>
          </a:xfrm>
          <a:prstGeom prst="rect">
            <a:avLst/>
          </a:prstGeom>
          <a:noFill/>
        </p:spPr>
        <p:txBody>
          <a:bodyPr wrap="square" rtlCol="0">
            <a:spAutoFit/>
          </a:bodyPr>
          <a:lstStyle/>
          <a:p>
            <a:r>
              <a:rPr lang="en-US" sz="3200" dirty="0"/>
              <a:t>Cisco AI Agent</a:t>
            </a:r>
          </a:p>
        </p:txBody>
      </p:sp>
      <p:sp>
        <p:nvSpPr>
          <p:cNvPr id="5" name="TextBox 4"/>
          <p:cNvSpPr txBox="1"/>
          <p:nvPr/>
        </p:nvSpPr>
        <p:spPr>
          <a:xfrm>
            <a:off x="1828800" y="1853076"/>
            <a:ext cx="8229600" cy="2985433"/>
          </a:xfrm>
          <a:prstGeom prst="rect">
            <a:avLst/>
          </a:prstGeom>
          <a:noFill/>
        </p:spPr>
        <p:txBody>
          <a:bodyPr wrap="square" rtlCol="0">
            <a:spAutoFit/>
          </a:bodyPr>
          <a:lstStyle/>
          <a:p>
            <a:pPr marL="342900" indent="-342900">
              <a:buFont typeface="+mj-lt"/>
              <a:buAutoNum type="arabicPeriod"/>
            </a:pPr>
            <a:r>
              <a:rPr lang="en-US" sz="2400" dirty="0" smtClean="0"/>
              <a:t>Webex AI Agent</a:t>
            </a:r>
            <a:r>
              <a:rPr lang="en-US" sz="2400" dirty="0"/>
              <a:t>: </a:t>
            </a:r>
            <a:r>
              <a:rPr lang="en-US" sz="2000" dirty="0"/>
              <a:t>A conversational AI assistant that delivers fully automated, human‑like interactions across voice and digital channels. It autonomously handles high‑volume customer inquiries, resolves issues, and smoothly escalates to human agents when </a:t>
            </a:r>
            <a:r>
              <a:rPr lang="en-US" sz="2000" dirty="0" smtClean="0"/>
              <a:t>needed.</a:t>
            </a:r>
            <a:r>
              <a:rPr lang="en-US" sz="2000" dirty="0" smtClean="0">
                <a:hlinkClick r:id="rId3" action="ppaction://hlinksldjump"/>
              </a:rPr>
              <a:t>[5]</a:t>
            </a:r>
            <a:endParaRPr lang="en-US" sz="2000" dirty="0" smtClean="0"/>
          </a:p>
          <a:p>
            <a:pPr marL="342900" indent="-342900">
              <a:buFont typeface="+mj-lt"/>
              <a:buAutoNum type="arabicPeriod"/>
            </a:pPr>
            <a:endParaRPr lang="en-US" sz="2000" dirty="0"/>
          </a:p>
          <a:p>
            <a:pPr marL="342900" indent="-342900">
              <a:buFont typeface="+mj-lt"/>
              <a:buAutoNum type="arabicPeriod"/>
            </a:pPr>
            <a:r>
              <a:rPr lang="en-US" sz="2400" dirty="0"/>
              <a:t>Cisco AI Assistant for Webex Contact Center: </a:t>
            </a:r>
            <a:r>
              <a:rPr lang="en-US" sz="2000" dirty="0"/>
              <a:t>Aimed at supporting live agents, it offers real-time features like suggested responses, transcription, call summaries, and agent Wellness analytics to boost productivity and customer </a:t>
            </a:r>
            <a:r>
              <a:rPr lang="en-US" sz="2000" dirty="0" smtClean="0"/>
              <a:t>satisfaction. </a:t>
            </a:r>
            <a:r>
              <a:rPr lang="en-US" sz="2000" dirty="0" smtClean="0">
                <a:hlinkClick r:id="rId3" action="ppaction://hlinksldjump"/>
              </a:rPr>
              <a:t>[5]</a:t>
            </a:r>
            <a:endParaRPr lang="en-US" sz="2000" dirty="0"/>
          </a:p>
        </p:txBody>
      </p:sp>
    </p:spTree>
    <p:extLst>
      <p:ext uri="{BB962C8B-B14F-4D97-AF65-F5344CB8AC3E}">
        <p14:creationId xmlns:p14="http://schemas.microsoft.com/office/powerpoint/2010/main" val="14734481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22</a:t>
            </a:fld>
            <a:endParaRPr lang="en-US" dirty="0"/>
          </a:p>
        </p:txBody>
      </p:sp>
      <p:sp>
        <p:nvSpPr>
          <p:cNvPr id="4" name="TextBox 3"/>
          <p:cNvSpPr txBox="1"/>
          <p:nvPr/>
        </p:nvSpPr>
        <p:spPr>
          <a:xfrm>
            <a:off x="284813" y="704538"/>
            <a:ext cx="3462728" cy="584775"/>
          </a:xfrm>
          <a:prstGeom prst="rect">
            <a:avLst/>
          </a:prstGeom>
          <a:noFill/>
        </p:spPr>
        <p:txBody>
          <a:bodyPr wrap="square" rtlCol="0">
            <a:spAutoFit/>
          </a:bodyPr>
          <a:lstStyle/>
          <a:p>
            <a:r>
              <a:rPr lang="en-US" dirty="0"/>
              <a:t>	</a:t>
            </a:r>
            <a:r>
              <a:rPr lang="en-US" sz="3200" dirty="0" smtClean="0"/>
              <a:t>SINGLE AGENT:</a:t>
            </a:r>
            <a:endParaRPr lang="en-US" sz="3200" dirty="0"/>
          </a:p>
        </p:txBody>
      </p:sp>
      <p:sp>
        <p:nvSpPr>
          <p:cNvPr id="6" name="TextBox 5"/>
          <p:cNvSpPr txBox="1"/>
          <p:nvPr/>
        </p:nvSpPr>
        <p:spPr>
          <a:xfrm>
            <a:off x="794478" y="1499176"/>
            <a:ext cx="3949909" cy="1569660"/>
          </a:xfrm>
          <a:prstGeom prst="rect">
            <a:avLst/>
          </a:prstGeom>
          <a:noFill/>
        </p:spPr>
        <p:txBody>
          <a:bodyPr wrap="square" rtlCol="0">
            <a:spAutoFit/>
          </a:bodyPr>
          <a:lstStyle/>
          <a:p>
            <a:r>
              <a:rPr lang="en-US" sz="2400" dirty="0"/>
              <a:t>One AI does everything, like a chatbot answering questions. It’s simpler but may struggle with complex tasks</a:t>
            </a:r>
            <a:r>
              <a:rPr lang="en-US" sz="2400" dirty="0" smtClean="0"/>
              <a:t>.</a:t>
            </a:r>
            <a:r>
              <a:rPr lang="en-US" sz="2400" dirty="0" smtClean="0">
                <a:hlinkClick r:id="rId3" action="ppaction://hlinksldjump"/>
              </a:rPr>
              <a:t>[6]</a:t>
            </a:r>
            <a:endParaRPr lang="en-US" sz="2400" dirty="0"/>
          </a:p>
        </p:txBody>
      </p:sp>
      <p:grpSp>
        <p:nvGrpSpPr>
          <p:cNvPr id="80" name="Group 79"/>
          <p:cNvGrpSpPr/>
          <p:nvPr/>
        </p:nvGrpSpPr>
        <p:grpSpPr>
          <a:xfrm>
            <a:off x="5234466" y="1499176"/>
            <a:ext cx="1325033" cy="1411313"/>
            <a:chOff x="5234466" y="1499176"/>
            <a:chExt cx="1325033" cy="1411313"/>
          </a:xfrm>
        </p:grpSpPr>
        <p:pic>
          <p:nvPicPr>
            <p:cNvPr id="8" name="Picture 7"/>
            <p:cNvPicPr>
              <a:picLocks noChangeAspect="1"/>
            </p:cNvPicPr>
            <p:nvPr/>
          </p:nvPicPr>
          <p:blipFill rotWithShape="1">
            <a:blip r:embed="rId4">
              <a:extLst>
                <a:ext uri="{28A0092B-C50C-407E-A947-70E740481C1C}">
                  <a14:useLocalDpi xmlns:a14="http://schemas.microsoft.com/office/drawing/2010/main" val="0"/>
                </a:ext>
              </a:extLst>
            </a:blip>
            <a:srcRect t="4571" b="18033"/>
            <a:stretch/>
          </p:blipFill>
          <p:spPr>
            <a:xfrm>
              <a:off x="5234466" y="1499176"/>
              <a:ext cx="1013233" cy="996696"/>
            </a:xfrm>
            <a:prstGeom prst="ellipse">
              <a:avLst/>
            </a:prstGeom>
            <a:ln>
              <a:noFill/>
            </a:ln>
            <a:effectLst>
              <a:softEdge rad="112500"/>
            </a:effectLst>
          </p:spPr>
        </p:pic>
        <p:sp>
          <p:nvSpPr>
            <p:cNvPr id="9" name="TextBox 8"/>
            <p:cNvSpPr txBox="1"/>
            <p:nvPr/>
          </p:nvSpPr>
          <p:spPr>
            <a:xfrm>
              <a:off x="5411575" y="2541157"/>
              <a:ext cx="1147924" cy="369332"/>
            </a:xfrm>
            <a:prstGeom prst="rect">
              <a:avLst/>
            </a:prstGeom>
            <a:noFill/>
          </p:spPr>
          <p:txBody>
            <a:bodyPr wrap="square" rtlCol="0">
              <a:spAutoFit/>
            </a:bodyPr>
            <a:lstStyle/>
            <a:p>
              <a:r>
                <a:rPr lang="en-US" dirty="0" smtClean="0"/>
                <a:t>User</a:t>
              </a:r>
              <a:endParaRPr lang="en-US" dirty="0"/>
            </a:p>
          </p:txBody>
        </p:sp>
      </p:grpSp>
      <p:grpSp>
        <p:nvGrpSpPr>
          <p:cNvPr id="81" name="Group 80"/>
          <p:cNvGrpSpPr/>
          <p:nvPr/>
        </p:nvGrpSpPr>
        <p:grpSpPr>
          <a:xfrm>
            <a:off x="7130570" y="1491904"/>
            <a:ext cx="1365730" cy="1410766"/>
            <a:chOff x="7130570" y="1491904"/>
            <a:chExt cx="1365730" cy="1410766"/>
          </a:xfrm>
        </p:grpSpPr>
        <p:pic>
          <p:nvPicPr>
            <p:cNvPr id="18" name="Picture 17"/>
            <p:cNvPicPr>
              <a:picLocks noChangeAspect="1"/>
            </p:cNvPicPr>
            <p:nvPr/>
          </p:nvPicPr>
          <p:blipFill rotWithShape="1">
            <a:blip r:embed="rId5">
              <a:extLst>
                <a:ext uri="{28A0092B-C50C-407E-A947-70E740481C1C}">
                  <a14:useLocalDpi xmlns:a14="http://schemas.microsoft.com/office/drawing/2010/main" val="0"/>
                </a:ext>
              </a:extLst>
            </a:blip>
            <a:srcRect t="8907" b="13454"/>
            <a:stretch/>
          </p:blipFill>
          <p:spPr>
            <a:xfrm>
              <a:off x="7130570" y="1491904"/>
              <a:ext cx="1283659" cy="996624"/>
            </a:xfrm>
            <a:prstGeom prst="rect">
              <a:avLst/>
            </a:prstGeom>
            <a:ln>
              <a:noFill/>
            </a:ln>
            <a:effectLst>
              <a:softEdge rad="112500"/>
            </a:effectLst>
          </p:spPr>
        </p:pic>
        <p:sp>
          <p:nvSpPr>
            <p:cNvPr id="25" name="TextBox 24"/>
            <p:cNvSpPr txBox="1"/>
            <p:nvPr/>
          </p:nvSpPr>
          <p:spPr>
            <a:xfrm>
              <a:off x="7417008" y="2533338"/>
              <a:ext cx="1079292" cy="369332"/>
            </a:xfrm>
            <a:prstGeom prst="rect">
              <a:avLst/>
            </a:prstGeom>
            <a:noFill/>
          </p:spPr>
          <p:txBody>
            <a:bodyPr wrap="square" rtlCol="0">
              <a:spAutoFit/>
            </a:bodyPr>
            <a:lstStyle/>
            <a:p>
              <a:r>
                <a:rPr lang="en-US" dirty="0" smtClean="0"/>
                <a:t>Agent</a:t>
              </a:r>
              <a:endParaRPr lang="en-US" dirty="0"/>
            </a:p>
          </p:txBody>
        </p:sp>
      </p:grpSp>
      <p:grpSp>
        <p:nvGrpSpPr>
          <p:cNvPr id="82" name="Group 81"/>
          <p:cNvGrpSpPr/>
          <p:nvPr/>
        </p:nvGrpSpPr>
        <p:grpSpPr>
          <a:xfrm>
            <a:off x="10688596" y="412293"/>
            <a:ext cx="1337073" cy="1462198"/>
            <a:chOff x="10688596" y="412293"/>
            <a:chExt cx="1337073" cy="1462198"/>
          </a:xfrm>
        </p:grpSpPr>
        <p:pic>
          <p:nvPicPr>
            <p:cNvPr id="17" name="Picture 16"/>
            <p:cNvPicPr>
              <a:picLocks noChangeAspect="1"/>
            </p:cNvPicPr>
            <p:nvPr/>
          </p:nvPicPr>
          <p:blipFill rotWithShape="1">
            <a:blip r:embed="rId6">
              <a:extLst>
                <a:ext uri="{28A0092B-C50C-407E-A947-70E740481C1C}">
                  <a14:useLocalDpi xmlns:a14="http://schemas.microsoft.com/office/drawing/2010/main" val="0"/>
                </a:ext>
              </a:extLst>
            </a:blip>
            <a:srcRect l="7108" t="5657" r="5536" b="6657"/>
            <a:stretch/>
          </p:blipFill>
          <p:spPr>
            <a:xfrm>
              <a:off x="10688596" y="412293"/>
              <a:ext cx="964758" cy="996696"/>
            </a:xfrm>
            <a:prstGeom prst="ellipse">
              <a:avLst/>
            </a:prstGeom>
            <a:ln>
              <a:noFill/>
            </a:ln>
            <a:effectLst>
              <a:softEdge rad="112500"/>
            </a:effectLst>
          </p:spPr>
        </p:pic>
        <p:sp>
          <p:nvSpPr>
            <p:cNvPr id="26" name="TextBox 25"/>
            <p:cNvSpPr txBox="1"/>
            <p:nvPr/>
          </p:nvSpPr>
          <p:spPr>
            <a:xfrm>
              <a:off x="10691545" y="1505159"/>
              <a:ext cx="1334124" cy="369332"/>
            </a:xfrm>
            <a:prstGeom prst="rect">
              <a:avLst/>
            </a:prstGeom>
            <a:noFill/>
          </p:spPr>
          <p:txBody>
            <a:bodyPr wrap="square" rtlCol="0">
              <a:spAutoFit/>
            </a:bodyPr>
            <a:lstStyle/>
            <a:p>
              <a:r>
                <a:rPr lang="en-US" dirty="0" smtClean="0"/>
                <a:t>Memory</a:t>
              </a:r>
              <a:endParaRPr lang="en-US" dirty="0"/>
            </a:p>
          </p:txBody>
        </p:sp>
      </p:grpSp>
      <p:grpSp>
        <p:nvGrpSpPr>
          <p:cNvPr id="83" name="Group 82"/>
          <p:cNvGrpSpPr/>
          <p:nvPr/>
        </p:nvGrpSpPr>
        <p:grpSpPr>
          <a:xfrm>
            <a:off x="10688596" y="1915266"/>
            <a:ext cx="1192698" cy="1429168"/>
            <a:chOff x="10688596" y="1915266"/>
            <a:chExt cx="1192698" cy="1429168"/>
          </a:xfrm>
        </p:grpSpPr>
        <p:pic>
          <p:nvPicPr>
            <p:cNvPr id="19" name="Picture 1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688596" y="1915266"/>
              <a:ext cx="996696" cy="996696"/>
            </a:xfrm>
            <a:prstGeom prst="ellipse">
              <a:avLst/>
            </a:prstGeom>
            <a:ln>
              <a:noFill/>
            </a:ln>
            <a:effectLst>
              <a:softEdge rad="112500"/>
            </a:effectLst>
          </p:spPr>
        </p:pic>
        <p:sp>
          <p:nvSpPr>
            <p:cNvPr id="27" name="TextBox 26"/>
            <p:cNvSpPr txBox="1"/>
            <p:nvPr/>
          </p:nvSpPr>
          <p:spPr>
            <a:xfrm>
              <a:off x="10835920" y="2975102"/>
              <a:ext cx="1045374" cy="369332"/>
            </a:xfrm>
            <a:prstGeom prst="rect">
              <a:avLst/>
            </a:prstGeom>
            <a:noFill/>
          </p:spPr>
          <p:txBody>
            <a:bodyPr wrap="square" rtlCol="0">
              <a:spAutoFit/>
            </a:bodyPr>
            <a:lstStyle/>
            <a:p>
              <a:r>
                <a:rPr lang="en-US" dirty="0" smtClean="0"/>
                <a:t>Tools</a:t>
              </a:r>
              <a:endParaRPr lang="en-US" dirty="0"/>
            </a:p>
          </p:txBody>
        </p:sp>
      </p:grpSp>
      <p:cxnSp>
        <p:nvCxnSpPr>
          <p:cNvPr id="31" name="Straight Arrow Connector 30"/>
          <p:cNvCxnSpPr>
            <a:stCxn id="8" idx="6"/>
            <a:endCxn id="18" idx="1"/>
          </p:cNvCxnSpPr>
          <p:nvPr/>
        </p:nvCxnSpPr>
        <p:spPr>
          <a:xfrm flipV="1">
            <a:off x="6247699" y="1990216"/>
            <a:ext cx="882871" cy="7308"/>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8" idx="3"/>
            <a:endCxn id="17" idx="2"/>
          </p:cNvCxnSpPr>
          <p:nvPr/>
        </p:nvCxnSpPr>
        <p:spPr>
          <a:xfrm flipV="1">
            <a:off x="8414229" y="910641"/>
            <a:ext cx="2274367" cy="1079575"/>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8" idx="3"/>
            <a:endCxn id="19" idx="2"/>
          </p:cNvCxnSpPr>
          <p:nvPr/>
        </p:nvCxnSpPr>
        <p:spPr>
          <a:xfrm>
            <a:off x="8414229" y="1990216"/>
            <a:ext cx="2274367" cy="423398"/>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284813" y="3433841"/>
            <a:ext cx="3462728" cy="584775"/>
          </a:xfrm>
          <a:prstGeom prst="rect">
            <a:avLst/>
          </a:prstGeom>
          <a:noFill/>
        </p:spPr>
        <p:txBody>
          <a:bodyPr wrap="square" rtlCol="0">
            <a:spAutoFit/>
          </a:bodyPr>
          <a:lstStyle/>
          <a:p>
            <a:r>
              <a:rPr lang="en-US" dirty="0"/>
              <a:t>	</a:t>
            </a:r>
            <a:r>
              <a:rPr lang="en-US" sz="3200" dirty="0" smtClean="0"/>
              <a:t>Multi AGENT:</a:t>
            </a:r>
            <a:endParaRPr lang="en-US" sz="3200" dirty="0"/>
          </a:p>
        </p:txBody>
      </p:sp>
      <p:sp>
        <p:nvSpPr>
          <p:cNvPr id="37" name="TextBox 36"/>
          <p:cNvSpPr txBox="1"/>
          <p:nvPr/>
        </p:nvSpPr>
        <p:spPr>
          <a:xfrm>
            <a:off x="794479" y="4272197"/>
            <a:ext cx="4302178" cy="1938992"/>
          </a:xfrm>
          <a:prstGeom prst="rect">
            <a:avLst/>
          </a:prstGeom>
          <a:noFill/>
        </p:spPr>
        <p:txBody>
          <a:bodyPr wrap="square" rtlCol="0">
            <a:spAutoFit/>
          </a:bodyPr>
          <a:lstStyle/>
          <a:p>
            <a:r>
              <a:rPr lang="en-US" sz="2400" dirty="0"/>
              <a:t>Multiple AIs work together, like a team where one handles logistics and another customer service. It’s more robust but harder to coordinate</a:t>
            </a:r>
            <a:r>
              <a:rPr lang="en-US" sz="2400" dirty="0" smtClean="0"/>
              <a:t>.</a:t>
            </a:r>
            <a:r>
              <a:rPr lang="en-US" sz="2400" dirty="0" smtClean="0">
                <a:hlinkClick r:id="rId3" action="ppaction://hlinksldjump"/>
              </a:rPr>
              <a:t>[6]</a:t>
            </a:r>
            <a:endParaRPr lang="en-US" sz="2400" dirty="0"/>
          </a:p>
        </p:txBody>
      </p:sp>
      <p:pic>
        <p:nvPicPr>
          <p:cNvPr id="44" name="Picture 4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817227" y="5588953"/>
            <a:ext cx="996696" cy="996696"/>
          </a:xfrm>
          <a:prstGeom prst="ellipse">
            <a:avLst/>
          </a:prstGeom>
          <a:ln>
            <a:noFill/>
          </a:ln>
          <a:effectLst>
            <a:softEdge rad="112500"/>
          </a:effectLst>
        </p:spPr>
      </p:pic>
      <p:pic>
        <p:nvPicPr>
          <p:cNvPr id="45" name="Picture 4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793807" y="4463614"/>
            <a:ext cx="996696" cy="996696"/>
          </a:xfrm>
          <a:prstGeom prst="ellipse">
            <a:avLst/>
          </a:prstGeom>
          <a:ln>
            <a:noFill/>
          </a:ln>
          <a:effectLst>
            <a:softEdge rad="112500"/>
          </a:effectLst>
        </p:spPr>
      </p:pic>
      <p:pic>
        <p:nvPicPr>
          <p:cNvPr id="46" name="Picture 4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793807" y="3385367"/>
            <a:ext cx="996696" cy="996696"/>
          </a:xfrm>
          <a:prstGeom prst="ellipse">
            <a:avLst/>
          </a:prstGeom>
          <a:ln>
            <a:noFill/>
          </a:ln>
          <a:effectLst>
            <a:softEdge rad="112500"/>
          </a:effectLst>
        </p:spPr>
      </p:pic>
      <p:cxnSp>
        <p:nvCxnSpPr>
          <p:cNvPr id="55" name="Straight Arrow Connector 54"/>
          <p:cNvCxnSpPr>
            <a:stCxn id="38" idx="6"/>
            <a:endCxn id="39" idx="1"/>
          </p:cNvCxnSpPr>
          <p:nvPr/>
        </p:nvCxnSpPr>
        <p:spPr>
          <a:xfrm flipV="1">
            <a:off x="6202930" y="4645750"/>
            <a:ext cx="356569" cy="36"/>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42" idx="3"/>
            <a:endCxn id="46" idx="2"/>
          </p:cNvCxnSpPr>
          <p:nvPr/>
        </p:nvCxnSpPr>
        <p:spPr>
          <a:xfrm flipV="1">
            <a:off x="9424567" y="3883715"/>
            <a:ext cx="1369240" cy="5228"/>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41" idx="3"/>
            <a:endCxn id="45" idx="2"/>
          </p:cNvCxnSpPr>
          <p:nvPr/>
        </p:nvCxnSpPr>
        <p:spPr>
          <a:xfrm flipV="1">
            <a:off x="9449129" y="4961962"/>
            <a:ext cx="1344678" cy="26142"/>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40" idx="3"/>
            <a:endCxn id="44" idx="2"/>
          </p:cNvCxnSpPr>
          <p:nvPr/>
        </p:nvCxnSpPr>
        <p:spPr>
          <a:xfrm>
            <a:off x="9462430" y="6087265"/>
            <a:ext cx="1354797" cy="36"/>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endCxn id="42" idx="1"/>
          </p:cNvCxnSpPr>
          <p:nvPr/>
        </p:nvCxnSpPr>
        <p:spPr>
          <a:xfrm flipV="1">
            <a:off x="7843158" y="3888943"/>
            <a:ext cx="297750" cy="323293"/>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39" idx="3"/>
            <a:endCxn id="41" idx="1"/>
          </p:cNvCxnSpPr>
          <p:nvPr/>
        </p:nvCxnSpPr>
        <p:spPr>
          <a:xfrm>
            <a:off x="7843158" y="4645750"/>
            <a:ext cx="322312" cy="342354"/>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a:off x="7772400" y="5081666"/>
            <a:ext cx="368508" cy="788909"/>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84" name="Group 83"/>
          <p:cNvGrpSpPr/>
          <p:nvPr/>
        </p:nvGrpSpPr>
        <p:grpSpPr>
          <a:xfrm>
            <a:off x="5189697" y="4147438"/>
            <a:ext cx="1362979" cy="1338978"/>
            <a:chOff x="5189697" y="4147438"/>
            <a:chExt cx="1362979" cy="1338978"/>
          </a:xfrm>
        </p:grpSpPr>
        <p:pic>
          <p:nvPicPr>
            <p:cNvPr id="38" name="Picture 37"/>
            <p:cNvPicPr>
              <a:picLocks noChangeAspect="1"/>
            </p:cNvPicPr>
            <p:nvPr/>
          </p:nvPicPr>
          <p:blipFill rotWithShape="1">
            <a:blip r:embed="rId4">
              <a:extLst>
                <a:ext uri="{28A0092B-C50C-407E-A947-70E740481C1C}">
                  <a14:useLocalDpi xmlns:a14="http://schemas.microsoft.com/office/drawing/2010/main" val="0"/>
                </a:ext>
              </a:extLst>
            </a:blip>
            <a:srcRect t="4571" b="18033"/>
            <a:stretch/>
          </p:blipFill>
          <p:spPr>
            <a:xfrm>
              <a:off x="5189697" y="4147438"/>
              <a:ext cx="1013233" cy="996696"/>
            </a:xfrm>
            <a:prstGeom prst="ellipse">
              <a:avLst/>
            </a:prstGeom>
            <a:ln>
              <a:noFill/>
            </a:ln>
            <a:effectLst>
              <a:softEdge rad="112500"/>
            </a:effectLst>
          </p:spPr>
        </p:pic>
        <p:sp>
          <p:nvSpPr>
            <p:cNvPr id="77" name="TextBox 76"/>
            <p:cNvSpPr txBox="1"/>
            <p:nvPr/>
          </p:nvSpPr>
          <p:spPr>
            <a:xfrm>
              <a:off x="5404752" y="5117084"/>
              <a:ext cx="1147924" cy="369332"/>
            </a:xfrm>
            <a:prstGeom prst="rect">
              <a:avLst/>
            </a:prstGeom>
            <a:noFill/>
          </p:spPr>
          <p:txBody>
            <a:bodyPr wrap="square" rtlCol="0">
              <a:spAutoFit/>
            </a:bodyPr>
            <a:lstStyle/>
            <a:p>
              <a:r>
                <a:rPr lang="en-US" dirty="0" smtClean="0"/>
                <a:t>User</a:t>
              </a:r>
              <a:endParaRPr lang="en-US" dirty="0"/>
            </a:p>
          </p:txBody>
        </p:sp>
      </p:grpSp>
      <p:grpSp>
        <p:nvGrpSpPr>
          <p:cNvPr id="85" name="Group 84"/>
          <p:cNvGrpSpPr/>
          <p:nvPr/>
        </p:nvGrpSpPr>
        <p:grpSpPr>
          <a:xfrm>
            <a:off x="6559499" y="4147438"/>
            <a:ext cx="1283659" cy="1652591"/>
            <a:chOff x="6559499" y="4147438"/>
            <a:chExt cx="1283659" cy="1652591"/>
          </a:xfrm>
        </p:grpSpPr>
        <p:pic>
          <p:nvPicPr>
            <p:cNvPr id="39" name="Picture 38"/>
            <p:cNvPicPr>
              <a:picLocks noChangeAspect="1"/>
            </p:cNvPicPr>
            <p:nvPr/>
          </p:nvPicPr>
          <p:blipFill rotWithShape="1">
            <a:blip r:embed="rId5">
              <a:extLst>
                <a:ext uri="{28A0092B-C50C-407E-A947-70E740481C1C}">
                  <a14:useLocalDpi xmlns:a14="http://schemas.microsoft.com/office/drawing/2010/main" val="0"/>
                </a:ext>
              </a:extLst>
            </a:blip>
            <a:srcRect t="8907" b="13454"/>
            <a:stretch/>
          </p:blipFill>
          <p:spPr>
            <a:xfrm>
              <a:off x="6559499" y="4147438"/>
              <a:ext cx="1283659" cy="996624"/>
            </a:xfrm>
            <a:prstGeom prst="rect">
              <a:avLst/>
            </a:prstGeom>
            <a:ln>
              <a:noFill/>
            </a:ln>
            <a:effectLst>
              <a:softEdge rad="112500"/>
            </a:effectLst>
          </p:spPr>
        </p:pic>
        <p:sp>
          <p:nvSpPr>
            <p:cNvPr id="78" name="TextBox 77"/>
            <p:cNvSpPr txBox="1"/>
            <p:nvPr/>
          </p:nvSpPr>
          <p:spPr>
            <a:xfrm>
              <a:off x="6583077" y="5153698"/>
              <a:ext cx="1212900" cy="646331"/>
            </a:xfrm>
            <a:prstGeom prst="rect">
              <a:avLst/>
            </a:prstGeom>
            <a:noFill/>
          </p:spPr>
          <p:txBody>
            <a:bodyPr wrap="square" rtlCol="0">
              <a:spAutoFit/>
            </a:bodyPr>
            <a:lstStyle/>
            <a:p>
              <a:pPr algn="ctr"/>
              <a:r>
                <a:rPr lang="en-US" dirty="0" smtClean="0"/>
                <a:t>Manager Agent</a:t>
              </a:r>
              <a:endParaRPr lang="en-US" dirty="0"/>
            </a:p>
          </p:txBody>
        </p:sp>
      </p:grpSp>
      <p:grpSp>
        <p:nvGrpSpPr>
          <p:cNvPr id="86" name="Group 85"/>
          <p:cNvGrpSpPr/>
          <p:nvPr/>
        </p:nvGrpSpPr>
        <p:grpSpPr>
          <a:xfrm>
            <a:off x="8140908" y="2975102"/>
            <a:ext cx="1321522" cy="3610475"/>
            <a:chOff x="8140908" y="2975102"/>
            <a:chExt cx="1321522" cy="3610475"/>
          </a:xfrm>
        </p:grpSpPr>
        <p:pic>
          <p:nvPicPr>
            <p:cNvPr id="40" name="Picture 39"/>
            <p:cNvPicPr>
              <a:picLocks noChangeAspect="1"/>
            </p:cNvPicPr>
            <p:nvPr/>
          </p:nvPicPr>
          <p:blipFill rotWithShape="1">
            <a:blip r:embed="rId5">
              <a:extLst>
                <a:ext uri="{28A0092B-C50C-407E-A947-70E740481C1C}">
                  <a14:useLocalDpi xmlns:a14="http://schemas.microsoft.com/office/drawing/2010/main" val="0"/>
                </a:ext>
              </a:extLst>
            </a:blip>
            <a:srcRect t="8907" b="13454"/>
            <a:stretch/>
          </p:blipFill>
          <p:spPr>
            <a:xfrm>
              <a:off x="8178771" y="5588953"/>
              <a:ext cx="1283659" cy="996624"/>
            </a:xfrm>
            <a:prstGeom prst="rect">
              <a:avLst/>
            </a:prstGeom>
            <a:ln>
              <a:noFill/>
            </a:ln>
            <a:effectLst>
              <a:softEdge rad="112500"/>
            </a:effectLst>
          </p:spPr>
        </p:pic>
        <p:pic>
          <p:nvPicPr>
            <p:cNvPr id="41" name="Picture 40"/>
            <p:cNvPicPr>
              <a:picLocks noChangeAspect="1"/>
            </p:cNvPicPr>
            <p:nvPr/>
          </p:nvPicPr>
          <p:blipFill rotWithShape="1">
            <a:blip r:embed="rId5">
              <a:extLst>
                <a:ext uri="{28A0092B-C50C-407E-A947-70E740481C1C}">
                  <a14:useLocalDpi xmlns:a14="http://schemas.microsoft.com/office/drawing/2010/main" val="0"/>
                </a:ext>
              </a:extLst>
            </a:blip>
            <a:srcRect t="8907" b="13454"/>
            <a:stretch/>
          </p:blipFill>
          <p:spPr>
            <a:xfrm>
              <a:off x="8165470" y="4489792"/>
              <a:ext cx="1283659" cy="996624"/>
            </a:xfrm>
            <a:prstGeom prst="rect">
              <a:avLst/>
            </a:prstGeom>
            <a:ln>
              <a:noFill/>
            </a:ln>
            <a:effectLst>
              <a:softEdge rad="112500"/>
            </a:effectLst>
          </p:spPr>
        </p:pic>
        <p:pic>
          <p:nvPicPr>
            <p:cNvPr id="42" name="Picture 41"/>
            <p:cNvPicPr>
              <a:picLocks noChangeAspect="1"/>
            </p:cNvPicPr>
            <p:nvPr/>
          </p:nvPicPr>
          <p:blipFill rotWithShape="1">
            <a:blip r:embed="rId5">
              <a:extLst>
                <a:ext uri="{28A0092B-C50C-407E-A947-70E740481C1C}">
                  <a14:useLocalDpi xmlns:a14="http://schemas.microsoft.com/office/drawing/2010/main" val="0"/>
                </a:ext>
              </a:extLst>
            </a:blip>
            <a:srcRect t="8907" b="13454"/>
            <a:stretch/>
          </p:blipFill>
          <p:spPr>
            <a:xfrm>
              <a:off x="8140908" y="3390631"/>
              <a:ext cx="1283659" cy="996624"/>
            </a:xfrm>
            <a:prstGeom prst="rect">
              <a:avLst/>
            </a:prstGeom>
            <a:ln>
              <a:noFill/>
            </a:ln>
            <a:effectLst>
              <a:softEdge rad="112500"/>
            </a:effectLst>
          </p:spPr>
        </p:pic>
        <p:sp>
          <p:nvSpPr>
            <p:cNvPr id="79" name="TextBox 78"/>
            <p:cNvSpPr txBox="1"/>
            <p:nvPr/>
          </p:nvSpPr>
          <p:spPr>
            <a:xfrm>
              <a:off x="8337167" y="2975102"/>
              <a:ext cx="966865" cy="369332"/>
            </a:xfrm>
            <a:prstGeom prst="rect">
              <a:avLst/>
            </a:prstGeom>
            <a:noFill/>
          </p:spPr>
          <p:txBody>
            <a:bodyPr wrap="square" rtlCol="0">
              <a:spAutoFit/>
            </a:bodyPr>
            <a:lstStyle/>
            <a:p>
              <a:r>
                <a:rPr lang="en-US" dirty="0" smtClean="0"/>
                <a:t>Agents</a:t>
              </a:r>
              <a:endParaRPr lang="en-US" dirty="0"/>
            </a:p>
          </p:txBody>
        </p:sp>
      </p:grpSp>
    </p:spTree>
    <p:extLst>
      <p:ext uri="{BB962C8B-B14F-4D97-AF65-F5344CB8AC3E}">
        <p14:creationId xmlns:p14="http://schemas.microsoft.com/office/powerpoint/2010/main" val="35615182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nodeType="clickEffect">
                                  <p:stCondLst>
                                    <p:cond delay="0"/>
                                  </p:stCondLst>
                                  <p:childTnLst>
                                    <p:set>
                                      <p:cBhvr>
                                        <p:cTn id="19" dur="1" fill="hold">
                                          <p:stCondLst>
                                            <p:cond delay="0"/>
                                          </p:stCondLst>
                                        </p:cTn>
                                        <p:tgtEl>
                                          <p:spTgt spid="80"/>
                                        </p:tgtEl>
                                        <p:attrNameLst>
                                          <p:attrName>style.visibility</p:attrName>
                                        </p:attrNameLst>
                                      </p:cBhvr>
                                      <p:to>
                                        <p:strVal val="visible"/>
                                      </p:to>
                                    </p:set>
                                    <p:anim calcmode="lin" valueType="num">
                                      <p:cBhvr>
                                        <p:cTn id="20" dur="500" fill="hold"/>
                                        <p:tgtEl>
                                          <p:spTgt spid="80"/>
                                        </p:tgtEl>
                                        <p:attrNameLst>
                                          <p:attrName>ppt_w</p:attrName>
                                        </p:attrNameLst>
                                      </p:cBhvr>
                                      <p:tavLst>
                                        <p:tav tm="0">
                                          <p:val>
                                            <p:fltVal val="0"/>
                                          </p:val>
                                        </p:tav>
                                        <p:tav tm="100000">
                                          <p:val>
                                            <p:strVal val="#ppt_w"/>
                                          </p:val>
                                        </p:tav>
                                      </p:tavLst>
                                    </p:anim>
                                    <p:anim calcmode="lin" valueType="num">
                                      <p:cBhvr>
                                        <p:cTn id="21" dur="500" fill="hold"/>
                                        <p:tgtEl>
                                          <p:spTgt spid="80"/>
                                        </p:tgtEl>
                                        <p:attrNameLst>
                                          <p:attrName>ppt_h</p:attrName>
                                        </p:attrNameLst>
                                      </p:cBhvr>
                                      <p:tavLst>
                                        <p:tav tm="0">
                                          <p:val>
                                            <p:fltVal val="0"/>
                                          </p:val>
                                        </p:tav>
                                        <p:tav tm="100000">
                                          <p:val>
                                            <p:strVal val="#ppt_h"/>
                                          </p:val>
                                        </p:tav>
                                      </p:tavLst>
                                    </p:anim>
                                    <p:animEffect transition="in" filter="fade">
                                      <p:cBhvr>
                                        <p:cTn id="22" dur="500"/>
                                        <p:tgtEl>
                                          <p:spTgt spid="80"/>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 calcmode="lin" valueType="num">
                                      <p:cBhvr>
                                        <p:cTn id="27" dur="500" fill="hold"/>
                                        <p:tgtEl>
                                          <p:spTgt spid="31"/>
                                        </p:tgtEl>
                                        <p:attrNameLst>
                                          <p:attrName>ppt_w</p:attrName>
                                        </p:attrNameLst>
                                      </p:cBhvr>
                                      <p:tavLst>
                                        <p:tav tm="0">
                                          <p:val>
                                            <p:fltVal val="0"/>
                                          </p:val>
                                        </p:tav>
                                        <p:tav tm="100000">
                                          <p:val>
                                            <p:strVal val="#ppt_w"/>
                                          </p:val>
                                        </p:tav>
                                      </p:tavLst>
                                    </p:anim>
                                    <p:anim calcmode="lin" valueType="num">
                                      <p:cBhvr>
                                        <p:cTn id="28" dur="500" fill="hold"/>
                                        <p:tgtEl>
                                          <p:spTgt spid="31"/>
                                        </p:tgtEl>
                                        <p:attrNameLst>
                                          <p:attrName>ppt_h</p:attrName>
                                        </p:attrNameLst>
                                      </p:cBhvr>
                                      <p:tavLst>
                                        <p:tav tm="0">
                                          <p:val>
                                            <p:fltVal val="0"/>
                                          </p:val>
                                        </p:tav>
                                        <p:tav tm="100000">
                                          <p:val>
                                            <p:strVal val="#ppt_h"/>
                                          </p:val>
                                        </p:tav>
                                      </p:tavLst>
                                    </p:anim>
                                    <p:animEffect transition="in" filter="fade">
                                      <p:cBhvr>
                                        <p:cTn id="29" dur="500"/>
                                        <p:tgtEl>
                                          <p:spTgt spid="31"/>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nodeType="clickEffect">
                                  <p:stCondLst>
                                    <p:cond delay="0"/>
                                  </p:stCondLst>
                                  <p:childTnLst>
                                    <p:set>
                                      <p:cBhvr>
                                        <p:cTn id="33" dur="1" fill="hold">
                                          <p:stCondLst>
                                            <p:cond delay="0"/>
                                          </p:stCondLst>
                                        </p:cTn>
                                        <p:tgtEl>
                                          <p:spTgt spid="81"/>
                                        </p:tgtEl>
                                        <p:attrNameLst>
                                          <p:attrName>style.visibility</p:attrName>
                                        </p:attrNameLst>
                                      </p:cBhvr>
                                      <p:to>
                                        <p:strVal val="visible"/>
                                      </p:to>
                                    </p:set>
                                    <p:anim calcmode="lin" valueType="num">
                                      <p:cBhvr>
                                        <p:cTn id="34" dur="500" fill="hold"/>
                                        <p:tgtEl>
                                          <p:spTgt spid="81"/>
                                        </p:tgtEl>
                                        <p:attrNameLst>
                                          <p:attrName>ppt_w</p:attrName>
                                        </p:attrNameLst>
                                      </p:cBhvr>
                                      <p:tavLst>
                                        <p:tav tm="0">
                                          <p:val>
                                            <p:fltVal val="0"/>
                                          </p:val>
                                        </p:tav>
                                        <p:tav tm="100000">
                                          <p:val>
                                            <p:strVal val="#ppt_w"/>
                                          </p:val>
                                        </p:tav>
                                      </p:tavLst>
                                    </p:anim>
                                    <p:anim calcmode="lin" valueType="num">
                                      <p:cBhvr>
                                        <p:cTn id="35" dur="500" fill="hold"/>
                                        <p:tgtEl>
                                          <p:spTgt spid="81"/>
                                        </p:tgtEl>
                                        <p:attrNameLst>
                                          <p:attrName>ppt_h</p:attrName>
                                        </p:attrNameLst>
                                      </p:cBhvr>
                                      <p:tavLst>
                                        <p:tav tm="0">
                                          <p:val>
                                            <p:fltVal val="0"/>
                                          </p:val>
                                        </p:tav>
                                        <p:tav tm="100000">
                                          <p:val>
                                            <p:strVal val="#ppt_h"/>
                                          </p:val>
                                        </p:tav>
                                      </p:tavLst>
                                    </p:anim>
                                    <p:animEffect transition="in" filter="fade">
                                      <p:cBhvr>
                                        <p:cTn id="36" dur="500"/>
                                        <p:tgtEl>
                                          <p:spTgt spid="81"/>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nodeType="clickEffect">
                                  <p:stCondLst>
                                    <p:cond delay="0"/>
                                  </p:stCondLst>
                                  <p:childTnLst>
                                    <p:set>
                                      <p:cBhvr>
                                        <p:cTn id="40" dur="1" fill="hold">
                                          <p:stCondLst>
                                            <p:cond delay="0"/>
                                          </p:stCondLst>
                                        </p:cTn>
                                        <p:tgtEl>
                                          <p:spTgt spid="33"/>
                                        </p:tgtEl>
                                        <p:attrNameLst>
                                          <p:attrName>style.visibility</p:attrName>
                                        </p:attrNameLst>
                                      </p:cBhvr>
                                      <p:to>
                                        <p:strVal val="visible"/>
                                      </p:to>
                                    </p:set>
                                    <p:anim calcmode="lin" valueType="num">
                                      <p:cBhvr>
                                        <p:cTn id="41" dur="500" fill="hold"/>
                                        <p:tgtEl>
                                          <p:spTgt spid="33"/>
                                        </p:tgtEl>
                                        <p:attrNameLst>
                                          <p:attrName>ppt_w</p:attrName>
                                        </p:attrNameLst>
                                      </p:cBhvr>
                                      <p:tavLst>
                                        <p:tav tm="0">
                                          <p:val>
                                            <p:fltVal val="0"/>
                                          </p:val>
                                        </p:tav>
                                        <p:tav tm="100000">
                                          <p:val>
                                            <p:strVal val="#ppt_w"/>
                                          </p:val>
                                        </p:tav>
                                      </p:tavLst>
                                    </p:anim>
                                    <p:anim calcmode="lin" valueType="num">
                                      <p:cBhvr>
                                        <p:cTn id="42" dur="500" fill="hold"/>
                                        <p:tgtEl>
                                          <p:spTgt spid="33"/>
                                        </p:tgtEl>
                                        <p:attrNameLst>
                                          <p:attrName>ppt_h</p:attrName>
                                        </p:attrNameLst>
                                      </p:cBhvr>
                                      <p:tavLst>
                                        <p:tav tm="0">
                                          <p:val>
                                            <p:fltVal val="0"/>
                                          </p:val>
                                        </p:tav>
                                        <p:tav tm="100000">
                                          <p:val>
                                            <p:strVal val="#ppt_h"/>
                                          </p:val>
                                        </p:tav>
                                      </p:tavLst>
                                    </p:anim>
                                    <p:animEffect transition="in" filter="fade">
                                      <p:cBhvr>
                                        <p:cTn id="43" dur="500"/>
                                        <p:tgtEl>
                                          <p:spTgt spid="33"/>
                                        </p:tgtEl>
                                      </p:cBhvr>
                                    </p:animEffect>
                                  </p:childTnLst>
                                </p:cTn>
                              </p:par>
                              <p:par>
                                <p:cTn id="44" presetID="53" presetClass="entr" presetSubtype="16" fill="hold" nodeType="withEffect">
                                  <p:stCondLst>
                                    <p:cond delay="0"/>
                                  </p:stCondLst>
                                  <p:childTnLst>
                                    <p:set>
                                      <p:cBhvr>
                                        <p:cTn id="45" dur="1" fill="hold">
                                          <p:stCondLst>
                                            <p:cond delay="0"/>
                                          </p:stCondLst>
                                        </p:cTn>
                                        <p:tgtEl>
                                          <p:spTgt spid="35"/>
                                        </p:tgtEl>
                                        <p:attrNameLst>
                                          <p:attrName>style.visibility</p:attrName>
                                        </p:attrNameLst>
                                      </p:cBhvr>
                                      <p:to>
                                        <p:strVal val="visible"/>
                                      </p:to>
                                    </p:set>
                                    <p:anim calcmode="lin" valueType="num">
                                      <p:cBhvr>
                                        <p:cTn id="46" dur="500" fill="hold"/>
                                        <p:tgtEl>
                                          <p:spTgt spid="35"/>
                                        </p:tgtEl>
                                        <p:attrNameLst>
                                          <p:attrName>ppt_w</p:attrName>
                                        </p:attrNameLst>
                                      </p:cBhvr>
                                      <p:tavLst>
                                        <p:tav tm="0">
                                          <p:val>
                                            <p:fltVal val="0"/>
                                          </p:val>
                                        </p:tav>
                                        <p:tav tm="100000">
                                          <p:val>
                                            <p:strVal val="#ppt_w"/>
                                          </p:val>
                                        </p:tav>
                                      </p:tavLst>
                                    </p:anim>
                                    <p:anim calcmode="lin" valueType="num">
                                      <p:cBhvr>
                                        <p:cTn id="47" dur="500" fill="hold"/>
                                        <p:tgtEl>
                                          <p:spTgt spid="35"/>
                                        </p:tgtEl>
                                        <p:attrNameLst>
                                          <p:attrName>ppt_h</p:attrName>
                                        </p:attrNameLst>
                                      </p:cBhvr>
                                      <p:tavLst>
                                        <p:tav tm="0">
                                          <p:val>
                                            <p:fltVal val="0"/>
                                          </p:val>
                                        </p:tav>
                                        <p:tav tm="100000">
                                          <p:val>
                                            <p:strVal val="#ppt_h"/>
                                          </p:val>
                                        </p:tav>
                                      </p:tavLst>
                                    </p:anim>
                                    <p:animEffect transition="in" filter="fade">
                                      <p:cBhvr>
                                        <p:cTn id="48" dur="500"/>
                                        <p:tgtEl>
                                          <p:spTgt spid="35"/>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nodeType="clickEffect">
                                  <p:stCondLst>
                                    <p:cond delay="0"/>
                                  </p:stCondLst>
                                  <p:childTnLst>
                                    <p:set>
                                      <p:cBhvr>
                                        <p:cTn id="52" dur="1" fill="hold">
                                          <p:stCondLst>
                                            <p:cond delay="0"/>
                                          </p:stCondLst>
                                        </p:cTn>
                                        <p:tgtEl>
                                          <p:spTgt spid="82"/>
                                        </p:tgtEl>
                                        <p:attrNameLst>
                                          <p:attrName>style.visibility</p:attrName>
                                        </p:attrNameLst>
                                      </p:cBhvr>
                                      <p:to>
                                        <p:strVal val="visible"/>
                                      </p:to>
                                    </p:set>
                                    <p:anim calcmode="lin" valueType="num">
                                      <p:cBhvr>
                                        <p:cTn id="53" dur="500" fill="hold"/>
                                        <p:tgtEl>
                                          <p:spTgt spid="82"/>
                                        </p:tgtEl>
                                        <p:attrNameLst>
                                          <p:attrName>ppt_w</p:attrName>
                                        </p:attrNameLst>
                                      </p:cBhvr>
                                      <p:tavLst>
                                        <p:tav tm="0">
                                          <p:val>
                                            <p:fltVal val="0"/>
                                          </p:val>
                                        </p:tav>
                                        <p:tav tm="100000">
                                          <p:val>
                                            <p:strVal val="#ppt_w"/>
                                          </p:val>
                                        </p:tav>
                                      </p:tavLst>
                                    </p:anim>
                                    <p:anim calcmode="lin" valueType="num">
                                      <p:cBhvr>
                                        <p:cTn id="54" dur="500" fill="hold"/>
                                        <p:tgtEl>
                                          <p:spTgt spid="82"/>
                                        </p:tgtEl>
                                        <p:attrNameLst>
                                          <p:attrName>ppt_h</p:attrName>
                                        </p:attrNameLst>
                                      </p:cBhvr>
                                      <p:tavLst>
                                        <p:tav tm="0">
                                          <p:val>
                                            <p:fltVal val="0"/>
                                          </p:val>
                                        </p:tav>
                                        <p:tav tm="100000">
                                          <p:val>
                                            <p:strVal val="#ppt_h"/>
                                          </p:val>
                                        </p:tav>
                                      </p:tavLst>
                                    </p:anim>
                                    <p:animEffect transition="in" filter="fade">
                                      <p:cBhvr>
                                        <p:cTn id="55" dur="500"/>
                                        <p:tgtEl>
                                          <p:spTgt spid="82"/>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nodeType="clickEffect">
                                  <p:stCondLst>
                                    <p:cond delay="0"/>
                                  </p:stCondLst>
                                  <p:childTnLst>
                                    <p:set>
                                      <p:cBhvr>
                                        <p:cTn id="59" dur="1" fill="hold">
                                          <p:stCondLst>
                                            <p:cond delay="0"/>
                                          </p:stCondLst>
                                        </p:cTn>
                                        <p:tgtEl>
                                          <p:spTgt spid="83"/>
                                        </p:tgtEl>
                                        <p:attrNameLst>
                                          <p:attrName>style.visibility</p:attrName>
                                        </p:attrNameLst>
                                      </p:cBhvr>
                                      <p:to>
                                        <p:strVal val="visible"/>
                                      </p:to>
                                    </p:set>
                                    <p:anim calcmode="lin" valueType="num">
                                      <p:cBhvr>
                                        <p:cTn id="60" dur="500" fill="hold"/>
                                        <p:tgtEl>
                                          <p:spTgt spid="83"/>
                                        </p:tgtEl>
                                        <p:attrNameLst>
                                          <p:attrName>ppt_w</p:attrName>
                                        </p:attrNameLst>
                                      </p:cBhvr>
                                      <p:tavLst>
                                        <p:tav tm="0">
                                          <p:val>
                                            <p:fltVal val="0"/>
                                          </p:val>
                                        </p:tav>
                                        <p:tav tm="100000">
                                          <p:val>
                                            <p:strVal val="#ppt_w"/>
                                          </p:val>
                                        </p:tav>
                                      </p:tavLst>
                                    </p:anim>
                                    <p:anim calcmode="lin" valueType="num">
                                      <p:cBhvr>
                                        <p:cTn id="61" dur="500" fill="hold"/>
                                        <p:tgtEl>
                                          <p:spTgt spid="83"/>
                                        </p:tgtEl>
                                        <p:attrNameLst>
                                          <p:attrName>ppt_h</p:attrName>
                                        </p:attrNameLst>
                                      </p:cBhvr>
                                      <p:tavLst>
                                        <p:tav tm="0">
                                          <p:val>
                                            <p:fltVal val="0"/>
                                          </p:val>
                                        </p:tav>
                                        <p:tav tm="100000">
                                          <p:val>
                                            <p:strVal val="#ppt_h"/>
                                          </p:val>
                                        </p:tav>
                                      </p:tavLst>
                                    </p:anim>
                                    <p:animEffect transition="in" filter="fade">
                                      <p:cBhvr>
                                        <p:cTn id="62" dur="500"/>
                                        <p:tgtEl>
                                          <p:spTgt spid="83"/>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6"/>
                                        </p:tgtEl>
                                        <p:attrNameLst>
                                          <p:attrName>style.visibility</p:attrName>
                                        </p:attrNameLst>
                                      </p:cBhvr>
                                      <p:to>
                                        <p:strVal val="visible"/>
                                      </p:to>
                                    </p:set>
                                    <p:anim calcmode="lin" valueType="num">
                                      <p:cBhvr additive="base">
                                        <p:cTn id="67" dur="500" fill="hold"/>
                                        <p:tgtEl>
                                          <p:spTgt spid="36"/>
                                        </p:tgtEl>
                                        <p:attrNameLst>
                                          <p:attrName>ppt_x</p:attrName>
                                        </p:attrNameLst>
                                      </p:cBhvr>
                                      <p:tavLst>
                                        <p:tav tm="0">
                                          <p:val>
                                            <p:strVal val="#ppt_x"/>
                                          </p:val>
                                        </p:tav>
                                        <p:tav tm="100000">
                                          <p:val>
                                            <p:strVal val="#ppt_x"/>
                                          </p:val>
                                        </p:tav>
                                      </p:tavLst>
                                    </p:anim>
                                    <p:anim calcmode="lin" valueType="num">
                                      <p:cBhvr additive="base">
                                        <p:cTn id="68"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53" presetClass="entr" presetSubtype="16" fill="hold" grpId="0" nodeType="clickEffect">
                                  <p:stCondLst>
                                    <p:cond delay="0"/>
                                  </p:stCondLst>
                                  <p:childTnLst>
                                    <p:set>
                                      <p:cBhvr>
                                        <p:cTn id="72" dur="1" fill="hold">
                                          <p:stCondLst>
                                            <p:cond delay="0"/>
                                          </p:stCondLst>
                                        </p:cTn>
                                        <p:tgtEl>
                                          <p:spTgt spid="37"/>
                                        </p:tgtEl>
                                        <p:attrNameLst>
                                          <p:attrName>style.visibility</p:attrName>
                                        </p:attrNameLst>
                                      </p:cBhvr>
                                      <p:to>
                                        <p:strVal val="visible"/>
                                      </p:to>
                                    </p:set>
                                    <p:anim calcmode="lin" valueType="num">
                                      <p:cBhvr>
                                        <p:cTn id="73" dur="500" fill="hold"/>
                                        <p:tgtEl>
                                          <p:spTgt spid="37"/>
                                        </p:tgtEl>
                                        <p:attrNameLst>
                                          <p:attrName>ppt_w</p:attrName>
                                        </p:attrNameLst>
                                      </p:cBhvr>
                                      <p:tavLst>
                                        <p:tav tm="0">
                                          <p:val>
                                            <p:fltVal val="0"/>
                                          </p:val>
                                        </p:tav>
                                        <p:tav tm="100000">
                                          <p:val>
                                            <p:strVal val="#ppt_w"/>
                                          </p:val>
                                        </p:tav>
                                      </p:tavLst>
                                    </p:anim>
                                    <p:anim calcmode="lin" valueType="num">
                                      <p:cBhvr>
                                        <p:cTn id="74" dur="500" fill="hold"/>
                                        <p:tgtEl>
                                          <p:spTgt spid="37"/>
                                        </p:tgtEl>
                                        <p:attrNameLst>
                                          <p:attrName>ppt_h</p:attrName>
                                        </p:attrNameLst>
                                      </p:cBhvr>
                                      <p:tavLst>
                                        <p:tav tm="0">
                                          <p:val>
                                            <p:fltVal val="0"/>
                                          </p:val>
                                        </p:tav>
                                        <p:tav tm="100000">
                                          <p:val>
                                            <p:strVal val="#ppt_h"/>
                                          </p:val>
                                        </p:tav>
                                      </p:tavLst>
                                    </p:anim>
                                    <p:animEffect transition="in" filter="fade">
                                      <p:cBhvr>
                                        <p:cTn id="75" dur="500"/>
                                        <p:tgtEl>
                                          <p:spTgt spid="37"/>
                                        </p:tgtEl>
                                      </p:cBhvr>
                                    </p:animEffect>
                                  </p:childTnLst>
                                </p:cTn>
                              </p:par>
                            </p:childTnLst>
                          </p:cTn>
                        </p:par>
                      </p:childTnLst>
                    </p:cTn>
                  </p:par>
                  <p:par>
                    <p:cTn id="76" fill="hold">
                      <p:stCondLst>
                        <p:cond delay="indefinite"/>
                      </p:stCondLst>
                      <p:childTnLst>
                        <p:par>
                          <p:cTn id="77" fill="hold">
                            <p:stCondLst>
                              <p:cond delay="0"/>
                            </p:stCondLst>
                            <p:childTnLst>
                              <p:par>
                                <p:cTn id="78" presetID="53" presetClass="entr" presetSubtype="16" fill="hold" nodeType="clickEffect">
                                  <p:stCondLst>
                                    <p:cond delay="0"/>
                                  </p:stCondLst>
                                  <p:childTnLst>
                                    <p:set>
                                      <p:cBhvr>
                                        <p:cTn id="79" dur="1" fill="hold">
                                          <p:stCondLst>
                                            <p:cond delay="0"/>
                                          </p:stCondLst>
                                        </p:cTn>
                                        <p:tgtEl>
                                          <p:spTgt spid="84"/>
                                        </p:tgtEl>
                                        <p:attrNameLst>
                                          <p:attrName>style.visibility</p:attrName>
                                        </p:attrNameLst>
                                      </p:cBhvr>
                                      <p:to>
                                        <p:strVal val="visible"/>
                                      </p:to>
                                    </p:set>
                                    <p:anim calcmode="lin" valueType="num">
                                      <p:cBhvr>
                                        <p:cTn id="80" dur="500" fill="hold"/>
                                        <p:tgtEl>
                                          <p:spTgt spid="84"/>
                                        </p:tgtEl>
                                        <p:attrNameLst>
                                          <p:attrName>ppt_w</p:attrName>
                                        </p:attrNameLst>
                                      </p:cBhvr>
                                      <p:tavLst>
                                        <p:tav tm="0">
                                          <p:val>
                                            <p:fltVal val="0"/>
                                          </p:val>
                                        </p:tav>
                                        <p:tav tm="100000">
                                          <p:val>
                                            <p:strVal val="#ppt_w"/>
                                          </p:val>
                                        </p:tav>
                                      </p:tavLst>
                                    </p:anim>
                                    <p:anim calcmode="lin" valueType="num">
                                      <p:cBhvr>
                                        <p:cTn id="81" dur="500" fill="hold"/>
                                        <p:tgtEl>
                                          <p:spTgt spid="84"/>
                                        </p:tgtEl>
                                        <p:attrNameLst>
                                          <p:attrName>ppt_h</p:attrName>
                                        </p:attrNameLst>
                                      </p:cBhvr>
                                      <p:tavLst>
                                        <p:tav tm="0">
                                          <p:val>
                                            <p:fltVal val="0"/>
                                          </p:val>
                                        </p:tav>
                                        <p:tav tm="100000">
                                          <p:val>
                                            <p:strVal val="#ppt_h"/>
                                          </p:val>
                                        </p:tav>
                                      </p:tavLst>
                                    </p:anim>
                                    <p:animEffect transition="in" filter="fade">
                                      <p:cBhvr>
                                        <p:cTn id="82" dur="500"/>
                                        <p:tgtEl>
                                          <p:spTgt spid="84"/>
                                        </p:tgtEl>
                                      </p:cBhvr>
                                    </p:animEffect>
                                  </p:childTnLst>
                                </p:cTn>
                              </p:par>
                            </p:childTnLst>
                          </p:cTn>
                        </p:par>
                      </p:childTnLst>
                    </p:cTn>
                  </p:par>
                  <p:par>
                    <p:cTn id="83" fill="hold">
                      <p:stCondLst>
                        <p:cond delay="indefinite"/>
                      </p:stCondLst>
                      <p:childTnLst>
                        <p:par>
                          <p:cTn id="84" fill="hold">
                            <p:stCondLst>
                              <p:cond delay="0"/>
                            </p:stCondLst>
                            <p:childTnLst>
                              <p:par>
                                <p:cTn id="85" presetID="53" presetClass="entr" presetSubtype="16" fill="hold" nodeType="clickEffect">
                                  <p:stCondLst>
                                    <p:cond delay="0"/>
                                  </p:stCondLst>
                                  <p:childTnLst>
                                    <p:set>
                                      <p:cBhvr>
                                        <p:cTn id="86" dur="1" fill="hold">
                                          <p:stCondLst>
                                            <p:cond delay="0"/>
                                          </p:stCondLst>
                                        </p:cTn>
                                        <p:tgtEl>
                                          <p:spTgt spid="55"/>
                                        </p:tgtEl>
                                        <p:attrNameLst>
                                          <p:attrName>style.visibility</p:attrName>
                                        </p:attrNameLst>
                                      </p:cBhvr>
                                      <p:to>
                                        <p:strVal val="visible"/>
                                      </p:to>
                                    </p:set>
                                    <p:anim calcmode="lin" valueType="num">
                                      <p:cBhvr>
                                        <p:cTn id="87" dur="500" fill="hold"/>
                                        <p:tgtEl>
                                          <p:spTgt spid="55"/>
                                        </p:tgtEl>
                                        <p:attrNameLst>
                                          <p:attrName>ppt_w</p:attrName>
                                        </p:attrNameLst>
                                      </p:cBhvr>
                                      <p:tavLst>
                                        <p:tav tm="0">
                                          <p:val>
                                            <p:fltVal val="0"/>
                                          </p:val>
                                        </p:tav>
                                        <p:tav tm="100000">
                                          <p:val>
                                            <p:strVal val="#ppt_w"/>
                                          </p:val>
                                        </p:tav>
                                      </p:tavLst>
                                    </p:anim>
                                    <p:anim calcmode="lin" valueType="num">
                                      <p:cBhvr>
                                        <p:cTn id="88" dur="500" fill="hold"/>
                                        <p:tgtEl>
                                          <p:spTgt spid="55"/>
                                        </p:tgtEl>
                                        <p:attrNameLst>
                                          <p:attrName>ppt_h</p:attrName>
                                        </p:attrNameLst>
                                      </p:cBhvr>
                                      <p:tavLst>
                                        <p:tav tm="0">
                                          <p:val>
                                            <p:fltVal val="0"/>
                                          </p:val>
                                        </p:tav>
                                        <p:tav tm="100000">
                                          <p:val>
                                            <p:strVal val="#ppt_h"/>
                                          </p:val>
                                        </p:tav>
                                      </p:tavLst>
                                    </p:anim>
                                    <p:animEffect transition="in" filter="fade">
                                      <p:cBhvr>
                                        <p:cTn id="89" dur="500"/>
                                        <p:tgtEl>
                                          <p:spTgt spid="55"/>
                                        </p:tgtEl>
                                      </p:cBhvr>
                                    </p:animEffect>
                                  </p:childTnLst>
                                </p:cTn>
                              </p:par>
                            </p:childTnLst>
                          </p:cTn>
                        </p:par>
                      </p:childTnLst>
                    </p:cTn>
                  </p:par>
                  <p:par>
                    <p:cTn id="90" fill="hold">
                      <p:stCondLst>
                        <p:cond delay="indefinite"/>
                      </p:stCondLst>
                      <p:childTnLst>
                        <p:par>
                          <p:cTn id="91" fill="hold">
                            <p:stCondLst>
                              <p:cond delay="0"/>
                            </p:stCondLst>
                            <p:childTnLst>
                              <p:par>
                                <p:cTn id="92" presetID="53" presetClass="entr" presetSubtype="16" fill="hold" nodeType="clickEffect">
                                  <p:stCondLst>
                                    <p:cond delay="0"/>
                                  </p:stCondLst>
                                  <p:childTnLst>
                                    <p:set>
                                      <p:cBhvr>
                                        <p:cTn id="93" dur="1" fill="hold">
                                          <p:stCondLst>
                                            <p:cond delay="0"/>
                                          </p:stCondLst>
                                        </p:cTn>
                                        <p:tgtEl>
                                          <p:spTgt spid="85"/>
                                        </p:tgtEl>
                                        <p:attrNameLst>
                                          <p:attrName>style.visibility</p:attrName>
                                        </p:attrNameLst>
                                      </p:cBhvr>
                                      <p:to>
                                        <p:strVal val="visible"/>
                                      </p:to>
                                    </p:set>
                                    <p:anim calcmode="lin" valueType="num">
                                      <p:cBhvr>
                                        <p:cTn id="94" dur="500" fill="hold"/>
                                        <p:tgtEl>
                                          <p:spTgt spid="85"/>
                                        </p:tgtEl>
                                        <p:attrNameLst>
                                          <p:attrName>ppt_w</p:attrName>
                                        </p:attrNameLst>
                                      </p:cBhvr>
                                      <p:tavLst>
                                        <p:tav tm="0">
                                          <p:val>
                                            <p:fltVal val="0"/>
                                          </p:val>
                                        </p:tav>
                                        <p:tav tm="100000">
                                          <p:val>
                                            <p:strVal val="#ppt_w"/>
                                          </p:val>
                                        </p:tav>
                                      </p:tavLst>
                                    </p:anim>
                                    <p:anim calcmode="lin" valueType="num">
                                      <p:cBhvr>
                                        <p:cTn id="95" dur="500" fill="hold"/>
                                        <p:tgtEl>
                                          <p:spTgt spid="85"/>
                                        </p:tgtEl>
                                        <p:attrNameLst>
                                          <p:attrName>ppt_h</p:attrName>
                                        </p:attrNameLst>
                                      </p:cBhvr>
                                      <p:tavLst>
                                        <p:tav tm="0">
                                          <p:val>
                                            <p:fltVal val="0"/>
                                          </p:val>
                                        </p:tav>
                                        <p:tav tm="100000">
                                          <p:val>
                                            <p:strVal val="#ppt_h"/>
                                          </p:val>
                                        </p:tav>
                                      </p:tavLst>
                                    </p:anim>
                                    <p:animEffect transition="in" filter="fade">
                                      <p:cBhvr>
                                        <p:cTn id="96" dur="500"/>
                                        <p:tgtEl>
                                          <p:spTgt spid="85"/>
                                        </p:tgtEl>
                                      </p:cBhvr>
                                    </p:animEffect>
                                  </p:childTnLst>
                                </p:cTn>
                              </p:par>
                            </p:childTnLst>
                          </p:cTn>
                        </p:par>
                      </p:childTnLst>
                    </p:cTn>
                  </p:par>
                  <p:par>
                    <p:cTn id="97" fill="hold">
                      <p:stCondLst>
                        <p:cond delay="indefinite"/>
                      </p:stCondLst>
                      <p:childTnLst>
                        <p:par>
                          <p:cTn id="98" fill="hold">
                            <p:stCondLst>
                              <p:cond delay="0"/>
                            </p:stCondLst>
                            <p:childTnLst>
                              <p:par>
                                <p:cTn id="99" presetID="53" presetClass="entr" presetSubtype="16" fill="hold" nodeType="clickEffect">
                                  <p:stCondLst>
                                    <p:cond delay="0"/>
                                  </p:stCondLst>
                                  <p:childTnLst>
                                    <p:set>
                                      <p:cBhvr>
                                        <p:cTn id="100" dur="1" fill="hold">
                                          <p:stCondLst>
                                            <p:cond delay="0"/>
                                          </p:stCondLst>
                                        </p:cTn>
                                        <p:tgtEl>
                                          <p:spTgt spid="64"/>
                                        </p:tgtEl>
                                        <p:attrNameLst>
                                          <p:attrName>style.visibility</p:attrName>
                                        </p:attrNameLst>
                                      </p:cBhvr>
                                      <p:to>
                                        <p:strVal val="visible"/>
                                      </p:to>
                                    </p:set>
                                    <p:anim calcmode="lin" valueType="num">
                                      <p:cBhvr>
                                        <p:cTn id="101" dur="500" fill="hold"/>
                                        <p:tgtEl>
                                          <p:spTgt spid="64"/>
                                        </p:tgtEl>
                                        <p:attrNameLst>
                                          <p:attrName>ppt_w</p:attrName>
                                        </p:attrNameLst>
                                      </p:cBhvr>
                                      <p:tavLst>
                                        <p:tav tm="0">
                                          <p:val>
                                            <p:fltVal val="0"/>
                                          </p:val>
                                        </p:tav>
                                        <p:tav tm="100000">
                                          <p:val>
                                            <p:strVal val="#ppt_w"/>
                                          </p:val>
                                        </p:tav>
                                      </p:tavLst>
                                    </p:anim>
                                    <p:anim calcmode="lin" valueType="num">
                                      <p:cBhvr>
                                        <p:cTn id="102" dur="500" fill="hold"/>
                                        <p:tgtEl>
                                          <p:spTgt spid="64"/>
                                        </p:tgtEl>
                                        <p:attrNameLst>
                                          <p:attrName>ppt_h</p:attrName>
                                        </p:attrNameLst>
                                      </p:cBhvr>
                                      <p:tavLst>
                                        <p:tav tm="0">
                                          <p:val>
                                            <p:fltVal val="0"/>
                                          </p:val>
                                        </p:tav>
                                        <p:tav tm="100000">
                                          <p:val>
                                            <p:strVal val="#ppt_h"/>
                                          </p:val>
                                        </p:tav>
                                      </p:tavLst>
                                    </p:anim>
                                    <p:animEffect transition="in" filter="fade">
                                      <p:cBhvr>
                                        <p:cTn id="103" dur="500"/>
                                        <p:tgtEl>
                                          <p:spTgt spid="64"/>
                                        </p:tgtEl>
                                      </p:cBhvr>
                                    </p:animEffect>
                                  </p:childTnLst>
                                </p:cTn>
                              </p:par>
                              <p:par>
                                <p:cTn id="104" presetID="53" presetClass="entr" presetSubtype="16" fill="hold" nodeType="withEffect">
                                  <p:stCondLst>
                                    <p:cond delay="0"/>
                                  </p:stCondLst>
                                  <p:childTnLst>
                                    <p:set>
                                      <p:cBhvr>
                                        <p:cTn id="105" dur="1" fill="hold">
                                          <p:stCondLst>
                                            <p:cond delay="0"/>
                                          </p:stCondLst>
                                        </p:cTn>
                                        <p:tgtEl>
                                          <p:spTgt spid="66"/>
                                        </p:tgtEl>
                                        <p:attrNameLst>
                                          <p:attrName>style.visibility</p:attrName>
                                        </p:attrNameLst>
                                      </p:cBhvr>
                                      <p:to>
                                        <p:strVal val="visible"/>
                                      </p:to>
                                    </p:set>
                                    <p:anim calcmode="lin" valueType="num">
                                      <p:cBhvr>
                                        <p:cTn id="106" dur="500" fill="hold"/>
                                        <p:tgtEl>
                                          <p:spTgt spid="66"/>
                                        </p:tgtEl>
                                        <p:attrNameLst>
                                          <p:attrName>ppt_w</p:attrName>
                                        </p:attrNameLst>
                                      </p:cBhvr>
                                      <p:tavLst>
                                        <p:tav tm="0">
                                          <p:val>
                                            <p:fltVal val="0"/>
                                          </p:val>
                                        </p:tav>
                                        <p:tav tm="100000">
                                          <p:val>
                                            <p:strVal val="#ppt_w"/>
                                          </p:val>
                                        </p:tav>
                                      </p:tavLst>
                                    </p:anim>
                                    <p:anim calcmode="lin" valueType="num">
                                      <p:cBhvr>
                                        <p:cTn id="107" dur="500" fill="hold"/>
                                        <p:tgtEl>
                                          <p:spTgt spid="66"/>
                                        </p:tgtEl>
                                        <p:attrNameLst>
                                          <p:attrName>ppt_h</p:attrName>
                                        </p:attrNameLst>
                                      </p:cBhvr>
                                      <p:tavLst>
                                        <p:tav tm="0">
                                          <p:val>
                                            <p:fltVal val="0"/>
                                          </p:val>
                                        </p:tav>
                                        <p:tav tm="100000">
                                          <p:val>
                                            <p:strVal val="#ppt_h"/>
                                          </p:val>
                                        </p:tav>
                                      </p:tavLst>
                                    </p:anim>
                                    <p:animEffect transition="in" filter="fade">
                                      <p:cBhvr>
                                        <p:cTn id="108" dur="500"/>
                                        <p:tgtEl>
                                          <p:spTgt spid="66"/>
                                        </p:tgtEl>
                                      </p:cBhvr>
                                    </p:animEffect>
                                  </p:childTnLst>
                                </p:cTn>
                              </p:par>
                              <p:par>
                                <p:cTn id="109" presetID="53" presetClass="entr" presetSubtype="16" fill="hold" nodeType="withEffect">
                                  <p:stCondLst>
                                    <p:cond delay="0"/>
                                  </p:stCondLst>
                                  <p:childTnLst>
                                    <p:set>
                                      <p:cBhvr>
                                        <p:cTn id="110" dur="1" fill="hold">
                                          <p:stCondLst>
                                            <p:cond delay="0"/>
                                          </p:stCondLst>
                                        </p:cTn>
                                        <p:tgtEl>
                                          <p:spTgt spid="68"/>
                                        </p:tgtEl>
                                        <p:attrNameLst>
                                          <p:attrName>style.visibility</p:attrName>
                                        </p:attrNameLst>
                                      </p:cBhvr>
                                      <p:to>
                                        <p:strVal val="visible"/>
                                      </p:to>
                                    </p:set>
                                    <p:anim calcmode="lin" valueType="num">
                                      <p:cBhvr>
                                        <p:cTn id="111" dur="500" fill="hold"/>
                                        <p:tgtEl>
                                          <p:spTgt spid="68"/>
                                        </p:tgtEl>
                                        <p:attrNameLst>
                                          <p:attrName>ppt_w</p:attrName>
                                        </p:attrNameLst>
                                      </p:cBhvr>
                                      <p:tavLst>
                                        <p:tav tm="0">
                                          <p:val>
                                            <p:fltVal val="0"/>
                                          </p:val>
                                        </p:tav>
                                        <p:tav tm="100000">
                                          <p:val>
                                            <p:strVal val="#ppt_w"/>
                                          </p:val>
                                        </p:tav>
                                      </p:tavLst>
                                    </p:anim>
                                    <p:anim calcmode="lin" valueType="num">
                                      <p:cBhvr>
                                        <p:cTn id="112" dur="500" fill="hold"/>
                                        <p:tgtEl>
                                          <p:spTgt spid="68"/>
                                        </p:tgtEl>
                                        <p:attrNameLst>
                                          <p:attrName>ppt_h</p:attrName>
                                        </p:attrNameLst>
                                      </p:cBhvr>
                                      <p:tavLst>
                                        <p:tav tm="0">
                                          <p:val>
                                            <p:fltVal val="0"/>
                                          </p:val>
                                        </p:tav>
                                        <p:tav tm="100000">
                                          <p:val>
                                            <p:strVal val="#ppt_h"/>
                                          </p:val>
                                        </p:tav>
                                      </p:tavLst>
                                    </p:anim>
                                    <p:animEffect transition="in" filter="fade">
                                      <p:cBhvr>
                                        <p:cTn id="113" dur="500"/>
                                        <p:tgtEl>
                                          <p:spTgt spid="68"/>
                                        </p:tgtEl>
                                      </p:cBhvr>
                                    </p:animEffect>
                                  </p:childTnLst>
                                </p:cTn>
                              </p:par>
                            </p:childTnLst>
                          </p:cTn>
                        </p:par>
                      </p:childTnLst>
                    </p:cTn>
                  </p:par>
                  <p:par>
                    <p:cTn id="114" fill="hold">
                      <p:stCondLst>
                        <p:cond delay="indefinite"/>
                      </p:stCondLst>
                      <p:childTnLst>
                        <p:par>
                          <p:cTn id="115" fill="hold">
                            <p:stCondLst>
                              <p:cond delay="0"/>
                            </p:stCondLst>
                            <p:childTnLst>
                              <p:par>
                                <p:cTn id="116" presetID="53" presetClass="entr" presetSubtype="16" fill="hold" nodeType="clickEffect">
                                  <p:stCondLst>
                                    <p:cond delay="0"/>
                                  </p:stCondLst>
                                  <p:childTnLst>
                                    <p:set>
                                      <p:cBhvr>
                                        <p:cTn id="117" dur="1" fill="hold">
                                          <p:stCondLst>
                                            <p:cond delay="0"/>
                                          </p:stCondLst>
                                        </p:cTn>
                                        <p:tgtEl>
                                          <p:spTgt spid="86"/>
                                        </p:tgtEl>
                                        <p:attrNameLst>
                                          <p:attrName>style.visibility</p:attrName>
                                        </p:attrNameLst>
                                      </p:cBhvr>
                                      <p:to>
                                        <p:strVal val="visible"/>
                                      </p:to>
                                    </p:set>
                                    <p:anim calcmode="lin" valueType="num">
                                      <p:cBhvr>
                                        <p:cTn id="118" dur="500" fill="hold"/>
                                        <p:tgtEl>
                                          <p:spTgt spid="86"/>
                                        </p:tgtEl>
                                        <p:attrNameLst>
                                          <p:attrName>ppt_w</p:attrName>
                                        </p:attrNameLst>
                                      </p:cBhvr>
                                      <p:tavLst>
                                        <p:tav tm="0">
                                          <p:val>
                                            <p:fltVal val="0"/>
                                          </p:val>
                                        </p:tav>
                                        <p:tav tm="100000">
                                          <p:val>
                                            <p:strVal val="#ppt_w"/>
                                          </p:val>
                                        </p:tav>
                                      </p:tavLst>
                                    </p:anim>
                                    <p:anim calcmode="lin" valueType="num">
                                      <p:cBhvr>
                                        <p:cTn id="119" dur="500" fill="hold"/>
                                        <p:tgtEl>
                                          <p:spTgt spid="86"/>
                                        </p:tgtEl>
                                        <p:attrNameLst>
                                          <p:attrName>ppt_h</p:attrName>
                                        </p:attrNameLst>
                                      </p:cBhvr>
                                      <p:tavLst>
                                        <p:tav tm="0">
                                          <p:val>
                                            <p:fltVal val="0"/>
                                          </p:val>
                                        </p:tav>
                                        <p:tav tm="100000">
                                          <p:val>
                                            <p:strVal val="#ppt_h"/>
                                          </p:val>
                                        </p:tav>
                                      </p:tavLst>
                                    </p:anim>
                                    <p:animEffect transition="in" filter="fade">
                                      <p:cBhvr>
                                        <p:cTn id="120" dur="500"/>
                                        <p:tgtEl>
                                          <p:spTgt spid="86"/>
                                        </p:tgtEl>
                                      </p:cBhvr>
                                    </p:animEffect>
                                  </p:childTnLst>
                                </p:cTn>
                              </p:par>
                            </p:childTnLst>
                          </p:cTn>
                        </p:par>
                      </p:childTnLst>
                    </p:cTn>
                  </p:par>
                  <p:par>
                    <p:cTn id="121" fill="hold">
                      <p:stCondLst>
                        <p:cond delay="indefinite"/>
                      </p:stCondLst>
                      <p:childTnLst>
                        <p:par>
                          <p:cTn id="122" fill="hold">
                            <p:stCondLst>
                              <p:cond delay="0"/>
                            </p:stCondLst>
                            <p:childTnLst>
                              <p:par>
                                <p:cTn id="123" presetID="53" presetClass="entr" presetSubtype="16" fill="hold" nodeType="clickEffect">
                                  <p:stCondLst>
                                    <p:cond delay="0"/>
                                  </p:stCondLst>
                                  <p:childTnLst>
                                    <p:set>
                                      <p:cBhvr>
                                        <p:cTn id="124" dur="1" fill="hold">
                                          <p:stCondLst>
                                            <p:cond delay="0"/>
                                          </p:stCondLst>
                                        </p:cTn>
                                        <p:tgtEl>
                                          <p:spTgt spid="57"/>
                                        </p:tgtEl>
                                        <p:attrNameLst>
                                          <p:attrName>style.visibility</p:attrName>
                                        </p:attrNameLst>
                                      </p:cBhvr>
                                      <p:to>
                                        <p:strVal val="visible"/>
                                      </p:to>
                                    </p:set>
                                    <p:anim calcmode="lin" valueType="num">
                                      <p:cBhvr>
                                        <p:cTn id="125" dur="500" fill="hold"/>
                                        <p:tgtEl>
                                          <p:spTgt spid="57"/>
                                        </p:tgtEl>
                                        <p:attrNameLst>
                                          <p:attrName>ppt_w</p:attrName>
                                        </p:attrNameLst>
                                      </p:cBhvr>
                                      <p:tavLst>
                                        <p:tav tm="0">
                                          <p:val>
                                            <p:fltVal val="0"/>
                                          </p:val>
                                        </p:tav>
                                        <p:tav tm="100000">
                                          <p:val>
                                            <p:strVal val="#ppt_w"/>
                                          </p:val>
                                        </p:tav>
                                      </p:tavLst>
                                    </p:anim>
                                    <p:anim calcmode="lin" valueType="num">
                                      <p:cBhvr>
                                        <p:cTn id="126" dur="500" fill="hold"/>
                                        <p:tgtEl>
                                          <p:spTgt spid="57"/>
                                        </p:tgtEl>
                                        <p:attrNameLst>
                                          <p:attrName>ppt_h</p:attrName>
                                        </p:attrNameLst>
                                      </p:cBhvr>
                                      <p:tavLst>
                                        <p:tav tm="0">
                                          <p:val>
                                            <p:fltVal val="0"/>
                                          </p:val>
                                        </p:tav>
                                        <p:tav tm="100000">
                                          <p:val>
                                            <p:strVal val="#ppt_h"/>
                                          </p:val>
                                        </p:tav>
                                      </p:tavLst>
                                    </p:anim>
                                    <p:animEffect transition="in" filter="fade">
                                      <p:cBhvr>
                                        <p:cTn id="127" dur="500"/>
                                        <p:tgtEl>
                                          <p:spTgt spid="57"/>
                                        </p:tgtEl>
                                      </p:cBhvr>
                                    </p:animEffect>
                                  </p:childTnLst>
                                </p:cTn>
                              </p:par>
                            </p:childTnLst>
                          </p:cTn>
                        </p:par>
                      </p:childTnLst>
                    </p:cTn>
                  </p:par>
                  <p:par>
                    <p:cTn id="128" fill="hold">
                      <p:stCondLst>
                        <p:cond delay="indefinite"/>
                      </p:stCondLst>
                      <p:childTnLst>
                        <p:par>
                          <p:cTn id="129" fill="hold">
                            <p:stCondLst>
                              <p:cond delay="0"/>
                            </p:stCondLst>
                            <p:childTnLst>
                              <p:par>
                                <p:cTn id="130" presetID="53" presetClass="entr" presetSubtype="16" fill="hold" nodeType="clickEffect">
                                  <p:stCondLst>
                                    <p:cond delay="0"/>
                                  </p:stCondLst>
                                  <p:childTnLst>
                                    <p:set>
                                      <p:cBhvr>
                                        <p:cTn id="131" dur="1" fill="hold">
                                          <p:stCondLst>
                                            <p:cond delay="0"/>
                                          </p:stCondLst>
                                        </p:cTn>
                                        <p:tgtEl>
                                          <p:spTgt spid="46"/>
                                        </p:tgtEl>
                                        <p:attrNameLst>
                                          <p:attrName>style.visibility</p:attrName>
                                        </p:attrNameLst>
                                      </p:cBhvr>
                                      <p:to>
                                        <p:strVal val="visible"/>
                                      </p:to>
                                    </p:set>
                                    <p:anim calcmode="lin" valueType="num">
                                      <p:cBhvr>
                                        <p:cTn id="132" dur="500" fill="hold"/>
                                        <p:tgtEl>
                                          <p:spTgt spid="46"/>
                                        </p:tgtEl>
                                        <p:attrNameLst>
                                          <p:attrName>ppt_w</p:attrName>
                                        </p:attrNameLst>
                                      </p:cBhvr>
                                      <p:tavLst>
                                        <p:tav tm="0">
                                          <p:val>
                                            <p:fltVal val="0"/>
                                          </p:val>
                                        </p:tav>
                                        <p:tav tm="100000">
                                          <p:val>
                                            <p:strVal val="#ppt_w"/>
                                          </p:val>
                                        </p:tav>
                                      </p:tavLst>
                                    </p:anim>
                                    <p:anim calcmode="lin" valueType="num">
                                      <p:cBhvr>
                                        <p:cTn id="133" dur="500" fill="hold"/>
                                        <p:tgtEl>
                                          <p:spTgt spid="46"/>
                                        </p:tgtEl>
                                        <p:attrNameLst>
                                          <p:attrName>ppt_h</p:attrName>
                                        </p:attrNameLst>
                                      </p:cBhvr>
                                      <p:tavLst>
                                        <p:tav tm="0">
                                          <p:val>
                                            <p:fltVal val="0"/>
                                          </p:val>
                                        </p:tav>
                                        <p:tav tm="100000">
                                          <p:val>
                                            <p:strVal val="#ppt_h"/>
                                          </p:val>
                                        </p:tav>
                                      </p:tavLst>
                                    </p:anim>
                                    <p:animEffect transition="in" filter="fade">
                                      <p:cBhvr>
                                        <p:cTn id="134" dur="500"/>
                                        <p:tgtEl>
                                          <p:spTgt spid="46"/>
                                        </p:tgtEl>
                                      </p:cBhvr>
                                    </p:animEffect>
                                  </p:childTnLst>
                                </p:cTn>
                              </p:par>
                            </p:childTnLst>
                          </p:cTn>
                        </p:par>
                      </p:childTnLst>
                    </p:cTn>
                  </p:par>
                  <p:par>
                    <p:cTn id="135" fill="hold">
                      <p:stCondLst>
                        <p:cond delay="indefinite"/>
                      </p:stCondLst>
                      <p:childTnLst>
                        <p:par>
                          <p:cTn id="136" fill="hold">
                            <p:stCondLst>
                              <p:cond delay="0"/>
                            </p:stCondLst>
                            <p:childTnLst>
                              <p:par>
                                <p:cTn id="137" presetID="53" presetClass="entr" presetSubtype="16" fill="hold" nodeType="clickEffect">
                                  <p:stCondLst>
                                    <p:cond delay="0"/>
                                  </p:stCondLst>
                                  <p:childTnLst>
                                    <p:set>
                                      <p:cBhvr>
                                        <p:cTn id="138" dur="1" fill="hold">
                                          <p:stCondLst>
                                            <p:cond delay="0"/>
                                          </p:stCondLst>
                                        </p:cTn>
                                        <p:tgtEl>
                                          <p:spTgt spid="59"/>
                                        </p:tgtEl>
                                        <p:attrNameLst>
                                          <p:attrName>style.visibility</p:attrName>
                                        </p:attrNameLst>
                                      </p:cBhvr>
                                      <p:to>
                                        <p:strVal val="visible"/>
                                      </p:to>
                                    </p:set>
                                    <p:anim calcmode="lin" valueType="num">
                                      <p:cBhvr>
                                        <p:cTn id="139" dur="500" fill="hold"/>
                                        <p:tgtEl>
                                          <p:spTgt spid="59"/>
                                        </p:tgtEl>
                                        <p:attrNameLst>
                                          <p:attrName>ppt_w</p:attrName>
                                        </p:attrNameLst>
                                      </p:cBhvr>
                                      <p:tavLst>
                                        <p:tav tm="0">
                                          <p:val>
                                            <p:fltVal val="0"/>
                                          </p:val>
                                        </p:tav>
                                        <p:tav tm="100000">
                                          <p:val>
                                            <p:strVal val="#ppt_w"/>
                                          </p:val>
                                        </p:tav>
                                      </p:tavLst>
                                    </p:anim>
                                    <p:anim calcmode="lin" valueType="num">
                                      <p:cBhvr>
                                        <p:cTn id="140" dur="500" fill="hold"/>
                                        <p:tgtEl>
                                          <p:spTgt spid="59"/>
                                        </p:tgtEl>
                                        <p:attrNameLst>
                                          <p:attrName>ppt_h</p:attrName>
                                        </p:attrNameLst>
                                      </p:cBhvr>
                                      <p:tavLst>
                                        <p:tav tm="0">
                                          <p:val>
                                            <p:fltVal val="0"/>
                                          </p:val>
                                        </p:tav>
                                        <p:tav tm="100000">
                                          <p:val>
                                            <p:strVal val="#ppt_h"/>
                                          </p:val>
                                        </p:tav>
                                      </p:tavLst>
                                    </p:anim>
                                    <p:animEffect transition="in" filter="fade">
                                      <p:cBhvr>
                                        <p:cTn id="141" dur="500"/>
                                        <p:tgtEl>
                                          <p:spTgt spid="59"/>
                                        </p:tgtEl>
                                      </p:cBhvr>
                                    </p:animEffect>
                                  </p:childTnLst>
                                </p:cTn>
                              </p:par>
                            </p:childTnLst>
                          </p:cTn>
                        </p:par>
                      </p:childTnLst>
                    </p:cTn>
                  </p:par>
                  <p:par>
                    <p:cTn id="142" fill="hold">
                      <p:stCondLst>
                        <p:cond delay="indefinite"/>
                      </p:stCondLst>
                      <p:childTnLst>
                        <p:par>
                          <p:cTn id="143" fill="hold">
                            <p:stCondLst>
                              <p:cond delay="0"/>
                            </p:stCondLst>
                            <p:childTnLst>
                              <p:par>
                                <p:cTn id="144" presetID="53" presetClass="entr" presetSubtype="16" fill="hold" nodeType="clickEffect">
                                  <p:stCondLst>
                                    <p:cond delay="0"/>
                                  </p:stCondLst>
                                  <p:childTnLst>
                                    <p:set>
                                      <p:cBhvr>
                                        <p:cTn id="145" dur="1" fill="hold">
                                          <p:stCondLst>
                                            <p:cond delay="0"/>
                                          </p:stCondLst>
                                        </p:cTn>
                                        <p:tgtEl>
                                          <p:spTgt spid="45"/>
                                        </p:tgtEl>
                                        <p:attrNameLst>
                                          <p:attrName>style.visibility</p:attrName>
                                        </p:attrNameLst>
                                      </p:cBhvr>
                                      <p:to>
                                        <p:strVal val="visible"/>
                                      </p:to>
                                    </p:set>
                                    <p:anim calcmode="lin" valueType="num">
                                      <p:cBhvr>
                                        <p:cTn id="146" dur="500" fill="hold"/>
                                        <p:tgtEl>
                                          <p:spTgt spid="45"/>
                                        </p:tgtEl>
                                        <p:attrNameLst>
                                          <p:attrName>ppt_w</p:attrName>
                                        </p:attrNameLst>
                                      </p:cBhvr>
                                      <p:tavLst>
                                        <p:tav tm="0">
                                          <p:val>
                                            <p:fltVal val="0"/>
                                          </p:val>
                                        </p:tav>
                                        <p:tav tm="100000">
                                          <p:val>
                                            <p:strVal val="#ppt_w"/>
                                          </p:val>
                                        </p:tav>
                                      </p:tavLst>
                                    </p:anim>
                                    <p:anim calcmode="lin" valueType="num">
                                      <p:cBhvr>
                                        <p:cTn id="147" dur="500" fill="hold"/>
                                        <p:tgtEl>
                                          <p:spTgt spid="45"/>
                                        </p:tgtEl>
                                        <p:attrNameLst>
                                          <p:attrName>ppt_h</p:attrName>
                                        </p:attrNameLst>
                                      </p:cBhvr>
                                      <p:tavLst>
                                        <p:tav tm="0">
                                          <p:val>
                                            <p:fltVal val="0"/>
                                          </p:val>
                                        </p:tav>
                                        <p:tav tm="100000">
                                          <p:val>
                                            <p:strVal val="#ppt_h"/>
                                          </p:val>
                                        </p:tav>
                                      </p:tavLst>
                                    </p:anim>
                                    <p:animEffect transition="in" filter="fade">
                                      <p:cBhvr>
                                        <p:cTn id="148" dur="500"/>
                                        <p:tgtEl>
                                          <p:spTgt spid="45"/>
                                        </p:tgtEl>
                                      </p:cBhvr>
                                    </p:animEffect>
                                  </p:childTnLst>
                                </p:cTn>
                              </p:par>
                            </p:childTnLst>
                          </p:cTn>
                        </p:par>
                      </p:childTnLst>
                    </p:cTn>
                  </p:par>
                  <p:par>
                    <p:cTn id="149" fill="hold">
                      <p:stCondLst>
                        <p:cond delay="indefinite"/>
                      </p:stCondLst>
                      <p:childTnLst>
                        <p:par>
                          <p:cTn id="150" fill="hold">
                            <p:stCondLst>
                              <p:cond delay="0"/>
                            </p:stCondLst>
                            <p:childTnLst>
                              <p:par>
                                <p:cTn id="151" presetID="53" presetClass="entr" presetSubtype="16" fill="hold" nodeType="clickEffect">
                                  <p:stCondLst>
                                    <p:cond delay="0"/>
                                  </p:stCondLst>
                                  <p:childTnLst>
                                    <p:set>
                                      <p:cBhvr>
                                        <p:cTn id="152" dur="1" fill="hold">
                                          <p:stCondLst>
                                            <p:cond delay="0"/>
                                          </p:stCondLst>
                                        </p:cTn>
                                        <p:tgtEl>
                                          <p:spTgt spid="61"/>
                                        </p:tgtEl>
                                        <p:attrNameLst>
                                          <p:attrName>style.visibility</p:attrName>
                                        </p:attrNameLst>
                                      </p:cBhvr>
                                      <p:to>
                                        <p:strVal val="visible"/>
                                      </p:to>
                                    </p:set>
                                    <p:anim calcmode="lin" valueType="num">
                                      <p:cBhvr>
                                        <p:cTn id="153" dur="500" fill="hold"/>
                                        <p:tgtEl>
                                          <p:spTgt spid="61"/>
                                        </p:tgtEl>
                                        <p:attrNameLst>
                                          <p:attrName>ppt_w</p:attrName>
                                        </p:attrNameLst>
                                      </p:cBhvr>
                                      <p:tavLst>
                                        <p:tav tm="0">
                                          <p:val>
                                            <p:fltVal val="0"/>
                                          </p:val>
                                        </p:tav>
                                        <p:tav tm="100000">
                                          <p:val>
                                            <p:strVal val="#ppt_w"/>
                                          </p:val>
                                        </p:tav>
                                      </p:tavLst>
                                    </p:anim>
                                    <p:anim calcmode="lin" valueType="num">
                                      <p:cBhvr>
                                        <p:cTn id="154" dur="500" fill="hold"/>
                                        <p:tgtEl>
                                          <p:spTgt spid="61"/>
                                        </p:tgtEl>
                                        <p:attrNameLst>
                                          <p:attrName>ppt_h</p:attrName>
                                        </p:attrNameLst>
                                      </p:cBhvr>
                                      <p:tavLst>
                                        <p:tav tm="0">
                                          <p:val>
                                            <p:fltVal val="0"/>
                                          </p:val>
                                        </p:tav>
                                        <p:tav tm="100000">
                                          <p:val>
                                            <p:strVal val="#ppt_h"/>
                                          </p:val>
                                        </p:tav>
                                      </p:tavLst>
                                    </p:anim>
                                    <p:animEffect transition="in" filter="fade">
                                      <p:cBhvr>
                                        <p:cTn id="155" dur="500"/>
                                        <p:tgtEl>
                                          <p:spTgt spid="61"/>
                                        </p:tgtEl>
                                      </p:cBhvr>
                                    </p:animEffect>
                                  </p:childTnLst>
                                </p:cTn>
                              </p:par>
                            </p:childTnLst>
                          </p:cTn>
                        </p:par>
                      </p:childTnLst>
                    </p:cTn>
                  </p:par>
                  <p:par>
                    <p:cTn id="156" fill="hold">
                      <p:stCondLst>
                        <p:cond delay="indefinite"/>
                      </p:stCondLst>
                      <p:childTnLst>
                        <p:par>
                          <p:cTn id="157" fill="hold">
                            <p:stCondLst>
                              <p:cond delay="0"/>
                            </p:stCondLst>
                            <p:childTnLst>
                              <p:par>
                                <p:cTn id="158" presetID="53" presetClass="entr" presetSubtype="16" fill="hold" nodeType="clickEffect">
                                  <p:stCondLst>
                                    <p:cond delay="0"/>
                                  </p:stCondLst>
                                  <p:childTnLst>
                                    <p:set>
                                      <p:cBhvr>
                                        <p:cTn id="159" dur="1" fill="hold">
                                          <p:stCondLst>
                                            <p:cond delay="0"/>
                                          </p:stCondLst>
                                        </p:cTn>
                                        <p:tgtEl>
                                          <p:spTgt spid="44"/>
                                        </p:tgtEl>
                                        <p:attrNameLst>
                                          <p:attrName>style.visibility</p:attrName>
                                        </p:attrNameLst>
                                      </p:cBhvr>
                                      <p:to>
                                        <p:strVal val="visible"/>
                                      </p:to>
                                    </p:set>
                                    <p:anim calcmode="lin" valueType="num">
                                      <p:cBhvr>
                                        <p:cTn id="160" dur="500" fill="hold"/>
                                        <p:tgtEl>
                                          <p:spTgt spid="44"/>
                                        </p:tgtEl>
                                        <p:attrNameLst>
                                          <p:attrName>ppt_w</p:attrName>
                                        </p:attrNameLst>
                                      </p:cBhvr>
                                      <p:tavLst>
                                        <p:tav tm="0">
                                          <p:val>
                                            <p:fltVal val="0"/>
                                          </p:val>
                                        </p:tav>
                                        <p:tav tm="100000">
                                          <p:val>
                                            <p:strVal val="#ppt_w"/>
                                          </p:val>
                                        </p:tav>
                                      </p:tavLst>
                                    </p:anim>
                                    <p:anim calcmode="lin" valueType="num">
                                      <p:cBhvr>
                                        <p:cTn id="161" dur="500" fill="hold"/>
                                        <p:tgtEl>
                                          <p:spTgt spid="44"/>
                                        </p:tgtEl>
                                        <p:attrNameLst>
                                          <p:attrName>ppt_h</p:attrName>
                                        </p:attrNameLst>
                                      </p:cBhvr>
                                      <p:tavLst>
                                        <p:tav tm="0">
                                          <p:val>
                                            <p:fltVal val="0"/>
                                          </p:val>
                                        </p:tav>
                                        <p:tav tm="100000">
                                          <p:val>
                                            <p:strVal val="#ppt_h"/>
                                          </p:val>
                                        </p:tav>
                                      </p:tavLst>
                                    </p:anim>
                                    <p:animEffect transition="in" filter="fade">
                                      <p:cBhvr>
                                        <p:cTn id="16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36" grpId="0"/>
      <p:bldP spid="3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23</a:t>
            </a:fld>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4244121503"/>
              </p:ext>
            </p:extLst>
          </p:nvPr>
        </p:nvGraphicFramePr>
        <p:xfrm>
          <a:off x="1882098" y="2149633"/>
          <a:ext cx="8127999" cy="3077094"/>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517603125"/>
                    </a:ext>
                  </a:extLst>
                </a:gridCol>
                <a:gridCol w="2709333">
                  <a:extLst>
                    <a:ext uri="{9D8B030D-6E8A-4147-A177-3AD203B41FA5}">
                      <a16:colId xmlns:a16="http://schemas.microsoft.com/office/drawing/2014/main" val="2064415552"/>
                    </a:ext>
                  </a:extLst>
                </a:gridCol>
                <a:gridCol w="2709333">
                  <a:extLst>
                    <a:ext uri="{9D8B030D-6E8A-4147-A177-3AD203B41FA5}">
                      <a16:colId xmlns:a16="http://schemas.microsoft.com/office/drawing/2014/main" val="4080876296"/>
                    </a:ext>
                  </a:extLst>
                </a:gridCol>
              </a:tblGrid>
              <a:tr h="512849">
                <a:tc>
                  <a:txBody>
                    <a:bodyPr/>
                    <a:lstStyle/>
                    <a:p>
                      <a:r>
                        <a:rPr lang="en-US" dirty="0" smtClean="0"/>
                        <a:t>Aspect</a:t>
                      </a:r>
                      <a:endParaRPr lang="en-US" dirty="0"/>
                    </a:p>
                  </a:txBody>
                  <a:tcPr/>
                </a:tc>
                <a:tc>
                  <a:txBody>
                    <a:bodyPr/>
                    <a:lstStyle/>
                    <a:p>
                      <a:r>
                        <a:rPr lang="en-US" dirty="0" smtClean="0"/>
                        <a:t>Single Agent</a:t>
                      </a:r>
                      <a:endParaRPr lang="en-US" dirty="0"/>
                    </a:p>
                  </a:txBody>
                  <a:tcPr/>
                </a:tc>
                <a:tc>
                  <a:txBody>
                    <a:bodyPr/>
                    <a:lstStyle/>
                    <a:p>
                      <a:r>
                        <a:rPr lang="en-US" dirty="0" smtClean="0"/>
                        <a:t>Multi Agents</a:t>
                      </a:r>
                      <a:endParaRPr lang="en-US" dirty="0"/>
                    </a:p>
                  </a:txBody>
                  <a:tcPr/>
                </a:tc>
                <a:extLst>
                  <a:ext uri="{0D108BD9-81ED-4DB2-BD59-A6C34878D82A}">
                    <a16:rowId xmlns:a16="http://schemas.microsoft.com/office/drawing/2014/main" val="3822949523"/>
                  </a:ext>
                </a:extLst>
              </a:tr>
              <a:tr h="512849">
                <a:tc>
                  <a:txBody>
                    <a:bodyPr/>
                    <a:lstStyle/>
                    <a:p>
                      <a:r>
                        <a:rPr lang="en-US" dirty="0" smtClean="0"/>
                        <a:t>Complexity</a:t>
                      </a:r>
                      <a:endParaRPr lang="en-US" dirty="0"/>
                    </a:p>
                  </a:txBody>
                  <a:tcPr/>
                </a:tc>
                <a:tc>
                  <a:txBody>
                    <a:bodyPr/>
                    <a:lstStyle/>
                    <a:p>
                      <a:r>
                        <a:rPr lang="en-US" dirty="0" smtClean="0"/>
                        <a:t>Low</a:t>
                      </a:r>
                      <a:endParaRPr lang="en-US" dirty="0"/>
                    </a:p>
                  </a:txBody>
                  <a:tcPr/>
                </a:tc>
                <a:tc>
                  <a:txBody>
                    <a:bodyPr/>
                    <a:lstStyle/>
                    <a:p>
                      <a:r>
                        <a:rPr lang="en-US" dirty="0" smtClean="0"/>
                        <a:t>High</a:t>
                      </a:r>
                      <a:endParaRPr lang="en-US" dirty="0"/>
                    </a:p>
                  </a:txBody>
                  <a:tcPr/>
                </a:tc>
                <a:extLst>
                  <a:ext uri="{0D108BD9-81ED-4DB2-BD59-A6C34878D82A}">
                    <a16:rowId xmlns:a16="http://schemas.microsoft.com/office/drawing/2014/main" val="1367846728"/>
                  </a:ext>
                </a:extLst>
              </a:tr>
              <a:tr h="512849">
                <a:tc>
                  <a:txBody>
                    <a:bodyPr/>
                    <a:lstStyle/>
                    <a:p>
                      <a:r>
                        <a:rPr lang="en-US" dirty="0" smtClean="0"/>
                        <a:t>Coordination Needed</a:t>
                      </a:r>
                      <a:endParaRPr lang="en-US" dirty="0"/>
                    </a:p>
                  </a:txBody>
                  <a:tcPr/>
                </a:tc>
                <a:tc>
                  <a:txBody>
                    <a:bodyPr/>
                    <a:lstStyle/>
                    <a:p>
                      <a:r>
                        <a:rPr lang="en-US" dirty="0" smtClean="0"/>
                        <a:t>None</a:t>
                      </a:r>
                      <a:endParaRPr lang="en-US" dirty="0"/>
                    </a:p>
                  </a:txBody>
                  <a:tcPr/>
                </a:tc>
                <a:tc>
                  <a:txBody>
                    <a:bodyPr/>
                    <a:lstStyle/>
                    <a:p>
                      <a:r>
                        <a:rPr lang="en-US" dirty="0" smtClean="0"/>
                        <a:t>High</a:t>
                      </a:r>
                      <a:endParaRPr lang="en-US" dirty="0"/>
                    </a:p>
                  </a:txBody>
                  <a:tcPr/>
                </a:tc>
                <a:extLst>
                  <a:ext uri="{0D108BD9-81ED-4DB2-BD59-A6C34878D82A}">
                    <a16:rowId xmlns:a16="http://schemas.microsoft.com/office/drawing/2014/main" val="1583333200"/>
                  </a:ext>
                </a:extLst>
              </a:tr>
              <a:tr h="512849">
                <a:tc>
                  <a:txBody>
                    <a:bodyPr/>
                    <a:lstStyle/>
                    <a:p>
                      <a:r>
                        <a:rPr lang="en-US" dirty="0" smtClean="0"/>
                        <a:t>Scalability</a:t>
                      </a:r>
                      <a:endParaRPr lang="en-US" dirty="0"/>
                    </a:p>
                  </a:txBody>
                  <a:tcPr/>
                </a:tc>
                <a:tc>
                  <a:txBody>
                    <a:bodyPr/>
                    <a:lstStyle/>
                    <a:p>
                      <a:r>
                        <a:rPr lang="en-US" dirty="0" smtClean="0"/>
                        <a:t>Limited</a:t>
                      </a:r>
                      <a:endParaRPr lang="en-US" dirty="0"/>
                    </a:p>
                  </a:txBody>
                  <a:tcPr/>
                </a:tc>
                <a:tc>
                  <a:txBody>
                    <a:bodyPr/>
                    <a:lstStyle/>
                    <a:p>
                      <a:r>
                        <a:rPr lang="en-US" dirty="0" smtClean="0"/>
                        <a:t>High</a:t>
                      </a:r>
                      <a:endParaRPr lang="en-US" dirty="0"/>
                    </a:p>
                  </a:txBody>
                  <a:tcPr/>
                </a:tc>
                <a:extLst>
                  <a:ext uri="{0D108BD9-81ED-4DB2-BD59-A6C34878D82A}">
                    <a16:rowId xmlns:a16="http://schemas.microsoft.com/office/drawing/2014/main" val="826342809"/>
                  </a:ext>
                </a:extLst>
              </a:tr>
              <a:tr h="512849">
                <a:tc>
                  <a:txBody>
                    <a:bodyPr/>
                    <a:lstStyle/>
                    <a:p>
                      <a:r>
                        <a:rPr lang="en-US" dirty="0" smtClean="0"/>
                        <a:t>Use Case</a:t>
                      </a:r>
                      <a:endParaRPr lang="en-US" dirty="0"/>
                    </a:p>
                  </a:txBody>
                  <a:tcPr/>
                </a:tc>
                <a:tc>
                  <a:txBody>
                    <a:bodyPr/>
                    <a:lstStyle/>
                    <a:p>
                      <a:r>
                        <a:rPr lang="en-US" dirty="0" smtClean="0"/>
                        <a:t>Simple Tasks</a:t>
                      </a:r>
                      <a:endParaRPr lang="en-US" dirty="0"/>
                    </a:p>
                  </a:txBody>
                  <a:tcPr/>
                </a:tc>
                <a:tc>
                  <a:txBody>
                    <a:bodyPr/>
                    <a:lstStyle/>
                    <a:p>
                      <a:r>
                        <a:rPr lang="en-US" dirty="0" smtClean="0"/>
                        <a:t>Complex Workflows</a:t>
                      </a:r>
                      <a:endParaRPr lang="en-US" dirty="0"/>
                    </a:p>
                  </a:txBody>
                  <a:tcPr/>
                </a:tc>
                <a:extLst>
                  <a:ext uri="{0D108BD9-81ED-4DB2-BD59-A6C34878D82A}">
                    <a16:rowId xmlns:a16="http://schemas.microsoft.com/office/drawing/2014/main" val="3932359007"/>
                  </a:ext>
                </a:extLst>
              </a:tr>
              <a:tr h="512849">
                <a:tc>
                  <a:txBody>
                    <a:bodyPr/>
                    <a:lstStyle/>
                    <a:p>
                      <a:r>
                        <a:rPr lang="en-US" dirty="0" smtClean="0"/>
                        <a:t>Frameworks can use</a:t>
                      </a:r>
                      <a:endParaRPr lang="en-US" dirty="0"/>
                    </a:p>
                  </a:txBody>
                  <a:tcPr/>
                </a:tc>
                <a:tc>
                  <a:txBody>
                    <a:bodyPr/>
                    <a:lstStyle/>
                    <a:p>
                      <a:r>
                        <a:rPr lang="en-US" dirty="0" smtClean="0"/>
                        <a:t>LangChain</a:t>
                      </a:r>
                      <a:endParaRPr lang="en-US" dirty="0"/>
                    </a:p>
                  </a:txBody>
                  <a:tcPr/>
                </a:tc>
                <a:tc>
                  <a:txBody>
                    <a:bodyPr/>
                    <a:lstStyle/>
                    <a:p>
                      <a:r>
                        <a:rPr lang="en-US" dirty="0" smtClean="0"/>
                        <a:t>AutoGen, LlamaIndex</a:t>
                      </a:r>
                      <a:endParaRPr lang="en-US" dirty="0"/>
                    </a:p>
                  </a:txBody>
                  <a:tcPr/>
                </a:tc>
                <a:extLst>
                  <a:ext uri="{0D108BD9-81ED-4DB2-BD59-A6C34878D82A}">
                    <a16:rowId xmlns:a16="http://schemas.microsoft.com/office/drawing/2014/main" val="1870713079"/>
                  </a:ext>
                </a:extLst>
              </a:tr>
            </a:tbl>
          </a:graphicData>
        </a:graphic>
      </p:graphicFrame>
      <p:sp>
        <p:nvSpPr>
          <p:cNvPr id="4" name="TextBox 3"/>
          <p:cNvSpPr txBox="1"/>
          <p:nvPr/>
        </p:nvSpPr>
        <p:spPr>
          <a:xfrm>
            <a:off x="2158582" y="1203678"/>
            <a:ext cx="9569018" cy="461665"/>
          </a:xfrm>
          <a:prstGeom prst="rect">
            <a:avLst/>
          </a:prstGeom>
          <a:noFill/>
        </p:spPr>
        <p:txBody>
          <a:bodyPr wrap="square" rtlCol="0">
            <a:spAutoFit/>
          </a:bodyPr>
          <a:lstStyle/>
          <a:p>
            <a:r>
              <a:rPr lang="en-US" sz="2400" dirty="0" smtClean="0"/>
              <a:t>The differences between Single Agent and Multi Agents:</a:t>
            </a:r>
            <a:endParaRPr lang="en-US" sz="2400" dirty="0"/>
          </a:p>
        </p:txBody>
      </p:sp>
    </p:spTree>
    <p:extLst>
      <p:ext uri="{BB962C8B-B14F-4D97-AF65-F5344CB8AC3E}">
        <p14:creationId xmlns:p14="http://schemas.microsoft.com/office/powerpoint/2010/main" val="23660609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atellite against the night sky">
            <a:extLst>
              <a:ext uri="{FF2B5EF4-FFF2-40B4-BE49-F238E27FC236}">
                <a16:creationId xmlns:a16="http://schemas.microsoft.com/office/drawing/2014/main" id="{D4F2268B-BB87-42FB-B84F-C145C01B497A}"/>
              </a:ext>
            </a:extLst>
          </p:cNvPr>
          <p:cNvPicPr>
            <a:picLocks noChangeAspect="1"/>
          </p:cNvPicPr>
          <p:nvPr/>
        </p:nvPicPr>
        <p:blipFill rotWithShape="1">
          <a:blip r:embed="rId3"/>
          <a:srcRect l="8611" r="16027" b="1"/>
          <a:stretch/>
        </p:blipFill>
        <p:spPr>
          <a:xfrm>
            <a:off x="8888133" y="4144246"/>
            <a:ext cx="3302966" cy="2717299"/>
          </a:xfrm>
          <a:custGeom>
            <a:avLst/>
            <a:gdLst>
              <a:gd name="connsiteX0" fmla="*/ 1663658 w 3039855"/>
              <a:gd name="connsiteY0" fmla="*/ 0 h 2500842"/>
              <a:gd name="connsiteX1" fmla="*/ 2947417 w 3039855"/>
              <a:gd name="connsiteY1" fmla="*/ 605417 h 2500842"/>
              <a:gd name="connsiteX2" fmla="*/ 3039855 w 3039855"/>
              <a:gd name="connsiteY2" fmla="*/ 729032 h 2500842"/>
              <a:gd name="connsiteX3" fmla="*/ 3039855 w 3039855"/>
              <a:gd name="connsiteY3" fmla="*/ 2500842 h 2500842"/>
              <a:gd name="connsiteX4" fmla="*/ 226952 w 3039855"/>
              <a:gd name="connsiteY4" fmla="*/ 2500842 h 2500842"/>
              <a:gd name="connsiteX5" fmla="*/ 155401 w 3039855"/>
              <a:gd name="connsiteY5" fmla="*/ 2366679 h 2500842"/>
              <a:gd name="connsiteX6" fmla="*/ 0 w 3039855"/>
              <a:gd name="connsiteY6" fmla="*/ 1663658 h 2500842"/>
              <a:gd name="connsiteX7" fmla="*/ 1663658 w 3039855"/>
              <a:gd name="connsiteY7" fmla="*/ 0 h 25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9855" h="2500842">
                <a:moveTo>
                  <a:pt x="1663658" y="0"/>
                </a:moveTo>
                <a:cubicBezTo>
                  <a:pt x="2180490" y="0"/>
                  <a:pt x="2642278" y="235674"/>
                  <a:pt x="2947417" y="605417"/>
                </a:cubicBezTo>
                <a:lnTo>
                  <a:pt x="3039855" y="729032"/>
                </a:lnTo>
                <a:lnTo>
                  <a:pt x="3039855" y="2500842"/>
                </a:lnTo>
                <a:lnTo>
                  <a:pt x="226952" y="2500842"/>
                </a:lnTo>
                <a:lnTo>
                  <a:pt x="155401" y="2366679"/>
                </a:lnTo>
                <a:cubicBezTo>
                  <a:pt x="55691" y="2153127"/>
                  <a:pt x="0" y="1914896"/>
                  <a:pt x="0" y="1663658"/>
                </a:cubicBezTo>
                <a:cubicBezTo>
                  <a:pt x="0" y="744845"/>
                  <a:pt x="744845" y="0"/>
                  <a:pt x="1663658" y="0"/>
                </a:cubicBezTo>
                <a:close/>
              </a:path>
            </a:pathLst>
          </a:custGeom>
        </p:spPr>
      </p:pic>
      <p:pic>
        <p:nvPicPr>
          <p:cNvPr id="7" name="Picture 6" descr="abstract image of light dots">
            <a:extLst>
              <a:ext uri="{FF2B5EF4-FFF2-40B4-BE49-F238E27FC236}">
                <a16:creationId xmlns:a16="http://schemas.microsoft.com/office/drawing/2014/main" id="{FE6C54C5-D2F4-48F8-B65E-7506F07BCCF3}"/>
              </a:ext>
            </a:extLst>
          </p:cNvPr>
          <p:cNvPicPr>
            <a:picLocks noChangeAspect="1"/>
          </p:cNvPicPr>
          <p:nvPr/>
        </p:nvPicPr>
        <p:blipFill rotWithShape="1">
          <a:blip r:embed="rId4"/>
          <a:srcRect l="23268" r="4773" b="-1"/>
          <a:stretch/>
        </p:blipFill>
        <p:spPr>
          <a:xfrm>
            <a:off x="8055588" y="-3863"/>
            <a:ext cx="4132754" cy="3445946"/>
          </a:xfrm>
          <a:custGeom>
            <a:avLst/>
            <a:gdLst>
              <a:gd name="connsiteX0" fmla="*/ 303228 w 4638368"/>
              <a:gd name="connsiteY0" fmla="*/ 0 h 3867534"/>
              <a:gd name="connsiteX1" fmla="*/ 4638368 w 4638368"/>
              <a:gd name="connsiteY1" fmla="*/ 0 h 3867534"/>
              <a:gd name="connsiteX2" fmla="*/ 4638368 w 4638368"/>
              <a:gd name="connsiteY2" fmla="*/ 2952747 h 3867534"/>
              <a:gd name="connsiteX3" fmla="*/ 4585825 w 4638368"/>
              <a:gd name="connsiteY3" fmla="*/ 3013864 h 3867534"/>
              <a:gd name="connsiteX4" fmla="*/ 2641346 w 4638368"/>
              <a:gd name="connsiteY4" fmla="*/ 3867534 h 3867534"/>
              <a:gd name="connsiteX5" fmla="*/ 0 w 4638368"/>
              <a:gd name="connsiteY5" fmla="*/ 1226188 h 3867534"/>
              <a:gd name="connsiteX6" fmla="*/ 260466 w 4638368"/>
              <a:gd name="connsiteY6" fmla="*/ 81056 h 38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sp>
        <p:nvSpPr>
          <p:cNvPr id="6" name="Title 5"/>
          <p:cNvSpPr>
            <a:spLocks noGrp="1"/>
          </p:cNvSpPr>
          <p:nvPr>
            <p:ph type="title"/>
          </p:nvPr>
        </p:nvSpPr>
        <p:spPr>
          <a:xfrm>
            <a:off x="1760310" y="2064237"/>
            <a:ext cx="7127823" cy="3265357"/>
          </a:xfrm>
        </p:spPr>
        <p:txBody>
          <a:bodyPr>
            <a:normAutofit/>
          </a:bodyPr>
          <a:lstStyle/>
          <a:p>
            <a:r>
              <a:rPr lang="en-US" sz="5400" b="1" dirty="0" smtClean="0"/>
              <a:t>WhEN TO USE AI AGENTS</a:t>
            </a:r>
            <a:endParaRPr lang="en-US" sz="5400" b="1" dirty="0"/>
          </a:p>
        </p:txBody>
      </p:sp>
      <p:sp>
        <p:nvSpPr>
          <p:cNvPr id="2" name="Slide Number Placeholder 1"/>
          <p:cNvSpPr>
            <a:spLocks noGrp="1"/>
          </p:cNvSpPr>
          <p:nvPr>
            <p:ph type="sldNum" sz="quarter" idx="12"/>
          </p:nvPr>
        </p:nvSpPr>
        <p:spPr/>
        <p:txBody>
          <a:bodyPr/>
          <a:lstStyle/>
          <a:p>
            <a:fld id="{69E57DC2-970A-4B3E-BB1C-7A09969E49DF}" type="slidenum">
              <a:rPr lang="en-US" smtClean="0"/>
              <a:t>24</a:t>
            </a:fld>
            <a:endParaRPr lang="en-US" dirty="0"/>
          </a:p>
        </p:txBody>
      </p:sp>
    </p:spTree>
    <p:extLst>
      <p:ext uri="{BB962C8B-B14F-4D97-AF65-F5344CB8AC3E}">
        <p14:creationId xmlns:p14="http://schemas.microsoft.com/office/powerpoint/2010/main" val="1964800708"/>
      </p:ext>
    </p:extLst>
  </p:cSld>
  <p:clrMapOvr>
    <a:masterClrMapping/>
  </p:clrMapOvr>
  <p:transition spd="slow">
    <p:push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9E57DC2-970A-4B3E-BB1C-7A09969E49DF}" type="slidenum">
              <a:rPr lang="en-US" smtClean="0"/>
              <a:t>25</a:t>
            </a:fld>
            <a:endParaRPr lang="en-US" dirty="0"/>
          </a:p>
        </p:txBody>
      </p:sp>
      <p:sp>
        <p:nvSpPr>
          <p:cNvPr id="4" name="Oval 3"/>
          <p:cNvSpPr/>
          <p:nvPr/>
        </p:nvSpPr>
        <p:spPr>
          <a:xfrm>
            <a:off x="784927" y="1422851"/>
            <a:ext cx="2605635" cy="91440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smtClean="0"/>
              <a:t>Open Ended Problems</a:t>
            </a:r>
            <a:endParaRPr lang="en-US" dirty="0"/>
          </a:p>
        </p:txBody>
      </p:sp>
      <p:sp>
        <p:nvSpPr>
          <p:cNvPr id="5" name="Oval 4"/>
          <p:cNvSpPr/>
          <p:nvPr/>
        </p:nvSpPr>
        <p:spPr>
          <a:xfrm>
            <a:off x="4673549" y="1467046"/>
            <a:ext cx="2516622" cy="91440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smtClean="0"/>
              <a:t>Multi Step Processes</a:t>
            </a:r>
            <a:endParaRPr lang="en-US" dirty="0"/>
          </a:p>
        </p:txBody>
      </p:sp>
      <p:sp>
        <p:nvSpPr>
          <p:cNvPr id="6" name="Oval 5"/>
          <p:cNvSpPr/>
          <p:nvPr/>
        </p:nvSpPr>
        <p:spPr>
          <a:xfrm>
            <a:off x="8435263" y="1481048"/>
            <a:ext cx="2516622" cy="91440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smtClean="0"/>
              <a:t>Improvement Over Time</a:t>
            </a:r>
            <a:endParaRPr lang="en-US" dirty="0"/>
          </a:p>
        </p:txBody>
      </p:sp>
      <p:cxnSp>
        <p:nvCxnSpPr>
          <p:cNvPr id="8" name="Straight Arrow Connector 7"/>
          <p:cNvCxnSpPr>
            <a:stCxn id="4" idx="4"/>
          </p:cNvCxnSpPr>
          <p:nvPr/>
        </p:nvCxnSpPr>
        <p:spPr>
          <a:xfrm flipH="1">
            <a:off x="2087744" y="2337251"/>
            <a:ext cx="1" cy="6891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4" idx="3"/>
          </p:cNvCxnSpPr>
          <p:nvPr/>
        </p:nvCxnSpPr>
        <p:spPr>
          <a:xfrm flipH="1">
            <a:off x="914400" y="2203340"/>
            <a:ext cx="252113" cy="13861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4" idx="5"/>
          </p:cNvCxnSpPr>
          <p:nvPr/>
        </p:nvCxnSpPr>
        <p:spPr>
          <a:xfrm>
            <a:off x="3008976" y="2203340"/>
            <a:ext cx="511059" cy="1502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65080" y="3728365"/>
            <a:ext cx="1439694" cy="59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dynamic</a:t>
            </a:r>
            <a:endParaRPr lang="en-US" dirty="0"/>
          </a:p>
        </p:txBody>
      </p:sp>
      <p:sp>
        <p:nvSpPr>
          <p:cNvPr id="14" name="Oval 13"/>
          <p:cNvSpPr/>
          <p:nvPr/>
        </p:nvSpPr>
        <p:spPr>
          <a:xfrm>
            <a:off x="1413924" y="3150289"/>
            <a:ext cx="1439694" cy="59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Task is not clear</a:t>
            </a:r>
            <a:endParaRPr lang="en-US" dirty="0"/>
          </a:p>
        </p:txBody>
      </p:sp>
      <p:sp>
        <p:nvSpPr>
          <p:cNvPr id="15" name="Oval 14"/>
          <p:cNvSpPr/>
          <p:nvPr/>
        </p:nvSpPr>
        <p:spPr>
          <a:xfrm>
            <a:off x="2826121" y="3758876"/>
            <a:ext cx="1725357" cy="59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hardcoded</a:t>
            </a:r>
            <a:endParaRPr lang="en-US" dirty="0"/>
          </a:p>
        </p:txBody>
      </p:sp>
      <p:sp>
        <p:nvSpPr>
          <p:cNvPr id="16" name="Oval 15"/>
          <p:cNvSpPr/>
          <p:nvPr/>
        </p:nvSpPr>
        <p:spPr>
          <a:xfrm>
            <a:off x="3864202" y="2792364"/>
            <a:ext cx="1575698" cy="59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Multiple actions</a:t>
            </a:r>
            <a:endParaRPr lang="en-US" dirty="0"/>
          </a:p>
        </p:txBody>
      </p:sp>
      <p:sp>
        <p:nvSpPr>
          <p:cNvPr id="17" name="Oval 16"/>
          <p:cNvSpPr/>
          <p:nvPr/>
        </p:nvSpPr>
        <p:spPr>
          <a:xfrm>
            <a:off x="6360109" y="2774028"/>
            <a:ext cx="1607849" cy="59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Tool usage</a:t>
            </a:r>
            <a:endParaRPr lang="en-US" dirty="0"/>
          </a:p>
        </p:txBody>
      </p:sp>
      <p:sp>
        <p:nvSpPr>
          <p:cNvPr id="18" name="Oval 17"/>
          <p:cNvSpPr/>
          <p:nvPr/>
        </p:nvSpPr>
        <p:spPr>
          <a:xfrm>
            <a:off x="7759760" y="3840865"/>
            <a:ext cx="1784030" cy="59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Repetitive</a:t>
            </a:r>
            <a:endParaRPr lang="en-US" dirty="0"/>
          </a:p>
        </p:txBody>
      </p:sp>
      <p:sp>
        <p:nvSpPr>
          <p:cNvPr id="19" name="Oval 18"/>
          <p:cNvSpPr/>
          <p:nvPr/>
        </p:nvSpPr>
        <p:spPr>
          <a:xfrm>
            <a:off x="8912187" y="2868897"/>
            <a:ext cx="1562774" cy="59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Adapts behavior</a:t>
            </a:r>
            <a:endParaRPr lang="en-US" dirty="0"/>
          </a:p>
        </p:txBody>
      </p:sp>
      <p:sp>
        <p:nvSpPr>
          <p:cNvPr id="20" name="Oval 19"/>
          <p:cNvSpPr/>
          <p:nvPr/>
        </p:nvSpPr>
        <p:spPr>
          <a:xfrm>
            <a:off x="5113962" y="3840865"/>
            <a:ext cx="1726331" cy="59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Multi turn reasoning</a:t>
            </a:r>
            <a:endParaRPr lang="en-US" dirty="0"/>
          </a:p>
        </p:txBody>
      </p:sp>
      <p:sp>
        <p:nvSpPr>
          <p:cNvPr id="21" name="Oval 20"/>
          <p:cNvSpPr/>
          <p:nvPr/>
        </p:nvSpPr>
        <p:spPr>
          <a:xfrm>
            <a:off x="10152572" y="3526635"/>
            <a:ext cx="1818844" cy="59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Learn from feedback</a:t>
            </a:r>
            <a:endParaRPr lang="en-US" dirty="0"/>
          </a:p>
        </p:txBody>
      </p:sp>
      <p:cxnSp>
        <p:nvCxnSpPr>
          <p:cNvPr id="25" name="Straight Arrow Connector 24"/>
          <p:cNvCxnSpPr>
            <a:stCxn id="5" idx="3"/>
          </p:cNvCxnSpPr>
          <p:nvPr/>
        </p:nvCxnSpPr>
        <p:spPr>
          <a:xfrm flipH="1">
            <a:off x="4904651" y="2247535"/>
            <a:ext cx="137449" cy="4784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5" idx="4"/>
          </p:cNvCxnSpPr>
          <p:nvPr/>
        </p:nvCxnSpPr>
        <p:spPr>
          <a:xfrm>
            <a:off x="5931860" y="2381446"/>
            <a:ext cx="225429" cy="13689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5" idx="5"/>
          </p:cNvCxnSpPr>
          <p:nvPr/>
        </p:nvCxnSpPr>
        <p:spPr>
          <a:xfrm>
            <a:off x="6821620" y="2247535"/>
            <a:ext cx="201431" cy="384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H="1">
            <a:off x="8651775" y="2381446"/>
            <a:ext cx="180940" cy="1324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6" idx="4"/>
          </p:cNvCxnSpPr>
          <p:nvPr/>
        </p:nvCxnSpPr>
        <p:spPr>
          <a:xfrm>
            <a:off x="9693574" y="2395448"/>
            <a:ext cx="0" cy="286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6" idx="5"/>
          </p:cNvCxnSpPr>
          <p:nvPr/>
        </p:nvCxnSpPr>
        <p:spPr>
          <a:xfrm>
            <a:off x="10583334" y="2261537"/>
            <a:ext cx="603475" cy="11058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77486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500" fill="hold"/>
                                        <p:tgtEl>
                                          <p:spTgt spid="10"/>
                                        </p:tgtEl>
                                        <p:attrNameLst>
                                          <p:attrName>ppt_w</p:attrName>
                                        </p:attrNameLst>
                                      </p:cBhvr>
                                      <p:tavLst>
                                        <p:tav tm="0">
                                          <p:val>
                                            <p:fltVal val="0"/>
                                          </p:val>
                                        </p:tav>
                                        <p:tav tm="100000">
                                          <p:val>
                                            <p:strVal val="#ppt_w"/>
                                          </p:val>
                                        </p:tav>
                                      </p:tavLst>
                                    </p:anim>
                                    <p:anim calcmode="lin" valueType="num">
                                      <p:cBhvr>
                                        <p:cTn id="14" dur="500" fill="hold"/>
                                        <p:tgtEl>
                                          <p:spTgt spid="10"/>
                                        </p:tgtEl>
                                        <p:attrNameLst>
                                          <p:attrName>ppt_h</p:attrName>
                                        </p:attrNameLst>
                                      </p:cBhvr>
                                      <p:tavLst>
                                        <p:tav tm="0">
                                          <p:val>
                                            <p:fltVal val="0"/>
                                          </p:val>
                                        </p:tav>
                                        <p:tav tm="100000">
                                          <p:val>
                                            <p:strVal val="#ppt_h"/>
                                          </p:val>
                                        </p:tav>
                                      </p:tavLst>
                                    </p:anim>
                                    <p:animEffect transition="in" filter="fade">
                                      <p:cBhvr>
                                        <p:cTn id="15" dur="500"/>
                                        <p:tgtEl>
                                          <p:spTgt spid="10"/>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ppt_w</p:attrName>
                                        </p:attrNameLst>
                                      </p:cBhvr>
                                      <p:tavLst>
                                        <p:tav tm="0">
                                          <p:val>
                                            <p:fltVal val="0"/>
                                          </p:val>
                                        </p:tav>
                                        <p:tav tm="100000">
                                          <p:val>
                                            <p:strVal val="#ppt_w"/>
                                          </p:val>
                                        </p:tav>
                                      </p:tavLst>
                                    </p:anim>
                                    <p:anim calcmode="lin" valueType="num">
                                      <p:cBhvr>
                                        <p:cTn id="19" dur="500" fill="hold"/>
                                        <p:tgtEl>
                                          <p:spTgt spid="13"/>
                                        </p:tgtEl>
                                        <p:attrNameLst>
                                          <p:attrName>ppt_h</p:attrName>
                                        </p:attrNameLst>
                                      </p:cBhvr>
                                      <p:tavLst>
                                        <p:tav tm="0">
                                          <p:val>
                                            <p:fltVal val="0"/>
                                          </p:val>
                                        </p:tav>
                                        <p:tav tm="100000">
                                          <p:val>
                                            <p:strVal val="#ppt_h"/>
                                          </p:val>
                                        </p:tav>
                                      </p:tavLst>
                                    </p:anim>
                                    <p:animEffect transition="in" filter="fade">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500" fill="hold"/>
                                        <p:tgtEl>
                                          <p:spTgt spid="8"/>
                                        </p:tgtEl>
                                        <p:attrNameLst>
                                          <p:attrName>ppt_w</p:attrName>
                                        </p:attrNameLst>
                                      </p:cBhvr>
                                      <p:tavLst>
                                        <p:tav tm="0">
                                          <p:val>
                                            <p:fltVal val="0"/>
                                          </p:val>
                                        </p:tav>
                                        <p:tav tm="100000">
                                          <p:val>
                                            <p:strVal val="#ppt_w"/>
                                          </p:val>
                                        </p:tav>
                                      </p:tavLst>
                                    </p:anim>
                                    <p:anim calcmode="lin" valueType="num">
                                      <p:cBhvr>
                                        <p:cTn id="26" dur="500" fill="hold"/>
                                        <p:tgtEl>
                                          <p:spTgt spid="8"/>
                                        </p:tgtEl>
                                        <p:attrNameLst>
                                          <p:attrName>ppt_h</p:attrName>
                                        </p:attrNameLst>
                                      </p:cBhvr>
                                      <p:tavLst>
                                        <p:tav tm="0">
                                          <p:val>
                                            <p:fltVal val="0"/>
                                          </p:val>
                                        </p:tav>
                                        <p:tav tm="100000">
                                          <p:val>
                                            <p:strVal val="#ppt_h"/>
                                          </p:val>
                                        </p:tav>
                                      </p:tavLst>
                                    </p:anim>
                                    <p:animEffect transition="in" filter="fade">
                                      <p:cBhvr>
                                        <p:cTn id="27" dur="500"/>
                                        <p:tgtEl>
                                          <p:spTgt spid="8"/>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p:cTn id="30" dur="500" fill="hold"/>
                                        <p:tgtEl>
                                          <p:spTgt spid="14"/>
                                        </p:tgtEl>
                                        <p:attrNameLst>
                                          <p:attrName>ppt_w</p:attrName>
                                        </p:attrNameLst>
                                      </p:cBhvr>
                                      <p:tavLst>
                                        <p:tav tm="0">
                                          <p:val>
                                            <p:fltVal val="0"/>
                                          </p:val>
                                        </p:tav>
                                        <p:tav tm="100000">
                                          <p:val>
                                            <p:strVal val="#ppt_w"/>
                                          </p:val>
                                        </p:tav>
                                      </p:tavLst>
                                    </p:anim>
                                    <p:anim calcmode="lin" valueType="num">
                                      <p:cBhvr>
                                        <p:cTn id="31" dur="500" fill="hold"/>
                                        <p:tgtEl>
                                          <p:spTgt spid="14"/>
                                        </p:tgtEl>
                                        <p:attrNameLst>
                                          <p:attrName>ppt_h</p:attrName>
                                        </p:attrNameLst>
                                      </p:cBhvr>
                                      <p:tavLst>
                                        <p:tav tm="0">
                                          <p:val>
                                            <p:fltVal val="0"/>
                                          </p:val>
                                        </p:tav>
                                        <p:tav tm="100000">
                                          <p:val>
                                            <p:strVal val="#ppt_h"/>
                                          </p:val>
                                        </p:tav>
                                      </p:tavLst>
                                    </p:anim>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Effect transition="in" filter="fade">
                                      <p:cBhvr>
                                        <p:cTn id="39" dur="500"/>
                                        <p:tgtEl>
                                          <p:spTgt spid="12"/>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p:cTn id="42" dur="500" fill="hold"/>
                                        <p:tgtEl>
                                          <p:spTgt spid="15"/>
                                        </p:tgtEl>
                                        <p:attrNameLst>
                                          <p:attrName>ppt_w</p:attrName>
                                        </p:attrNameLst>
                                      </p:cBhvr>
                                      <p:tavLst>
                                        <p:tav tm="0">
                                          <p:val>
                                            <p:fltVal val="0"/>
                                          </p:val>
                                        </p:tav>
                                        <p:tav tm="100000">
                                          <p:val>
                                            <p:strVal val="#ppt_w"/>
                                          </p:val>
                                        </p:tav>
                                      </p:tavLst>
                                    </p:anim>
                                    <p:anim calcmode="lin" valueType="num">
                                      <p:cBhvr>
                                        <p:cTn id="43" dur="500" fill="hold"/>
                                        <p:tgtEl>
                                          <p:spTgt spid="15"/>
                                        </p:tgtEl>
                                        <p:attrNameLst>
                                          <p:attrName>ppt_h</p:attrName>
                                        </p:attrNameLst>
                                      </p:cBhvr>
                                      <p:tavLst>
                                        <p:tav tm="0">
                                          <p:val>
                                            <p:fltVal val="0"/>
                                          </p:val>
                                        </p:tav>
                                        <p:tav tm="100000">
                                          <p:val>
                                            <p:strVal val="#ppt_h"/>
                                          </p:val>
                                        </p:tav>
                                      </p:tavLst>
                                    </p:anim>
                                    <p:animEffect transition="in" filter="fade">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
                                        </p:tgtEl>
                                        <p:attrNameLst>
                                          <p:attrName>style.visibility</p:attrName>
                                        </p:attrNameLst>
                                      </p:cBhvr>
                                      <p:to>
                                        <p:strVal val="visible"/>
                                      </p:to>
                                    </p:set>
                                    <p:anim calcmode="lin" valueType="num">
                                      <p:cBhvr additive="base">
                                        <p:cTn id="49" dur="500" fill="hold"/>
                                        <p:tgtEl>
                                          <p:spTgt spid="5"/>
                                        </p:tgtEl>
                                        <p:attrNameLst>
                                          <p:attrName>ppt_x</p:attrName>
                                        </p:attrNameLst>
                                      </p:cBhvr>
                                      <p:tavLst>
                                        <p:tav tm="0">
                                          <p:val>
                                            <p:strVal val="#ppt_x"/>
                                          </p:val>
                                        </p:tav>
                                        <p:tav tm="100000">
                                          <p:val>
                                            <p:strVal val="#ppt_x"/>
                                          </p:val>
                                        </p:tav>
                                      </p:tavLst>
                                    </p:anim>
                                    <p:anim calcmode="lin" valueType="num">
                                      <p:cBhvr additive="base">
                                        <p:cTn id="5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nodeType="clickEffect">
                                  <p:stCondLst>
                                    <p:cond delay="0"/>
                                  </p:stCondLst>
                                  <p:childTnLst>
                                    <p:set>
                                      <p:cBhvr>
                                        <p:cTn id="54" dur="1" fill="hold">
                                          <p:stCondLst>
                                            <p:cond delay="0"/>
                                          </p:stCondLst>
                                        </p:cTn>
                                        <p:tgtEl>
                                          <p:spTgt spid="25"/>
                                        </p:tgtEl>
                                        <p:attrNameLst>
                                          <p:attrName>style.visibility</p:attrName>
                                        </p:attrNameLst>
                                      </p:cBhvr>
                                      <p:to>
                                        <p:strVal val="visible"/>
                                      </p:to>
                                    </p:set>
                                    <p:anim calcmode="lin" valueType="num">
                                      <p:cBhvr>
                                        <p:cTn id="55" dur="500" fill="hold"/>
                                        <p:tgtEl>
                                          <p:spTgt spid="25"/>
                                        </p:tgtEl>
                                        <p:attrNameLst>
                                          <p:attrName>ppt_w</p:attrName>
                                        </p:attrNameLst>
                                      </p:cBhvr>
                                      <p:tavLst>
                                        <p:tav tm="0">
                                          <p:val>
                                            <p:fltVal val="0"/>
                                          </p:val>
                                        </p:tav>
                                        <p:tav tm="100000">
                                          <p:val>
                                            <p:strVal val="#ppt_w"/>
                                          </p:val>
                                        </p:tav>
                                      </p:tavLst>
                                    </p:anim>
                                    <p:anim calcmode="lin" valueType="num">
                                      <p:cBhvr>
                                        <p:cTn id="56" dur="500" fill="hold"/>
                                        <p:tgtEl>
                                          <p:spTgt spid="25"/>
                                        </p:tgtEl>
                                        <p:attrNameLst>
                                          <p:attrName>ppt_h</p:attrName>
                                        </p:attrNameLst>
                                      </p:cBhvr>
                                      <p:tavLst>
                                        <p:tav tm="0">
                                          <p:val>
                                            <p:fltVal val="0"/>
                                          </p:val>
                                        </p:tav>
                                        <p:tav tm="100000">
                                          <p:val>
                                            <p:strVal val="#ppt_h"/>
                                          </p:val>
                                        </p:tav>
                                      </p:tavLst>
                                    </p:anim>
                                    <p:animEffect transition="in" filter="fade">
                                      <p:cBhvr>
                                        <p:cTn id="57" dur="500"/>
                                        <p:tgtEl>
                                          <p:spTgt spid="25"/>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16"/>
                                        </p:tgtEl>
                                        <p:attrNameLst>
                                          <p:attrName>style.visibility</p:attrName>
                                        </p:attrNameLst>
                                      </p:cBhvr>
                                      <p:to>
                                        <p:strVal val="visible"/>
                                      </p:to>
                                    </p:set>
                                    <p:anim calcmode="lin" valueType="num">
                                      <p:cBhvr>
                                        <p:cTn id="60" dur="500" fill="hold"/>
                                        <p:tgtEl>
                                          <p:spTgt spid="16"/>
                                        </p:tgtEl>
                                        <p:attrNameLst>
                                          <p:attrName>ppt_w</p:attrName>
                                        </p:attrNameLst>
                                      </p:cBhvr>
                                      <p:tavLst>
                                        <p:tav tm="0">
                                          <p:val>
                                            <p:fltVal val="0"/>
                                          </p:val>
                                        </p:tav>
                                        <p:tav tm="100000">
                                          <p:val>
                                            <p:strVal val="#ppt_w"/>
                                          </p:val>
                                        </p:tav>
                                      </p:tavLst>
                                    </p:anim>
                                    <p:anim calcmode="lin" valueType="num">
                                      <p:cBhvr>
                                        <p:cTn id="61" dur="500" fill="hold"/>
                                        <p:tgtEl>
                                          <p:spTgt spid="16"/>
                                        </p:tgtEl>
                                        <p:attrNameLst>
                                          <p:attrName>ppt_h</p:attrName>
                                        </p:attrNameLst>
                                      </p:cBhvr>
                                      <p:tavLst>
                                        <p:tav tm="0">
                                          <p:val>
                                            <p:fltVal val="0"/>
                                          </p:val>
                                        </p:tav>
                                        <p:tav tm="100000">
                                          <p:val>
                                            <p:strVal val="#ppt_h"/>
                                          </p:val>
                                        </p:tav>
                                      </p:tavLst>
                                    </p:anim>
                                    <p:animEffect transition="in" filter="fade">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53" presetClass="entr" presetSubtype="16" fill="hold" nodeType="clickEffect">
                                  <p:stCondLst>
                                    <p:cond delay="0"/>
                                  </p:stCondLst>
                                  <p:childTnLst>
                                    <p:set>
                                      <p:cBhvr>
                                        <p:cTn id="66" dur="1" fill="hold">
                                          <p:stCondLst>
                                            <p:cond delay="0"/>
                                          </p:stCondLst>
                                        </p:cTn>
                                        <p:tgtEl>
                                          <p:spTgt spid="27"/>
                                        </p:tgtEl>
                                        <p:attrNameLst>
                                          <p:attrName>style.visibility</p:attrName>
                                        </p:attrNameLst>
                                      </p:cBhvr>
                                      <p:to>
                                        <p:strVal val="visible"/>
                                      </p:to>
                                    </p:set>
                                    <p:anim calcmode="lin" valueType="num">
                                      <p:cBhvr>
                                        <p:cTn id="67" dur="500" fill="hold"/>
                                        <p:tgtEl>
                                          <p:spTgt spid="27"/>
                                        </p:tgtEl>
                                        <p:attrNameLst>
                                          <p:attrName>ppt_w</p:attrName>
                                        </p:attrNameLst>
                                      </p:cBhvr>
                                      <p:tavLst>
                                        <p:tav tm="0">
                                          <p:val>
                                            <p:fltVal val="0"/>
                                          </p:val>
                                        </p:tav>
                                        <p:tav tm="100000">
                                          <p:val>
                                            <p:strVal val="#ppt_w"/>
                                          </p:val>
                                        </p:tav>
                                      </p:tavLst>
                                    </p:anim>
                                    <p:anim calcmode="lin" valueType="num">
                                      <p:cBhvr>
                                        <p:cTn id="68" dur="500" fill="hold"/>
                                        <p:tgtEl>
                                          <p:spTgt spid="27"/>
                                        </p:tgtEl>
                                        <p:attrNameLst>
                                          <p:attrName>ppt_h</p:attrName>
                                        </p:attrNameLst>
                                      </p:cBhvr>
                                      <p:tavLst>
                                        <p:tav tm="0">
                                          <p:val>
                                            <p:fltVal val="0"/>
                                          </p:val>
                                        </p:tav>
                                        <p:tav tm="100000">
                                          <p:val>
                                            <p:strVal val="#ppt_h"/>
                                          </p:val>
                                        </p:tav>
                                      </p:tavLst>
                                    </p:anim>
                                    <p:animEffect transition="in" filter="fade">
                                      <p:cBhvr>
                                        <p:cTn id="69" dur="500"/>
                                        <p:tgtEl>
                                          <p:spTgt spid="27"/>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20"/>
                                        </p:tgtEl>
                                        <p:attrNameLst>
                                          <p:attrName>style.visibility</p:attrName>
                                        </p:attrNameLst>
                                      </p:cBhvr>
                                      <p:to>
                                        <p:strVal val="visible"/>
                                      </p:to>
                                    </p:set>
                                    <p:anim calcmode="lin" valueType="num">
                                      <p:cBhvr>
                                        <p:cTn id="72" dur="500" fill="hold"/>
                                        <p:tgtEl>
                                          <p:spTgt spid="20"/>
                                        </p:tgtEl>
                                        <p:attrNameLst>
                                          <p:attrName>ppt_w</p:attrName>
                                        </p:attrNameLst>
                                      </p:cBhvr>
                                      <p:tavLst>
                                        <p:tav tm="0">
                                          <p:val>
                                            <p:fltVal val="0"/>
                                          </p:val>
                                        </p:tav>
                                        <p:tav tm="100000">
                                          <p:val>
                                            <p:strVal val="#ppt_w"/>
                                          </p:val>
                                        </p:tav>
                                      </p:tavLst>
                                    </p:anim>
                                    <p:anim calcmode="lin" valueType="num">
                                      <p:cBhvr>
                                        <p:cTn id="73" dur="500" fill="hold"/>
                                        <p:tgtEl>
                                          <p:spTgt spid="20"/>
                                        </p:tgtEl>
                                        <p:attrNameLst>
                                          <p:attrName>ppt_h</p:attrName>
                                        </p:attrNameLst>
                                      </p:cBhvr>
                                      <p:tavLst>
                                        <p:tav tm="0">
                                          <p:val>
                                            <p:fltVal val="0"/>
                                          </p:val>
                                        </p:tav>
                                        <p:tav tm="100000">
                                          <p:val>
                                            <p:strVal val="#ppt_h"/>
                                          </p:val>
                                        </p:tav>
                                      </p:tavLst>
                                    </p:anim>
                                    <p:animEffect transition="in" filter="fade">
                                      <p:cBhvr>
                                        <p:cTn id="74" dur="500"/>
                                        <p:tgtEl>
                                          <p:spTgt spid="20"/>
                                        </p:tgtEl>
                                      </p:cBhvr>
                                    </p:animEffect>
                                  </p:childTnLst>
                                </p:cTn>
                              </p:par>
                            </p:childTnLst>
                          </p:cTn>
                        </p:par>
                      </p:childTnLst>
                    </p:cTn>
                  </p:par>
                  <p:par>
                    <p:cTn id="75" fill="hold">
                      <p:stCondLst>
                        <p:cond delay="indefinite"/>
                      </p:stCondLst>
                      <p:childTnLst>
                        <p:par>
                          <p:cTn id="76" fill="hold">
                            <p:stCondLst>
                              <p:cond delay="0"/>
                            </p:stCondLst>
                            <p:childTnLst>
                              <p:par>
                                <p:cTn id="77" presetID="53" presetClass="entr" presetSubtype="16" fill="hold" nodeType="clickEffect">
                                  <p:stCondLst>
                                    <p:cond delay="0"/>
                                  </p:stCondLst>
                                  <p:childTnLst>
                                    <p:set>
                                      <p:cBhvr>
                                        <p:cTn id="78" dur="1" fill="hold">
                                          <p:stCondLst>
                                            <p:cond delay="0"/>
                                          </p:stCondLst>
                                        </p:cTn>
                                        <p:tgtEl>
                                          <p:spTgt spid="29"/>
                                        </p:tgtEl>
                                        <p:attrNameLst>
                                          <p:attrName>style.visibility</p:attrName>
                                        </p:attrNameLst>
                                      </p:cBhvr>
                                      <p:to>
                                        <p:strVal val="visible"/>
                                      </p:to>
                                    </p:set>
                                    <p:anim calcmode="lin" valueType="num">
                                      <p:cBhvr>
                                        <p:cTn id="79" dur="500" fill="hold"/>
                                        <p:tgtEl>
                                          <p:spTgt spid="29"/>
                                        </p:tgtEl>
                                        <p:attrNameLst>
                                          <p:attrName>ppt_w</p:attrName>
                                        </p:attrNameLst>
                                      </p:cBhvr>
                                      <p:tavLst>
                                        <p:tav tm="0">
                                          <p:val>
                                            <p:fltVal val="0"/>
                                          </p:val>
                                        </p:tav>
                                        <p:tav tm="100000">
                                          <p:val>
                                            <p:strVal val="#ppt_w"/>
                                          </p:val>
                                        </p:tav>
                                      </p:tavLst>
                                    </p:anim>
                                    <p:anim calcmode="lin" valueType="num">
                                      <p:cBhvr>
                                        <p:cTn id="80" dur="500" fill="hold"/>
                                        <p:tgtEl>
                                          <p:spTgt spid="29"/>
                                        </p:tgtEl>
                                        <p:attrNameLst>
                                          <p:attrName>ppt_h</p:attrName>
                                        </p:attrNameLst>
                                      </p:cBhvr>
                                      <p:tavLst>
                                        <p:tav tm="0">
                                          <p:val>
                                            <p:fltVal val="0"/>
                                          </p:val>
                                        </p:tav>
                                        <p:tav tm="100000">
                                          <p:val>
                                            <p:strVal val="#ppt_h"/>
                                          </p:val>
                                        </p:tav>
                                      </p:tavLst>
                                    </p:anim>
                                    <p:animEffect transition="in" filter="fade">
                                      <p:cBhvr>
                                        <p:cTn id="81" dur="500"/>
                                        <p:tgtEl>
                                          <p:spTgt spid="29"/>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17"/>
                                        </p:tgtEl>
                                        <p:attrNameLst>
                                          <p:attrName>style.visibility</p:attrName>
                                        </p:attrNameLst>
                                      </p:cBhvr>
                                      <p:to>
                                        <p:strVal val="visible"/>
                                      </p:to>
                                    </p:set>
                                    <p:anim calcmode="lin" valueType="num">
                                      <p:cBhvr>
                                        <p:cTn id="84" dur="500" fill="hold"/>
                                        <p:tgtEl>
                                          <p:spTgt spid="17"/>
                                        </p:tgtEl>
                                        <p:attrNameLst>
                                          <p:attrName>ppt_w</p:attrName>
                                        </p:attrNameLst>
                                      </p:cBhvr>
                                      <p:tavLst>
                                        <p:tav tm="0">
                                          <p:val>
                                            <p:fltVal val="0"/>
                                          </p:val>
                                        </p:tav>
                                        <p:tav tm="100000">
                                          <p:val>
                                            <p:strVal val="#ppt_w"/>
                                          </p:val>
                                        </p:tav>
                                      </p:tavLst>
                                    </p:anim>
                                    <p:anim calcmode="lin" valueType="num">
                                      <p:cBhvr>
                                        <p:cTn id="85" dur="500" fill="hold"/>
                                        <p:tgtEl>
                                          <p:spTgt spid="17"/>
                                        </p:tgtEl>
                                        <p:attrNameLst>
                                          <p:attrName>ppt_h</p:attrName>
                                        </p:attrNameLst>
                                      </p:cBhvr>
                                      <p:tavLst>
                                        <p:tav tm="0">
                                          <p:val>
                                            <p:fltVal val="0"/>
                                          </p:val>
                                        </p:tav>
                                        <p:tav tm="100000">
                                          <p:val>
                                            <p:strVal val="#ppt_h"/>
                                          </p:val>
                                        </p:tav>
                                      </p:tavLst>
                                    </p:anim>
                                    <p:animEffect transition="in" filter="fade">
                                      <p:cBhvr>
                                        <p:cTn id="86" dur="500"/>
                                        <p:tgtEl>
                                          <p:spTgt spid="17"/>
                                        </p:tgtEl>
                                      </p:cBhvr>
                                    </p:animEffect>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6"/>
                                        </p:tgtEl>
                                        <p:attrNameLst>
                                          <p:attrName>style.visibility</p:attrName>
                                        </p:attrNameLst>
                                      </p:cBhvr>
                                      <p:to>
                                        <p:strVal val="visible"/>
                                      </p:to>
                                    </p:set>
                                    <p:anim calcmode="lin" valueType="num">
                                      <p:cBhvr additive="base">
                                        <p:cTn id="91" dur="500" fill="hold"/>
                                        <p:tgtEl>
                                          <p:spTgt spid="6"/>
                                        </p:tgtEl>
                                        <p:attrNameLst>
                                          <p:attrName>ppt_x</p:attrName>
                                        </p:attrNameLst>
                                      </p:cBhvr>
                                      <p:tavLst>
                                        <p:tav tm="0">
                                          <p:val>
                                            <p:strVal val="#ppt_x"/>
                                          </p:val>
                                        </p:tav>
                                        <p:tav tm="100000">
                                          <p:val>
                                            <p:strVal val="#ppt_x"/>
                                          </p:val>
                                        </p:tav>
                                      </p:tavLst>
                                    </p:anim>
                                    <p:anim calcmode="lin" valueType="num">
                                      <p:cBhvr additive="base">
                                        <p:cTn id="9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53" presetClass="entr" presetSubtype="16" fill="hold" nodeType="clickEffect">
                                  <p:stCondLst>
                                    <p:cond delay="0"/>
                                  </p:stCondLst>
                                  <p:childTnLst>
                                    <p:set>
                                      <p:cBhvr>
                                        <p:cTn id="96" dur="1" fill="hold">
                                          <p:stCondLst>
                                            <p:cond delay="0"/>
                                          </p:stCondLst>
                                        </p:cTn>
                                        <p:tgtEl>
                                          <p:spTgt spid="31"/>
                                        </p:tgtEl>
                                        <p:attrNameLst>
                                          <p:attrName>style.visibility</p:attrName>
                                        </p:attrNameLst>
                                      </p:cBhvr>
                                      <p:to>
                                        <p:strVal val="visible"/>
                                      </p:to>
                                    </p:set>
                                    <p:anim calcmode="lin" valueType="num">
                                      <p:cBhvr>
                                        <p:cTn id="97" dur="500" fill="hold"/>
                                        <p:tgtEl>
                                          <p:spTgt spid="31"/>
                                        </p:tgtEl>
                                        <p:attrNameLst>
                                          <p:attrName>ppt_w</p:attrName>
                                        </p:attrNameLst>
                                      </p:cBhvr>
                                      <p:tavLst>
                                        <p:tav tm="0">
                                          <p:val>
                                            <p:fltVal val="0"/>
                                          </p:val>
                                        </p:tav>
                                        <p:tav tm="100000">
                                          <p:val>
                                            <p:strVal val="#ppt_w"/>
                                          </p:val>
                                        </p:tav>
                                      </p:tavLst>
                                    </p:anim>
                                    <p:anim calcmode="lin" valueType="num">
                                      <p:cBhvr>
                                        <p:cTn id="98" dur="500" fill="hold"/>
                                        <p:tgtEl>
                                          <p:spTgt spid="31"/>
                                        </p:tgtEl>
                                        <p:attrNameLst>
                                          <p:attrName>ppt_h</p:attrName>
                                        </p:attrNameLst>
                                      </p:cBhvr>
                                      <p:tavLst>
                                        <p:tav tm="0">
                                          <p:val>
                                            <p:fltVal val="0"/>
                                          </p:val>
                                        </p:tav>
                                        <p:tav tm="100000">
                                          <p:val>
                                            <p:strVal val="#ppt_h"/>
                                          </p:val>
                                        </p:tav>
                                      </p:tavLst>
                                    </p:anim>
                                    <p:animEffect transition="in" filter="fade">
                                      <p:cBhvr>
                                        <p:cTn id="99" dur="500"/>
                                        <p:tgtEl>
                                          <p:spTgt spid="31"/>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18"/>
                                        </p:tgtEl>
                                        <p:attrNameLst>
                                          <p:attrName>style.visibility</p:attrName>
                                        </p:attrNameLst>
                                      </p:cBhvr>
                                      <p:to>
                                        <p:strVal val="visible"/>
                                      </p:to>
                                    </p:set>
                                    <p:anim calcmode="lin" valueType="num">
                                      <p:cBhvr>
                                        <p:cTn id="102" dur="500" fill="hold"/>
                                        <p:tgtEl>
                                          <p:spTgt spid="18"/>
                                        </p:tgtEl>
                                        <p:attrNameLst>
                                          <p:attrName>ppt_w</p:attrName>
                                        </p:attrNameLst>
                                      </p:cBhvr>
                                      <p:tavLst>
                                        <p:tav tm="0">
                                          <p:val>
                                            <p:fltVal val="0"/>
                                          </p:val>
                                        </p:tav>
                                        <p:tav tm="100000">
                                          <p:val>
                                            <p:strVal val="#ppt_w"/>
                                          </p:val>
                                        </p:tav>
                                      </p:tavLst>
                                    </p:anim>
                                    <p:anim calcmode="lin" valueType="num">
                                      <p:cBhvr>
                                        <p:cTn id="103" dur="500" fill="hold"/>
                                        <p:tgtEl>
                                          <p:spTgt spid="18"/>
                                        </p:tgtEl>
                                        <p:attrNameLst>
                                          <p:attrName>ppt_h</p:attrName>
                                        </p:attrNameLst>
                                      </p:cBhvr>
                                      <p:tavLst>
                                        <p:tav tm="0">
                                          <p:val>
                                            <p:fltVal val="0"/>
                                          </p:val>
                                        </p:tav>
                                        <p:tav tm="100000">
                                          <p:val>
                                            <p:strVal val="#ppt_h"/>
                                          </p:val>
                                        </p:tav>
                                      </p:tavLst>
                                    </p:anim>
                                    <p:animEffect transition="in" filter="fade">
                                      <p:cBhvr>
                                        <p:cTn id="104" dur="500"/>
                                        <p:tgtEl>
                                          <p:spTgt spid="18"/>
                                        </p:tgtEl>
                                      </p:cBhvr>
                                    </p:animEffect>
                                  </p:childTnLst>
                                </p:cTn>
                              </p:par>
                            </p:childTnLst>
                          </p:cTn>
                        </p:par>
                      </p:childTnLst>
                    </p:cTn>
                  </p:par>
                  <p:par>
                    <p:cTn id="105" fill="hold">
                      <p:stCondLst>
                        <p:cond delay="indefinite"/>
                      </p:stCondLst>
                      <p:childTnLst>
                        <p:par>
                          <p:cTn id="106" fill="hold">
                            <p:stCondLst>
                              <p:cond delay="0"/>
                            </p:stCondLst>
                            <p:childTnLst>
                              <p:par>
                                <p:cTn id="107" presetID="53" presetClass="entr" presetSubtype="16" fill="hold" nodeType="clickEffect">
                                  <p:stCondLst>
                                    <p:cond delay="0"/>
                                  </p:stCondLst>
                                  <p:childTnLst>
                                    <p:set>
                                      <p:cBhvr>
                                        <p:cTn id="108" dur="1" fill="hold">
                                          <p:stCondLst>
                                            <p:cond delay="0"/>
                                          </p:stCondLst>
                                        </p:cTn>
                                        <p:tgtEl>
                                          <p:spTgt spid="33"/>
                                        </p:tgtEl>
                                        <p:attrNameLst>
                                          <p:attrName>style.visibility</p:attrName>
                                        </p:attrNameLst>
                                      </p:cBhvr>
                                      <p:to>
                                        <p:strVal val="visible"/>
                                      </p:to>
                                    </p:set>
                                    <p:anim calcmode="lin" valueType="num">
                                      <p:cBhvr>
                                        <p:cTn id="109" dur="500" fill="hold"/>
                                        <p:tgtEl>
                                          <p:spTgt spid="33"/>
                                        </p:tgtEl>
                                        <p:attrNameLst>
                                          <p:attrName>ppt_w</p:attrName>
                                        </p:attrNameLst>
                                      </p:cBhvr>
                                      <p:tavLst>
                                        <p:tav tm="0">
                                          <p:val>
                                            <p:fltVal val="0"/>
                                          </p:val>
                                        </p:tav>
                                        <p:tav tm="100000">
                                          <p:val>
                                            <p:strVal val="#ppt_w"/>
                                          </p:val>
                                        </p:tav>
                                      </p:tavLst>
                                    </p:anim>
                                    <p:anim calcmode="lin" valueType="num">
                                      <p:cBhvr>
                                        <p:cTn id="110" dur="500" fill="hold"/>
                                        <p:tgtEl>
                                          <p:spTgt spid="33"/>
                                        </p:tgtEl>
                                        <p:attrNameLst>
                                          <p:attrName>ppt_h</p:attrName>
                                        </p:attrNameLst>
                                      </p:cBhvr>
                                      <p:tavLst>
                                        <p:tav tm="0">
                                          <p:val>
                                            <p:fltVal val="0"/>
                                          </p:val>
                                        </p:tav>
                                        <p:tav tm="100000">
                                          <p:val>
                                            <p:strVal val="#ppt_h"/>
                                          </p:val>
                                        </p:tav>
                                      </p:tavLst>
                                    </p:anim>
                                    <p:animEffect transition="in" filter="fade">
                                      <p:cBhvr>
                                        <p:cTn id="111" dur="500"/>
                                        <p:tgtEl>
                                          <p:spTgt spid="33"/>
                                        </p:tgtEl>
                                      </p:cBhvr>
                                    </p:animEffect>
                                  </p:childTnLst>
                                </p:cTn>
                              </p:par>
                              <p:par>
                                <p:cTn id="112" presetID="53" presetClass="entr" presetSubtype="16" fill="hold" grpId="0" nodeType="withEffect">
                                  <p:stCondLst>
                                    <p:cond delay="0"/>
                                  </p:stCondLst>
                                  <p:childTnLst>
                                    <p:set>
                                      <p:cBhvr>
                                        <p:cTn id="113" dur="1" fill="hold">
                                          <p:stCondLst>
                                            <p:cond delay="0"/>
                                          </p:stCondLst>
                                        </p:cTn>
                                        <p:tgtEl>
                                          <p:spTgt spid="19"/>
                                        </p:tgtEl>
                                        <p:attrNameLst>
                                          <p:attrName>style.visibility</p:attrName>
                                        </p:attrNameLst>
                                      </p:cBhvr>
                                      <p:to>
                                        <p:strVal val="visible"/>
                                      </p:to>
                                    </p:set>
                                    <p:anim calcmode="lin" valueType="num">
                                      <p:cBhvr>
                                        <p:cTn id="114" dur="500" fill="hold"/>
                                        <p:tgtEl>
                                          <p:spTgt spid="19"/>
                                        </p:tgtEl>
                                        <p:attrNameLst>
                                          <p:attrName>ppt_w</p:attrName>
                                        </p:attrNameLst>
                                      </p:cBhvr>
                                      <p:tavLst>
                                        <p:tav tm="0">
                                          <p:val>
                                            <p:fltVal val="0"/>
                                          </p:val>
                                        </p:tav>
                                        <p:tav tm="100000">
                                          <p:val>
                                            <p:strVal val="#ppt_w"/>
                                          </p:val>
                                        </p:tav>
                                      </p:tavLst>
                                    </p:anim>
                                    <p:anim calcmode="lin" valueType="num">
                                      <p:cBhvr>
                                        <p:cTn id="115" dur="500" fill="hold"/>
                                        <p:tgtEl>
                                          <p:spTgt spid="19"/>
                                        </p:tgtEl>
                                        <p:attrNameLst>
                                          <p:attrName>ppt_h</p:attrName>
                                        </p:attrNameLst>
                                      </p:cBhvr>
                                      <p:tavLst>
                                        <p:tav tm="0">
                                          <p:val>
                                            <p:fltVal val="0"/>
                                          </p:val>
                                        </p:tav>
                                        <p:tav tm="100000">
                                          <p:val>
                                            <p:strVal val="#ppt_h"/>
                                          </p:val>
                                        </p:tav>
                                      </p:tavLst>
                                    </p:anim>
                                    <p:animEffect transition="in" filter="fade">
                                      <p:cBhvr>
                                        <p:cTn id="116" dur="500"/>
                                        <p:tgtEl>
                                          <p:spTgt spid="19"/>
                                        </p:tgtEl>
                                      </p:cBhvr>
                                    </p:animEffect>
                                  </p:childTnLst>
                                </p:cTn>
                              </p:par>
                            </p:childTnLst>
                          </p:cTn>
                        </p:par>
                      </p:childTnLst>
                    </p:cTn>
                  </p:par>
                  <p:par>
                    <p:cTn id="117" fill="hold">
                      <p:stCondLst>
                        <p:cond delay="indefinite"/>
                      </p:stCondLst>
                      <p:childTnLst>
                        <p:par>
                          <p:cTn id="118" fill="hold">
                            <p:stCondLst>
                              <p:cond delay="0"/>
                            </p:stCondLst>
                            <p:childTnLst>
                              <p:par>
                                <p:cTn id="119" presetID="53" presetClass="entr" presetSubtype="16" fill="hold" nodeType="clickEffect">
                                  <p:stCondLst>
                                    <p:cond delay="0"/>
                                  </p:stCondLst>
                                  <p:childTnLst>
                                    <p:set>
                                      <p:cBhvr>
                                        <p:cTn id="120" dur="1" fill="hold">
                                          <p:stCondLst>
                                            <p:cond delay="0"/>
                                          </p:stCondLst>
                                        </p:cTn>
                                        <p:tgtEl>
                                          <p:spTgt spid="35"/>
                                        </p:tgtEl>
                                        <p:attrNameLst>
                                          <p:attrName>style.visibility</p:attrName>
                                        </p:attrNameLst>
                                      </p:cBhvr>
                                      <p:to>
                                        <p:strVal val="visible"/>
                                      </p:to>
                                    </p:set>
                                    <p:anim calcmode="lin" valueType="num">
                                      <p:cBhvr>
                                        <p:cTn id="121" dur="500" fill="hold"/>
                                        <p:tgtEl>
                                          <p:spTgt spid="35"/>
                                        </p:tgtEl>
                                        <p:attrNameLst>
                                          <p:attrName>ppt_w</p:attrName>
                                        </p:attrNameLst>
                                      </p:cBhvr>
                                      <p:tavLst>
                                        <p:tav tm="0">
                                          <p:val>
                                            <p:fltVal val="0"/>
                                          </p:val>
                                        </p:tav>
                                        <p:tav tm="100000">
                                          <p:val>
                                            <p:strVal val="#ppt_w"/>
                                          </p:val>
                                        </p:tav>
                                      </p:tavLst>
                                    </p:anim>
                                    <p:anim calcmode="lin" valueType="num">
                                      <p:cBhvr>
                                        <p:cTn id="122" dur="500" fill="hold"/>
                                        <p:tgtEl>
                                          <p:spTgt spid="35"/>
                                        </p:tgtEl>
                                        <p:attrNameLst>
                                          <p:attrName>ppt_h</p:attrName>
                                        </p:attrNameLst>
                                      </p:cBhvr>
                                      <p:tavLst>
                                        <p:tav tm="0">
                                          <p:val>
                                            <p:fltVal val="0"/>
                                          </p:val>
                                        </p:tav>
                                        <p:tav tm="100000">
                                          <p:val>
                                            <p:strVal val="#ppt_h"/>
                                          </p:val>
                                        </p:tav>
                                      </p:tavLst>
                                    </p:anim>
                                    <p:animEffect transition="in" filter="fade">
                                      <p:cBhvr>
                                        <p:cTn id="123" dur="500"/>
                                        <p:tgtEl>
                                          <p:spTgt spid="35"/>
                                        </p:tgtEl>
                                      </p:cBhvr>
                                    </p:animEffect>
                                  </p:childTnLst>
                                </p:cTn>
                              </p:par>
                              <p:par>
                                <p:cTn id="124" presetID="53" presetClass="entr" presetSubtype="16" fill="hold" grpId="0" nodeType="withEffect">
                                  <p:stCondLst>
                                    <p:cond delay="0"/>
                                  </p:stCondLst>
                                  <p:childTnLst>
                                    <p:set>
                                      <p:cBhvr>
                                        <p:cTn id="125" dur="1" fill="hold">
                                          <p:stCondLst>
                                            <p:cond delay="0"/>
                                          </p:stCondLst>
                                        </p:cTn>
                                        <p:tgtEl>
                                          <p:spTgt spid="21"/>
                                        </p:tgtEl>
                                        <p:attrNameLst>
                                          <p:attrName>style.visibility</p:attrName>
                                        </p:attrNameLst>
                                      </p:cBhvr>
                                      <p:to>
                                        <p:strVal val="visible"/>
                                      </p:to>
                                    </p:set>
                                    <p:anim calcmode="lin" valueType="num">
                                      <p:cBhvr>
                                        <p:cTn id="126" dur="500" fill="hold"/>
                                        <p:tgtEl>
                                          <p:spTgt spid="21"/>
                                        </p:tgtEl>
                                        <p:attrNameLst>
                                          <p:attrName>ppt_w</p:attrName>
                                        </p:attrNameLst>
                                      </p:cBhvr>
                                      <p:tavLst>
                                        <p:tav tm="0">
                                          <p:val>
                                            <p:fltVal val="0"/>
                                          </p:val>
                                        </p:tav>
                                        <p:tav tm="100000">
                                          <p:val>
                                            <p:strVal val="#ppt_w"/>
                                          </p:val>
                                        </p:tav>
                                      </p:tavLst>
                                    </p:anim>
                                    <p:anim calcmode="lin" valueType="num">
                                      <p:cBhvr>
                                        <p:cTn id="127" dur="500" fill="hold"/>
                                        <p:tgtEl>
                                          <p:spTgt spid="21"/>
                                        </p:tgtEl>
                                        <p:attrNameLst>
                                          <p:attrName>ppt_h</p:attrName>
                                        </p:attrNameLst>
                                      </p:cBhvr>
                                      <p:tavLst>
                                        <p:tav tm="0">
                                          <p:val>
                                            <p:fltVal val="0"/>
                                          </p:val>
                                        </p:tav>
                                        <p:tav tm="100000">
                                          <p:val>
                                            <p:strVal val="#ppt_h"/>
                                          </p:val>
                                        </p:tav>
                                      </p:tavLst>
                                    </p:anim>
                                    <p:animEffect transition="in" filter="fade">
                                      <p:cBhvr>
                                        <p:cTn id="12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atellite against the night sky">
            <a:extLst>
              <a:ext uri="{FF2B5EF4-FFF2-40B4-BE49-F238E27FC236}">
                <a16:creationId xmlns:a16="http://schemas.microsoft.com/office/drawing/2014/main" id="{D4F2268B-BB87-42FB-B84F-C145C01B497A}"/>
              </a:ext>
            </a:extLst>
          </p:cNvPr>
          <p:cNvPicPr>
            <a:picLocks noChangeAspect="1"/>
          </p:cNvPicPr>
          <p:nvPr/>
        </p:nvPicPr>
        <p:blipFill rotWithShape="1">
          <a:blip r:embed="rId3"/>
          <a:srcRect l="8611" r="16027" b="1"/>
          <a:stretch/>
        </p:blipFill>
        <p:spPr>
          <a:xfrm>
            <a:off x="8888133" y="4144246"/>
            <a:ext cx="3302966" cy="2717299"/>
          </a:xfrm>
          <a:custGeom>
            <a:avLst/>
            <a:gdLst>
              <a:gd name="connsiteX0" fmla="*/ 1663658 w 3039855"/>
              <a:gd name="connsiteY0" fmla="*/ 0 h 2500842"/>
              <a:gd name="connsiteX1" fmla="*/ 2947417 w 3039855"/>
              <a:gd name="connsiteY1" fmla="*/ 605417 h 2500842"/>
              <a:gd name="connsiteX2" fmla="*/ 3039855 w 3039855"/>
              <a:gd name="connsiteY2" fmla="*/ 729032 h 2500842"/>
              <a:gd name="connsiteX3" fmla="*/ 3039855 w 3039855"/>
              <a:gd name="connsiteY3" fmla="*/ 2500842 h 2500842"/>
              <a:gd name="connsiteX4" fmla="*/ 226952 w 3039855"/>
              <a:gd name="connsiteY4" fmla="*/ 2500842 h 2500842"/>
              <a:gd name="connsiteX5" fmla="*/ 155401 w 3039855"/>
              <a:gd name="connsiteY5" fmla="*/ 2366679 h 2500842"/>
              <a:gd name="connsiteX6" fmla="*/ 0 w 3039855"/>
              <a:gd name="connsiteY6" fmla="*/ 1663658 h 2500842"/>
              <a:gd name="connsiteX7" fmla="*/ 1663658 w 3039855"/>
              <a:gd name="connsiteY7" fmla="*/ 0 h 25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9855" h="2500842">
                <a:moveTo>
                  <a:pt x="1663658" y="0"/>
                </a:moveTo>
                <a:cubicBezTo>
                  <a:pt x="2180490" y="0"/>
                  <a:pt x="2642278" y="235674"/>
                  <a:pt x="2947417" y="605417"/>
                </a:cubicBezTo>
                <a:lnTo>
                  <a:pt x="3039855" y="729032"/>
                </a:lnTo>
                <a:lnTo>
                  <a:pt x="3039855" y="2500842"/>
                </a:lnTo>
                <a:lnTo>
                  <a:pt x="226952" y="2500842"/>
                </a:lnTo>
                <a:lnTo>
                  <a:pt x="155401" y="2366679"/>
                </a:lnTo>
                <a:cubicBezTo>
                  <a:pt x="55691" y="2153127"/>
                  <a:pt x="0" y="1914896"/>
                  <a:pt x="0" y="1663658"/>
                </a:cubicBezTo>
                <a:cubicBezTo>
                  <a:pt x="0" y="744845"/>
                  <a:pt x="744845" y="0"/>
                  <a:pt x="1663658" y="0"/>
                </a:cubicBezTo>
                <a:close/>
              </a:path>
            </a:pathLst>
          </a:custGeom>
        </p:spPr>
      </p:pic>
      <p:pic>
        <p:nvPicPr>
          <p:cNvPr id="7" name="Picture 6" descr="abstract image of light dots">
            <a:extLst>
              <a:ext uri="{FF2B5EF4-FFF2-40B4-BE49-F238E27FC236}">
                <a16:creationId xmlns:a16="http://schemas.microsoft.com/office/drawing/2014/main" id="{FE6C54C5-D2F4-48F8-B65E-7506F07BCCF3}"/>
              </a:ext>
            </a:extLst>
          </p:cNvPr>
          <p:cNvPicPr>
            <a:picLocks noChangeAspect="1"/>
          </p:cNvPicPr>
          <p:nvPr/>
        </p:nvPicPr>
        <p:blipFill rotWithShape="1">
          <a:blip r:embed="rId4"/>
          <a:srcRect l="23268" r="4773" b="-1"/>
          <a:stretch/>
        </p:blipFill>
        <p:spPr>
          <a:xfrm>
            <a:off x="8055588" y="-3863"/>
            <a:ext cx="4132754" cy="3445946"/>
          </a:xfrm>
          <a:custGeom>
            <a:avLst/>
            <a:gdLst>
              <a:gd name="connsiteX0" fmla="*/ 303228 w 4638368"/>
              <a:gd name="connsiteY0" fmla="*/ 0 h 3867534"/>
              <a:gd name="connsiteX1" fmla="*/ 4638368 w 4638368"/>
              <a:gd name="connsiteY1" fmla="*/ 0 h 3867534"/>
              <a:gd name="connsiteX2" fmla="*/ 4638368 w 4638368"/>
              <a:gd name="connsiteY2" fmla="*/ 2952747 h 3867534"/>
              <a:gd name="connsiteX3" fmla="*/ 4585825 w 4638368"/>
              <a:gd name="connsiteY3" fmla="*/ 3013864 h 3867534"/>
              <a:gd name="connsiteX4" fmla="*/ 2641346 w 4638368"/>
              <a:gd name="connsiteY4" fmla="*/ 3867534 h 3867534"/>
              <a:gd name="connsiteX5" fmla="*/ 0 w 4638368"/>
              <a:gd name="connsiteY5" fmla="*/ 1226188 h 3867534"/>
              <a:gd name="connsiteX6" fmla="*/ 260466 w 4638368"/>
              <a:gd name="connsiteY6" fmla="*/ 81056 h 38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sp>
        <p:nvSpPr>
          <p:cNvPr id="6" name="Title 5"/>
          <p:cNvSpPr>
            <a:spLocks noGrp="1"/>
          </p:cNvSpPr>
          <p:nvPr>
            <p:ph type="title"/>
          </p:nvPr>
        </p:nvSpPr>
        <p:spPr>
          <a:xfrm>
            <a:off x="1963711" y="2004276"/>
            <a:ext cx="7015397" cy="3265357"/>
          </a:xfrm>
        </p:spPr>
        <p:txBody>
          <a:bodyPr>
            <a:normAutofit/>
          </a:bodyPr>
          <a:lstStyle/>
          <a:p>
            <a:r>
              <a:rPr lang="en-US" sz="5400" b="1" dirty="0" smtClean="0"/>
              <a:t>AI AGENT FRAMEWORKS</a:t>
            </a:r>
            <a:endParaRPr lang="en-US" sz="5400" b="1" dirty="0"/>
          </a:p>
        </p:txBody>
      </p:sp>
      <p:sp>
        <p:nvSpPr>
          <p:cNvPr id="2" name="Slide Number Placeholder 1"/>
          <p:cNvSpPr>
            <a:spLocks noGrp="1"/>
          </p:cNvSpPr>
          <p:nvPr>
            <p:ph type="sldNum" sz="quarter" idx="12"/>
          </p:nvPr>
        </p:nvSpPr>
        <p:spPr/>
        <p:txBody>
          <a:bodyPr/>
          <a:lstStyle/>
          <a:p>
            <a:fld id="{69E57DC2-970A-4B3E-BB1C-7A09969E49DF}" type="slidenum">
              <a:rPr lang="en-US" smtClean="0"/>
              <a:t>26</a:t>
            </a:fld>
            <a:endParaRPr lang="en-US" dirty="0"/>
          </a:p>
        </p:txBody>
      </p:sp>
    </p:spTree>
    <p:extLst>
      <p:ext uri="{BB962C8B-B14F-4D97-AF65-F5344CB8AC3E}">
        <p14:creationId xmlns:p14="http://schemas.microsoft.com/office/powerpoint/2010/main" val="1327183626"/>
      </p:ext>
    </p:extLst>
  </p:cSld>
  <p:clrMapOvr>
    <a:masterClrMapping/>
  </p:clrMapOvr>
  <p:transition spd="slow">
    <p:push dir="u"/>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9606" y="1026826"/>
            <a:ext cx="9871024" cy="4893647"/>
          </a:xfrm>
          <a:prstGeom prst="rect">
            <a:avLst/>
          </a:prstGeom>
          <a:noFill/>
        </p:spPr>
        <p:txBody>
          <a:bodyPr wrap="square" rtlCol="0">
            <a:spAutoFit/>
          </a:bodyPr>
          <a:lstStyle/>
          <a:p>
            <a:r>
              <a:rPr lang="en-US" sz="2800" dirty="0"/>
              <a:t>Traditional AI Frameworks can help you integrate AI into your apps and make these apps better in the following ways</a:t>
            </a:r>
            <a:r>
              <a:rPr lang="en-US" sz="2800" dirty="0" smtClean="0"/>
              <a:t>:</a:t>
            </a:r>
          </a:p>
          <a:p>
            <a:endParaRPr lang="en-US" sz="2800" dirty="0"/>
          </a:p>
          <a:p>
            <a:r>
              <a:rPr lang="en-US" sz="2400" dirty="0"/>
              <a:t>-</a:t>
            </a:r>
            <a:r>
              <a:rPr lang="en-US" sz="2800" dirty="0"/>
              <a:t>Personalization: </a:t>
            </a:r>
            <a:r>
              <a:rPr lang="en-US" sz="2400" dirty="0"/>
              <a:t>AI can analyze user behavior and preferences to provide personalized recommendations, content, and experiences</a:t>
            </a:r>
            <a:r>
              <a:rPr lang="en-US" sz="2400" dirty="0" smtClean="0"/>
              <a:t>.</a:t>
            </a:r>
            <a:r>
              <a:rPr lang="en-US" sz="2400" dirty="0" smtClean="0">
                <a:hlinkClick r:id="rId3" action="ppaction://hlinksldjump"/>
              </a:rPr>
              <a:t>[3]</a:t>
            </a:r>
            <a:endParaRPr lang="en-US" sz="2400" dirty="0" smtClean="0"/>
          </a:p>
          <a:p>
            <a:endParaRPr lang="en-US" sz="2400" dirty="0"/>
          </a:p>
          <a:p>
            <a:r>
              <a:rPr lang="en-US" sz="2400" dirty="0"/>
              <a:t>-</a:t>
            </a:r>
            <a:r>
              <a:rPr lang="en-US" sz="2800" dirty="0"/>
              <a:t>Automation and Efficiency:</a:t>
            </a:r>
            <a:r>
              <a:rPr lang="en-US" sz="2400" dirty="0"/>
              <a:t> AI can automate repetitive tasks, streamline workflows, and improve operational efficiency</a:t>
            </a:r>
            <a:r>
              <a:rPr lang="en-US" sz="2400" dirty="0" smtClean="0"/>
              <a:t>.</a:t>
            </a:r>
            <a:r>
              <a:rPr lang="en-US" sz="2400" dirty="0" smtClean="0">
                <a:hlinkClick r:id="rId3" action="ppaction://hlinksldjump"/>
              </a:rPr>
              <a:t>[3]</a:t>
            </a:r>
            <a:endParaRPr lang="en-US" sz="2400" dirty="0" smtClean="0"/>
          </a:p>
          <a:p>
            <a:endParaRPr lang="en-US" sz="2400" dirty="0"/>
          </a:p>
          <a:p>
            <a:r>
              <a:rPr lang="en-US" sz="2400" dirty="0"/>
              <a:t>- </a:t>
            </a:r>
            <a:r>
              <a:rPr lang="en-US" sz="2800" dirty="0"/>
              <a:t>Enhanced User Experience: </a:t>
            </a:r>
            <a:r>
              <a:rPr lang="en-US" sz="2400" dirty="0"/>
              <a:t>AI can improve the overall user experience by providing intelligent features such as voice recognition, natural language processing, and predictive text</a:t>
            </a:r>
            <a:r>
              <a:rPr lang="en-US" sz="2400" dirty="0" smtClean="0"/>
              <a:t>.</a:t>
            </a:r>
            <a:r>
              <a:rPr lang="en-US" sz="2400" dirty="0" smtClean="0">
                <a:hlinkClick r:id="rId3" action="ppaction://hlinksldjump"/>
              </a:rPr>
              <a:t>[3]</a:t>
            </a:r>
            <a:endParaRPr lang="en-US" sz="2400" dirty="0"/>
          </a:p>
        </p:txBody>
      </p:sp>
      <p:sp>
        <p:nvSpPr>
          <p:cNvPr id="3" name="Slide Number Placeholder 2"/>
          <p:cNvSpPr>
            <a:spLocks noGrp="1"/>
          </p:cNvSpPr>
          <p:nvPr>
            <p:ph type="sldNum" sz="quarter" idx="12"/>
          </p:nvPr>
        </p:nvSpPr>
        <p:spPr/>
        <p:txBody>
          <a:bodyPr/>
          <a:lstStyle/>
          <a:p>
            <a:fld id="{69E57DC2-970A-4B3E-BB1C-7A09969E49DF}" type="slidenum">
              <a:rPr lang="en-US" smtClean="0"/>
              <a:t>27</a:t>
            </a:fld>
            <a:endParaRPr lang="en-US" dirty="0"/>
          </a:p>
        </p:txBody>
      </p:sp>
    </p:spTree>
    <p:extLst>
      <p:ext uri="{BB962C8B-B14F-4D97-AF65-F5344CB8AC3E}">
        <p14:creationId xmlns:p14="http://schemas.microsoft.com/office/powerpoint/2010/main" val="25993968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41817" y="1146747"/>
            <a:ext cx="8716780" cy="1600438"/>
          </a:xfrm>
          <a:prstGeom prst="rect">
            <a:avLst/>
          </a:prstGeom>
          <a:noFill/>
        </p:spPr>
        <p:txBody>
          <a:bodyPr wrap="square" rtlCol="0">
            <a:spAutoFit/>
          </a:bodyPr>
          <a:lstStyle/>
          <a:p>
            <a:r>
              <a:rPr lang="en-US" sz="2000" b="1" dirty="0"/>
              <a:t>Use Modular Components</a:t>
            </a:r>
            <a:r>
              <a:rPr lang="en-US" sz="2000" dirty="0"/>
              <a:t>: AI Agent frameworks like Microsoft Semantic Kernel and Lang Chain give you ready-made parts like AI connectors, memory tools, and prompt templates. These help teams build smart systems quickly without starting from zero. </a:t>
            </a:r>
            <a:r>
              <a:rPr lang="en-US" sz="2000" dirty="0" smtClean="0">
                <a:hlinkClick r:id="rId3" action="ppaction://hlinksldjump"/>
              </a:rPr>
              <a:t>[3]</a:t>
            </a:r>
            <a:endParaRPr lang="en-US" sz="2000" dirty="0"/>
          </a:p>
          <a:p>
            <a:endParaRPr lang="en-US" dirty="0"/>
          </a:p>
        </p:txBody>
      </p:sp>
      <p:sp>
        <p:nvSpPr>
          <p:cNvPr id="3" name="TextBox 2"/>
          <p:cNvSpPr txBox="1"/>
          <p:nvPr/>
        </p:nvSpPr>
        <p:spPr>
          <a:xfrm>
            <a:off x="1041817" y="3162925"/>
            <a:ext cx="8716780" cy="1015663"/>
          </a:xfrm>
          <a:prstGeom prst="rect">
            <a:avLst/>
          </a:prstGeom>
          <a:noFill/>
        </p:spPr>
        <p:txBody>
          <a:bodyPr wrap="square" rtlCol="0">
            <a:spAutoFit/>
          </a:bodyPr>
          <a:lstStyle/>
          <a:p>
            <a:r>
              <a:rPr lang="en-US" sz="2000" b="1" dirty="0"/>
              <a:t>Leverage Collaborative Tools: </a:t>
            </a:r>
            <a:r>
              <a:rPr lang="en-US" sz="2000" dirty="0"/>
              <a:t>Leverage collaboration tools means using AI tools to create agents that work together. Each agent does a different job, like finding data or making decisions. Together, they solve tasks faster and better</a:t>
            </a:r>
            <a:r>
              <a:rPr lang="en-US" sz="2000" dirty="0" smtClean="0"/>
              <a:t>.</a:t>
            </a:r>
            <a:r>
              <a:rPr lang="en-US" sz="2000" dirty="0" smtClean="0">
                <a:hlinkClick r:id="rId3" action="ppaction://hlinksldjump"/>
              </a:rPr>
              <a:t>[3]</a:t>
            </a:r>
            <a:endParaRPr lang="en-US" sz="2000" dirty="0"/>
          </a:p>
        </p:txBody>
      </p:sp>
      <p:sp>
        <p:nvSpPr>
          <p:cNvPr id="4" name="TextBox 3"/>
          <p:cNvSpPr txBox="1"/>
          <p:nvPr/>
        </p:nvSpPr>
        <p:spPr>
          <a:xfrm>
            <a:off x="1041817" y="4931764"/>
            <a:ext cx="8716780" cy="1631216"/>
          </a:xfrm>
          <a:prstGeom prst="rect">
            <a:avLst/>
          </a:prstGeom>
          <a:noFill/>
        </p:spPr>
        <p:txBody>
          <a:bodyPr wrap="square" rtlCol="0">
            <a:spAutoFit/>
          </a:bodyPr>
          <a:lstStyle/>
          <a:p>
            <a:r>
              <a:rPr lang="en-US" sz="2000" b="1" dirty="0"/>
              <a:t>Learn in Real-Time: </a:t>
            </a:r>
            <a:r>
              <a:rPr lang="en-US" sz="2000" dirty="0"/>
              <a:t>AI agents can learn while working. They look at what happens, learn from mistakes, and do better next time. This helps them improve over time</a:t>
            </a:r>
            <a:r>
              <a:rPr lang="en-US" sz="2000" dirty="0" smtClean="0"/>
              <a:t>.</a:t>
            </a:r>
            <a:r>
              <a:rPr lang="en-US" sz="2000" dirty="0" smtClean="0">
                <a:hlinkClick r:id="rId3" action="ppaction://hlinksldjump"/>
              </a:rPr>
              <a:t>[3]</a:t>
            </a:r>
            <a:endParaRPr lang="en-US" sz="2000" dirty="0"/>
          </a:p>
          <a:p>
            <a:r>
              <a:rPr lang="en-US" sz="2000" dirty="0"/>
              <a:t> </a:t>
            </a:r>
          </a:p>
          <a:p>
            <a:endParaRPr lang="en-US" sz="2000" dirty="0"/>
          </a:p>
        </p:txBody>
      </p:sp>
      <p:sp>
        <p:nvSpPr>
          <p:cNvPr id="5" name="Slide Number Placeholder 4"/>
          <p:cNvSpPr>
            <a:spLocks noGrp="1"/>
          </p:cNvSpPr>
          <p:nvPr>
            <p:ph type="sldNum" sz="quarter" idx="12"/>
          </p:nvPr>
        </p:nvSpPr>
        <p:spPr/>
        <p:txBody>
          <a:bodyPr/>
          <a:lstStyle/>
          <a:p>
            <a:fld id="{69E57DC2-970A-4B3E-BB1C-7A09969E49DF}" type="slidenum">
              <a:rPr lang="en-US" smtClean="0"/>
              <a:t>28</a:t>
            </a:fld>
            <a:endParaRPr lang="en-US" dirty="0"/>
          </a:p>
        </p:txBody>
      </p:sp>
    </p:spTree>
    <p:extLst>
      <p:ext uri="{BB962C8B-B14F-4D97-AF65-F5344CB8AC3E}">
        <p14:creationId xmlns:p14="http://schemas.microsoft.com/office/powerpoint/2010/main" val="16362822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99408" y="584617"/>
            <a:ext cx="8252087" cy="1107996"/>
          </a:xfrm>
          <a:prstGeom prst="rect">
            <a:avLst/>
          </a:prstGeom>
          <a:noFill/>
        </p:spPr>
        <p:txBody>
          <a:bodyPr wrap="square" rtlCol="0">
            <a:spAutoFit/>
          </a:bodyPr>
          <a:lstStyle/>
          <a:p>
            <a:r>
              <a:rPr lang="en-US" sz="2400" dirty="0"/>
              <a:t>The differences between AutoGen, Semantic Kernel and Azure AI Agent Service are:</a:t>
            </a:r>
          </a:p>
          <a:p>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1601359759"/>
              </p:ext>
            </p:extLst>
          </p:nvPr>
        </p:nvGraphicFramePr>
        <p:xfrm>
          <a:off x="1317764" y="1714418"/>
          <a:ext cx="8834870" cy="4796327"/>
        </p:xfrm>
        <a:graphic>
          <a:graphicData uri="http://schemas.openxmlformats.org/drawingml/2006/table">
            <a:tbl>
              <a:tblPr firstRow="1" bandRow="1">
                <a:tableStyleId>{5C22544A-7EE6-4342-B048-85BDC9FD1C3A}</a:tableStyleId>
              </a:tblPr>
              <a:tblGrid>
                <a:gridCol w="1765675">
                  <a:extLst>
                    <a:ext uri="{9D8B030D-6E8A-4147-A177-3AD203B41FA5}">
                      <a16:colId xmlns:a16="http://schemas.microsoft.com/office/drawing/2014/main" val="4072609855"/>
                    </a:ext>
                  </a:extLst>
                </a:gridCol>
                <a:gridCol w="1764792">
                  <a:extLst>
                    <a:ext uri="{9D8B030D-6E8A-4147-A177-3AD203B41FA5}">
                      <a16:colId xmlns:a16="http://schemas.microsoft.com/office/drawing/2014/main" val="2579112619"/>
                    </a:ext>
                  </a:extLst>
                </a:gridCol>
                <a:gridCol w="1764792">
                  <a:extLst>
                    <a:ext uri="{9D8B030D-6E8A-4147-A177-3AD203B41FA5}">
                      <a16:colId xmlns:a16="http://schemas.microsoft.com/office/drawing/2014/main" val="170390151"/>
                    </a:ext>
                  </a:extLst>
                </a:gridCol>
                <a:gridCol w="1773936">
                  <a:extLst>
                    <a:ext uri="{9D8B030D-6E8A-4147-A177-3AD203B41FA5}">
                      <a16:colId xmlns:a16="http://schemas.microsoft.com/office/drawing/2014/main" val="1286764244"/>
                    </a:ext>
                  </a:extLst>
                </a:gridCol>
                <a:gridCol w="1765675">
                  <a:extLst>
                    <a:ext uri="{9D8B030D-6E8A-4147-A177-3AD203B41FA5}">
                      <a16:colId xmlns:a16="http://schemas.microsoft.com/office/drawing/2014/main" val="2273235075"/>
                    </a:ext>
                  </a:extLst>
                </a:gridCol>
              </a:tblGrid>
              <a:tr h="970579">
                <a:tc>
                  <a:txBody>
                    <a:bodyPr/>
                    <a:lstStyle/>
                    <a:p>
                      <a:r>
                        <a:rPr lang="en-US" sz="2000" b="1" kern="1200" dirty="0" smtClean="0">
                          <a:solidFill>
                            <a:schemeClr val="lt1"/>
                          </a:solidFill>
                          <a:effectLst/>
                          <a:latin typeface="+mn-lt"/>
                          <a:ea typeface="+mn-ea"/>
                          <a:cs typeface="+mn-cs"/>
                        </a:rPr>
                        <a:t>Framework</a:t>
                      </a:r>
                      <a:endParaRPr lang="en-US" sz="2000" dirty="0"/>
                    </a:p>
                  </a:txBody>
                  <a:tcPr/>
                </a:tc>
                <a:tc>
                  <a:txBody>
                    <a:bodyPr/>
                    <a:lstStyle/>
                    <a:p>
                      <a:r>
                        <a:rPr lang="en-US" sz="2000" b="1" kern="1200" dirty="0" smtClean="0">
                          <a:solidFill>
                            <a:schemeClr val="lt1"/>
                          </a:solidFill>
                          <a:effectLst/>
                          <a:latin typeface="+mn-lt"/>
                          <a:ea typeface="+mn-ea"/>
                          <a:cs typeface="+mn-cs"/>
                        </a:rPr>
                        <a:t>Focus</a:t>
                      </a:r>
                      <a:endParaRPr lang="en-US" sz="2000" dirty="0"/>
                    </a:p>
                  </a:txBody>
                  <a:tcPr/>
                </a:tc>
                <a:tc>
                  <a:txBody>
                    <a:bodyPr/>
                    <a:lstStyle/>
                    <a:p>
                      <a:r>
                        <a:rPr lang="en-US" sz="2000" b="1" kern="1200" dirty="0" smtClean="0">
                          <a:solidFill>
                            <a:schemeClr val="lt1"/>
                          </a:solidFill>
                          <a:effectLst/>
                          <a:latin typeface="+mn-lt"/>
                          <a:ea typeface="+mn-ea"/>
                          <a:cs typeface="+mn-cs"/>
                        </a:rPr>
                        <a:t>Core Concepts</a:t>
                      </a:r>
                      <a:endParaRPr lang="en-US" sz="2000" dirty="0"/>
                    </a:p>
                  </a:txBody>
                  <a:tcPr/>
                </a:tc>
                <a:tc>
                  <a:txBody>
                    <a:bodyPr/>
                    <a:lstStyle/>
                    <a:p>
                      <a:r>
                        <a:rPr lang="en-US" sz="2000" b="1" kern="1200" dirty="0" smtClean="0">
                          <a:solidFill>
                            <a:schemeClr val="lt1"/>
                          </a:solidFill>
                          <a:effectLst/>
                          <a:latin typeface="+mn-lt"/>
                          <a:ea typeface="+mn-ea"/>
                          <a:cs typeface="+mn-cs"/>
                        </a:rPr>
                        <a:t>Use Cases</a:t>
                      </a:r>
                      <a:endParaRPr lang="en-US" sz="2000" dirty="0"/>
                    </a:p>
                  </a:txBody>
                  <a:tcPr/>
                </a:tc>
                <a:tc>
                  <a:txBody>
                    <a:bodyPr/>
                    <a:lstStyle/>
                    <a:p>
                      <a:r>
                        <a:rPr lang="en-US" sz="2000" dirty="0" smtClean="0"/>
                        <a:t>TYPE</a:t>
                      </a:r>
                      <a:endParaRPr lang="en-US" sz="2000" dirty="0"/>
                    </a:p>
                  </a:txBody>
                  <a:tcPr/>
                </a:tc>
                <a:extLst>
                  <a:ext uri="{0D108BD9-81ED-4DB2-BD59-A6C34878D82A}">
                    <a16:rowId xmlns:a16="http://schemas.microsoft.com/office/drawing/2014/main" val="3393729902"/>
                  </a:ext>
                </a:extLst>
              </a:tr>
              <a:tr h="970579">
                <a:tc>
                  <a:txBody>
                    <a:bodyPr/>
                    <a:lstStyle/>
                    <a:p>
                      <a:r>
                        <a:rPr lang="en-US" sz="1800" kern="1200" dirty="0" smtClean="0">
                          <a:solidFill>
                            <a:schemeClr val="dk1"/>
                          </a:solidFill>
                          <a:effectLst/>
                          <a:latin typeface="+mn-lt"/>
                          <a:ea typeface="+mn-ea"/>
                          <a:cs typeface="Segoe UI" panose="020B0502040204020203" pitchFamily="34" charset="0"/>
                        </a:rPr>
                        <a:t>AutoGen</a:t>
                      </a:r>
                      <a:endParaRPr lang="en-US" sz="1800" dirty="0">
                        <a:latin typeface="+mn-lt"/>
                        <a:cs typeface="Segoe UI" panose="020B0502040204020203" pitchFamily="34" charset="0"/>
                      </a:endParaRPr>
                    </a:p>
                  </a:txBody>
                  <a:tcPr/>
                </a:tc>
                <a:tc>
                  <a:txBody>
                    <a:bodyPr/>
                    <a:lstStyle/>
                    <a:p>
                      <a:pPr marL="0" marR="0">
                        <a:lnSpc>
                          <a:spcPct val="107000"/>
                        </a:lnSpc>
                        <a:spcBef>
                          <a:spcPts val="0"/>
                        </a:spcBef>
                        <a:spcAft>
                          <a:spcPts val="0"/>
                        </a:spcAft>
                      </a:pPr>
                      <a:r>
                        <a:rPr lang="en-US" sz="1800" kern="1200" dirty="0" smtClean="0">
                          <a:solidFill>
                            <a:schemeClr val="dk1"/>
                          </a:solidFill>
                          <a:effectLst/>
                          <a:latin typeface="+mn-lt"/>
                          <a:ea typeface="+mn-ea"/>
                          <a:cs typeface="Segoe UI" panose="020B0502040204020203" pitchFamily="34" charset="0"/>
                        </a:rPr>
                        <a:t>Event-driven, distributed agentic applications</a:t>
                      </a:r>
                      <a:endParaRPr lang="en-US" sz="1800" dirty="0">
                        <a:effectLst/>
                        <a:latin typeface="+mn-lt"/>
                        <a:ea typeface="Calibri" panose="020F0502020204030204" pitchFamily="34" charset="0"/>
                        <a:cs typeface="Segoe UI" panose="020B0502040204020203" pitchFamily="34" charset="0"/>
                      </a:endParaRPr>
                    </a:p>
                  </a:txBody>
                  <a:tcPr marL="68580" marR="68580" marT="0" marB="0"/>
                </a:tc>
                <a:tc>
                  <a:txBody>
                    <a:bodyPr/>
                    <a:lstStyle/>
                    <a:p>
                      <a:pPr marL="0" marR="0">
                        <a:lnSpc>
                          <a:spcPct val="107000"/>
                        </a:lnSpc>
                        <a:spcBef>
                          <a:spcPts val="0"/>
                        </a:spcBef>
                        <a:spcAft>
                          <a:spcPts val="0"/>
                        </a:spcAft>
                      </a:pPr>
                      <a:r>
                        <a:rPr lang="en-US" sz="1800" dirty="0">
                          <a:solidFill>
                            <a:schemeClr val="bg1"/>
                          </a:solidFill>
                          <a:effectLst/>
                          <a:latin typeface="+mn-lt"/>
                          <a:ea typeface="Calibri" panose="020F0502020204030204" pitchFamily="34" charset="0"/>
                          <a:cs typeface="Segoe UI" panose="020B0502040204020203" pitchFamily="34" charset="0"/>
                        </a:rPr>
                        <a:t>Agents, Personas, Functions, Data</a:t>
                      </a:r>
                    </a:p>
                  </a:txBody>
                  <a:tcPr marL="68580" marR="68580" marT="0" marB="0"/>
                </a:tc>
                <a:tc>
                  <a:txBody>
                    <a:bodyPr/>
                    <a:lstStyle/>
                    <a:p>
                      <a:r>
                        <a:rPr lang="en-US" sz="1800" kern="1200" dirty="0" smtClean="0">
                          <a:solidFill>
                            <a:schemeClr val="dk1"/>
                          </a:solidFill>
                          <a:effectLst/>
                          <a:latin typeface="+mn-lt"/>
                          <a:ea typeface="+mn-ea"/>
                          <a:cs typeface="Segoe UI" panose="020B0502040204020203" pitchFamily="34" charset="0"/>
                        </a:rPr>
                        <a:t>Code generation, data analysis tasks</a:t>
                      </a:r>
                      <a:endParaRPr lang="en-US" sz="1800" dirty="0">
                        <a:latin typeface="+mn-lt"/>
                        <a:cs typeface="Segoe UI" panose="020B0502040204020203" pitchFamily="34" charset="0"/>
                      </a:endParaRPr>
                    </a:p>
                  </a:txBody>
                  <a:tcPr/>
                </a:tc>
                <a:tc>
                  <a:txBody>
                    <a:bodyPr/>
                    <a:lstStyle/>
                    <a:p>
                      <a:r>
                        <a:rPr lang="en-US" dirty="0" smtClean="0"/>
                        <a:t>Multi-agent collaboration framework</a:t>
                      </a:r>
                      <a:endParaRPr lang="en-US" sz="1800" dirty="0">
                        <a:latin typeface="+mn-lt"/>
                        <a:cs typeface="Segoe UI" panose="020B0502040204020203" pitchFamily="34" charset="0"/>
                      </a:endParaRPr>
                    </a:p>
                  </a:txBody>
                  <a:tcPr/>
                </a:tc>
                <a:extLst>
                  <a:ext uri="{0D108BD9-81ED-4DB2-BD59-A6C34878D82A}">
                    <a16:rowId xmlns:a16="http://schemas.microsoft.com/office/drawing/2014/main" val="2521230499"/>
                  </a:ext>
                </a:extLst>
              </a:tr>
              <a:tr h="970579">
                <a:tc>
                  <a:txBody>
                    <a:bodyPr/>
                    <a:lstStyle/>
                    <a:p>
                      <a:r>
                        <a:rPr lang="en-US" sz="1800" kern="1200" dirty="0" smtClean="0">
                          <a:solidFill>
                            <a:schemeClr val="dk1"/>
                          </a:solidFill>
                          <a:effectLst/>
                          <a:latin typeface="+mn-lt"/>
                          <a:ea typeface="+mn-ea"/>
                          <a:cs typeface="Segoe UI" panose="020B0502040204020203" pitchFamily="34" charset="0"/>
                        </a:rPr>
                        <a:t>Semantic Kernel</a:t>
                      </a:r>
                      <a:endParaRPr lang="en-US" sz="1800" dirty="0">
                        <a:latin typeface="+mn-lt"/>
                        <a:cs typeface="Segoe UI" panose="020B0502040204020203" pitchFamily="34" charset="0"/>
                      </a:endParaRPr>
                    </a:p>
                  </a:txBody>
                  <a:tcPr/>
                </a:tc>
                <a:tc>
                  <a:txBody>
                    <a:bodyPr/>
                    <a:lstStyle/>
                    <a:p>
                      <a:pPr marL="0" marR="0">
                        <a:lnSpc>
                          <a:spcPct val="107000"/>
                        </a:lnSpc>
                        <a:spcBef>
                          <a:spcPts val="0"/>
                        </a:spcBef>
                        <a:spcAft>
                          <a:spcPts val="0"/>
                        </a:spcAft>
                      </a:pPr>
                      <a:r>
                        <a:rPr lang="en-US" sz="1800" dirty="0">
                          <a:solidFill>
                            <a:schemeClr val="bg1"/>
                          </a:solidFill>
                          <a:effectLst/>
                          <a:latin typeface="+mn-lt"/>
                          <a:ea typeface="Calibri" panose="020F0502020204030204" pitchFamily="34" charset="0"/>
                          <a:cs typeface="Segoe UI" panose="020B0502040204020203" pitchFamily="34" charset="0"/>
                        </a:rPr>
                        <a:t>Understanding and generating human-like text content</a:t>
                      </a:r>
                    </a:p>
                  </a:txBody>
                  <a:tcPr marL="68580" marR="68580" marT="0" marB="0"/>
                </a:tc>
                <a:tc>
                  <a:txBody>
                    <a:bodyPr/>
                    <a:lstStyle/>
                    <a:p>
                      <a:r>
                        <a:rPr lang="en-US" sz="1800" kern="1200" dirty="0" smtClean="0">
                          <a:solidFill>
                            <a:schemeClr val="dk1"/>
                          </a:solidFill>
                          <a:effectLst/>
                          <a:latin typeface="+mn-lt"/>
                          <a:ea typeface="+mn-ea"/>
                          <a:cs typeface="Segoe UI" panose="020B0502040204020203" pitchFamily="34" charset="0"/>
                        </a:rPr>
                        <a:t>Agents, Modular Components, Collaboration</a:t>
                      </a:r>
                      <a:endParaRPr lang="en-US" sz="1800" dirty="0">
                        <a:latin typeface="+mn-lt"/>
                        <a:cs typeface="Segoe UI" panose="020B0502040204020203" pitchFamily="34" charset="0"/>
                      </a:endParaRPr>
                    </a:p>
                  </a:txBody>
                  <a:tcPr/>
                </a:tc>
                <a:tc>
                  <a:txBody>
                    <a:bodyPr/>
                    <a:lstStyle/>
                    <a:p>
                      <a:r>
                        <a:rPr lang="en-US" sz="1800" kern="1200" dirty="0" smtClean="0">
                          <a:solidFill>
                            <a:schemeClr val="dk1"/>
                          </a:solidFill>
                          <a:effectLst/>
                          <a:latin typeface="+mn-lt"/>
                          <a:ea typeface="+mn-ea"/>
                          <a:cs typeface="Segoe UI" panose="020B0502040204020203" pitchFamily="34" charset="0"/>
                        </a:rPr>
                        <a:t>Natural language understanding, content generation</a:t>
                      </a:r>
                      <a:endParaRPr lang="en-US" sz="1800" dirty="0">
                        <a:latin typeface="+mn-lt"/>
                        <a:cs typeface="Segoe UI" panose="020B0502040204020203" pitchFamily="34" charset="0"/>
                      </a:endParaRPr>
                    </a:p>
                  </a:txBody>
                  <a:tcPr/>
                </a:tc>
                <a:tc>
                  <a:txBody>
                    <a:bodyPr/>
                    <a:lstStyle/>
                    <a:p>
                      <a:r>
                        <a:rPr lang="en-US" dirty="0" smtClean="0"/>
                        <a:t>developer SDK</a:t>
                      </a:r>
                      <a:endParaRPr lang="en-US" sz="1800" dirty="0">
                        <a:latin typeface="+mn-lt"/>
                        <a:cs typeface="Segoe UI" panose="020B0502040204020203" pitchFamily="34" charset="0"/>
                      </a:endParaRPr>
                    </a:p>
                  </a:txBody>
                  <a:tcPr/>
                </a:tc>
                <a:extLst>
                  <a:ext uri="{0D108BD9-81ED-4DB2-BD59-A6C34878D82A}">
                    <a16:rowId xmlns:a16="http://schemas.microsoft.com/office/drawing/2014/main" val="409992956"/>
                  </a:ext>
                </a:extLst>
              </a:tr>
              <a:tr h="970579">
                <a:tc>
                  <a:txBody>
                    <a:bodyPr/>
                    <a:lstStyle/>
                    <a:p>
                      <a:r>
                        <a:rPr lang="en-US" sz="1800" kern="1200" dirty="0" smtClean="0">
                          <a:solidFill>
                            <a:schemeClr val="dk1"/>
                          </a:solidFill>
                          <a:effectLst/>
                          <a:latin typeface="+mn-lt"/>
                          <a:ea typeface="+mn-ea"/>
                          <a:cs typeface="Segoe UI" panose="020B0502040204020203" pitchFamily="34" charset="0"/>
                        </a:rPr>
                        <a:t>Azure AI Agent Service</a:t>
                      </a:r>
                      <a:endParaRPr lang="en-US" sz="1800" dirty="0">
                        <a:latin typeface="+mn-lt"/>
                        <a:cs typeface="Segoe UI" panose="020B0502040204020203" pitchFamily="34" charset="0"/>
                      </a:endParaRPr>
                    </a:p>
                  </a:txBody>
                  <a:tcPr/>
                </a:tc>
                <a:tc>
                  <a:txBody>
                    <a:bodyPr/>
                    <a:lstStyle/>
                    <a:p>
                      <a:r>
                        <a:rPr lang="en-US" sz="1800" kern="1200" dirty="0" smtClean="0">
                          <a:solidFill>
                            <a:schemeClr val="dk1"/>
                          </a:solidFill>
                          <a:effectLst/>
                          <a:latin typeface="+mn-lt"/>
                          <a:ea typeface="+mn-ea"/>
                          <a:cs typeface="Segoe UI" panose="020B0502040204020203" pitchFamily="34" charset="0"/>
                        </a:rPr>
                        <a:t>Flexible models, enterprise security, Code generation, Tool calling</a:t>
                      </a:r>
                      <a:endParaRPr lang="en-US" sz="1800" dirty="0">
                        <a:latin typeface="+mn-lt"/>
                        <a:cs typeface="Segoe UI" panose="020B0502040204020203" pitchFamily="34" charset="0"/>
                      </a:endParaRPr>
                    </a:p>
                  </a:txBody>
                  <a:tcPr/>
                </a:tc>
                <a:tc>
                  <a:txBody>
                    <a:bodyPr/>
                    <a:lstStyle/>
                    <a:p>
                      <a:pPr marL="0" marR="0">
                        <a:lnSpc>
                          <a:spcPct val="107000"/>
                        </a:lnSpc>
                        <a:spcBef>
                          <a:spcPts val="0"/>
                        </a:spcBef>
                        <a:spcAft>
                          <a:spcPts val="0"/>
                        </a:spcAft>
                      </a:pPr>
                      <a:r>
                        <a:rPr lang="en-US" sz="1800" dirty="0">
                          <a:solidFill>
                            <a:schemeClr val="bg1"/>
                          </a:solidFill>
                          <a:effectLst/>
                          <a:latin typeface="+mn-lt"/>
                          <a:ea typeface="Calibri" panose="020F0502020204030204" pitchFamily="34" charset="0"/>
                          <a:cs typeface="Segoe UI" panose="020B0502040204020203" pitchFamily="34" charset="0"/>
                        </a:rPr>
                        <a:t>Modularity, Collaboration, Process Orchestration</a:t>
                      </a:r>
                    </a:p>
                  </a:txBody>
                  <a:tcPr marL="68580" marR="68580" marT="0" marB="0"/>
                </a:tc>
                <a:tc>
                  <a:txBody>
                    <a:bodyPr/>
                    <a:lstStyle/>
                    <a:p>
                      <a:r>
                        <a:rPr lang="en-US" sz="1800" kern="1200" dirty="0" smtClean="0">
                          <a:solidFill>
                            <a:schemeClr val="dk1"/>
                          </a:solidFill>
                          <a:effectLst/>
                          <a:latin typeface="+mn-lt"/>
                          <a:ea typeface="+mn-ea"/>
                          <a:cs typeface="Segoe UI" panose="020B0502040204020203" pitchFamily="34" charset="0"/>
                        </a:rPr>
                        <a:t>Secure, scalable, and flexible AI agent deployment</a:t>
                      </a:r>
                      <a:endParaRPr lang="en-US" sz="1800" dirty="0">
                        <a:latin typeface="+mn-lt"/>
                        <a:cs typeface="Segoe UI" panose="020B0502040204020203" pitchFamily="34" charset="0"/>
                      </a:endParaRPr>
                    </a:p>
                  </a:txBody>
                  <a:tcPr/>
                </a:tc>
                <a:tc>
                  <a:txBody>
                    <a:bodyPr/>
                    <a:lstStyle/>
                    <a:p>
                      <a:r>
                        <a:rPr lang="en-US" dirty="0" smtClean="0"/>
                        <a:t>Cloud-based AI agent management</a:t>
                      </a:r>
                      <a:endParaRPr lang="en-US" sz="1800" dirty="0">
                        <a:latin typeface="+mn-lt"/>
                        <a:cs typeface="Segoe UI" panose="020B0502040204020203" pitchFamily="34" charset="0"/>
                      </a:endParaRPr>
                    </a:p>
                  </a:txBody>
                  <a:tcPr/>
                </a:tc>
                <a:extLst>
                  <a:ext uri="{0D108BD9-81ED-4DB2-BD59-A6C34878D82A}">
                    <a16:rowId xmlns:a16="http://schemas.microsoft.com/office/drawing/2014/main" val="1798334996"/>
                  </a:ext>
                </a:extLst>
              </a:tr>
            </a:tbl>
          </a:graphicData>
        </a:graphic>
      </p:graphicFrame>
      <p:sp>
        <p:nvSpPr>
          <p:cNvPr id="4" name="Slide Number Placeholder 3"/>
          <p:cNvSpPr>
            <a:spLocks noGrp="1"/>
          </p:cNvSpPr>
          <p:nvPr>
            <p:ph type="sldNum" sz="quarter" idx="12"/>
          </p:nvPr>
        </p:nvSpPr>
        <p:spPr/>
        <p:txBody>
          <a:bodyPr/>
          <a:lstStyle/>
          <a:p>
            <a:fld id="{69E57DC2-970A-4B3E-BB1C-7A09969E49DF}" type="slidenum">
              <a:rPr lang="en-US" smtClean="0"/>
              <a:t>29</a:t>
            </a:fld>
            <a:endParaRPr lang="en-US" dirty="0"/>
          </a:p>
        </p:txBody>
      </p:sp>
    </p:spTree>
    <p:extLst>
      <p:ext uri="{BB962C8B-B14F-4D97-AF65-F5344CB8AC3E}">
        <p14:creationId xmlns:p14="http://schemas.microsoft.com/office/powerpoint/2010/main" val="37193686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atellite against the night sky">
            <a:extLst>
              <a:ext uri="{FF2B5EF4-FFF2-40B4-BE49-F238E27FC236}">
                <a16:creationId xmlns:a16="http://schemas.microsoft.com/office/drawing/2014/main" id="{D4F2268B-BB87-42FB-B84F-C145C01B497A}"/>
              </a:ext>
            </a:extLst>
          </p:cNvPr>
          <p:cNvPicPr>
            <a:picLocks noChangeAspect="1"/>
          </p:cNvPicPr>
          <p:nvPr/>
        </p:nvPicPr>
        <p:blipFill rotWithShape="1">
          <a:blip r:embed="rId3"/>
          <a:srcRect l="8611" r="16027" b="1"/>
          <a:stretch/>
        </p:blipFill>
        <p:spPr>
          <a:xfrm>
            <a:off x="8888133" y="4144246"/>
            <a:ext cx="3302966" cy="2717299"/>
          </a:xfrm>
          <a:custGeom>
            <a:avLst/>
            <a:gdLst>
              <a:gd name="connsiteX0" fmla="*/ 1663658 w 3039855"/>
              <a:gd name="connsiteY0" fmla="*/ 0 h 2500842"/>
              <a:gd name="connsiteX1" fmla="*/ 2947417 w 3039855"/>
              <a:gd name="connsiteY1" fmla="*/ 605417 h 2500842"/>
              <a:gd name="connsiteX2" fmla="*/ 3039855 w 3039855"/>
              <a:gd name="connsiteY2" fmla="*/ 729032 h 2500842"/>
              <a:gd name="connsiteX3" fmla="*/ 3039855 w 3039855"/>
              <a:gd name="connsiteY3" fmla="*/ 2500842 h 2500842"/>
              <a:gd name="connsiteX4" fmla="*/ 226952 w 3039855"/>
              <a:gd name="connsiteY4" fmla="*/ 2500842 h 2500842"/>
              <a:gd name="connsiteX5" fmla="*/ 155401 w 3039855"/>
              <a:gd name="connsiteY5" fmla="*/ 2366679 h 2500842"/>
              <a:gd name="connsiteX6" fmla="*/ 0 w 3039855"/>
              <a:gd name="connsiteY6" fmla="*/ 1663658 h 2500842"/>
              <a:gd name="connsiteX7" fmla="*/ 1663658 w 3039855"/>
              <a:gd name="connsiteY7" fmla="*/ 0 h 25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9855" h="2500842">
                <a:moveTo>
                  <a:pt x="1663658" y="0"/>
                </a:moveTo>
                <a:cubicBezTo>
                  <a:pt x="2180490" y="0"/>
                  <a:pt x="2642278" y="235674"/>
                  <a:pt x="2947417" y="605417"/>
                </a:cubicBezTo>
                <a:lnTo>
                  <a:pt x="3039855" y="729032"/>
                </a:lnTo>
                <a:lnTo>
                  <a:pt x="3039855" y="2500842"/>
                </a:lnTo>
                <a:lnTo>
                  <a:pt x="226952" y="2500842"/>
                </a:lnTo>
                <a:lnTo>
                  <a:pt x="155401" y="2366679"/>
                </a:lnTo>
                <a:cubicBezTo>
                  <a:pt x="55691" y="2153127"/>
                  <a:pt x="0" y="1914896"/>
                  <a:pt x="0" y="1663658"/>
                </a:cubicBezTo>
                <a:cubicBezTo>
                  <a:pt x="0" y="744845"/>
                  <a:pt x="744845" y="0"/>
                  <a:pt x="1663658" y="0"/>
                </a:cubicBezTo>
                <a:close/>
              </a:path>
            </a:pathLst>
          </a:custGeom>
        </p:spPr>
      </p:pic>
      <p:pic>
        <p:nvPicPr>
          <p:cNvPr id="7" name="Picture 6" descr="abstract image of light dots">
            <a:extLst>
              <a:ext uri="{FF2B5EF4-FFF2-40B4-BE49-F238E27FC236}">
                <a16:creationId xmlns:a16="http://schemas.microsoft.com/office/drawing/2014/main" id="{FE6C54C5-D2F4-48F8-B65E-7506F07BCCF3}"/>
              </a:ext>
            </a:extLst>
          </p:cNvPr>
          <p:cNvPicPr>
            <a:picLocks noChangeAspect="1"/>
          </p:cNvPicPr>
          <p:nvPr/>
        </p:nvPicPr>
        <p:blipFill rotWithShape="1">
          <a:blip r:embed="rId4"/>
          <a:srcRect l="23268" r="4773" b="-1"/>
          <a:stretch/>
        </p:blipFill>
        <p:spPr>
          <a:xfrm>
            <a:off x="8055588" y="-3863"/>
            <a:ext cx="4132754" cy="3445946"/>
          </a:xfrm>
          <a:custGeom>
            <a:avLst/>
            <a:gdLst>
              <a:gd name="connsiteX0" fmla="*/ 303228 w 4638368"/>
              <a:gd name="connsiteY0" fmla="*/ 0 h 3867534"/>
              <a:gd name="connsiteX1" fmla="*/ 4638368 w 4638368"/>
              <a:gd name="connsiteY1" fmla="*/ 0 h 3867534"/>
              <a:gd name="connsiteX2" fmla="*/ 4638368 w 4638368"/>
              <a:gd name="connsiteY2" fmla="*/ 2952747 h 3867534"/>
              <a:gd name="connsiteX3" fmla="*/ 4585825 w 4638368"/>
              <a:gd name="connsiteY3" fmla="*/ 3013864 h 3867534"/>
              <a:gd name="connsiteX4" fmla="*/ 2641346 w 4638368"/>
              <a:gd name="connsiteY4" fmla="*/ 3867534 h 3867534"/>
              <a:gd name="connsiteX5" fmla="*/ 0 w 4638368"/>
              <a:gd name="connsiteY5" fmla="*/ 1226188 h 3867534"/>
              <a:gd name="connsiteX6" fmla="*/ 260466 w 4638368"/>
              <a:gd name="connsiteY6" fmla="*/ 81056 h 38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sp>
        <p:nvSpPr>
          <p:cNvPr id="6" name="Title 5"/>
          <p:cNvSpPr>
            <a:spLocks noGrp="1"/>
          </p:cNvSpPr>
          <p:nvPr>
            <p:ph type="title"/>
          </p:nvPr>
        </p:nvSpPr>
        <p:spPr>
          <a:xfrm>
            <a:off x="2308485" y="1992073"/>
            <a:ext cx="8379503" cy="3265357"/>
          </a:xfrm>
        </p:spPr>
        <p:txBody>
          <a:bodyPr>
            <a:normAutofit/>
          </a:bodyPr>
          <a:lstStyle/>
          <a:p>
            <a:r>
              <a:rPr lang="en-US" sz="5400" b="1" dirty="0" smtClean="0"/>
              <a:t>What is AGENTIC AI</a:t>
            </a:r>
            <a:endParaRPr lang="en-US" sz="5400" b="1" dirty="0"/>
          </a:p>
        </p:txBody>
      </p:sp>
      <p:sp>
        <p:nvSpPr>
          <p:cNvPr id="2" name="Slide Number Placeholder 1"/>
          <p:cNvSpPr>
            <a:spLocks noGrp="1"/>
          </p:cNvSpPr>
          <p:nvPr>
            <p:ph type="sldNum" sz="quarter" idx="12"/>
          </p:nvPr>
        </p:nvSpPr>
        <p:spPr/>
        <p:txBody>
          <a:bodyPr/>
          <a:lstStyle/>
          <a:p>
            <a:fld id="{69E57DC2-970A-4B3E-BB1C-7A09969E49DF}" type="slidenum">
              <a:rPr lang="en-US" smtClean="0"/>
              <a:t>30</a:t>
            </a:fld>
            <a:endParaRPr lang="en-US" dirty="0"/>
          </a:p>
        </p:txBody>
      </p:sp>
    </p:spTree>
    <p:extLst>
      <p:ext uri="{BB962C8B-B14F-4D97-AF65-F5344CB8AC3E}">
        <p14:creationId xmlns:p14="http://schemas.microsoft.com/office/powerpoint/2010/main" val="1958136344"/>
      </p:ext>
    </p:extLst>
  </p:cSld>
  <p:clrMapOvr>
    <a:masterClrMapping/>
  </p:clrMapOvr>
  <p:transition spd="slow">
    <p:push dir="u"/>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31</a:t>
            </a:fld>
            <a:endParaRPr lang="en-US" dirty="0"/>
          </a:p>
        </p:txBody>
      </p:sp>
      <p:sp>
        <p:nvSpPr>
          <p:cNvPr id="3" name="TextBox 2"/>
          <p:cNvSpPr txBox="1"/>
          <p:nvPr/>
        </p:nvSpPr>
        <p:spPr>
          <a:xfrm>
            <a:off x="1244184" y="1164928"/>
            <a:ext cx="8192125" cy="1569660"/>
          </a:xfrm>
          <a:prstGeom prst="rect">
            <a:avLst/>
          </a:prstGeom>
          <a:noFill/>
        </p:spPr>
        <p:txBody>
          <a:bodyPr wrap="square" rtlCol="0">
            <a:spAutoFit/>
          </a:bodyPr>
          <a:lstStyle/>
          <a:p>
            <a:r>
              <a:rPr lang="en-US" sz="2400" dirty="0"/>
              <a:t>Agentic AI refers to AI systems that can act on their own, making decisions and performing tasks with little human help. Think of it like a smart assistant that can plan a trip, book flights, and adjust plans based on real-time updates, all by itself</a:t>
            </a:r>
            <a:r>
              <a:rPr lang="en-US" sz="2400" dirty="0" smtClean="0"/>
              <a:t>.</a:t>
            </a:r>
            <a:r>
              <a:rPr lang="en-US" sz="2400" dirty="0" smtClean="0">
                <a:hlinkClick r:id="rId3" action="ppaction://hlinksldjump"/>
              </a:rPr>
              <a:t>[6]</a:t>
            </a:r>
            <a:endParaRPr lang="en-US" sz="2400" dirty="0"/>
          </a:p>
        </p:txBody>
      </p:sp>
      <p:sp>
        <p:nvSpPr>
          <p:cNvPr id="4" name="TextBox 3"/>
          <p:cNvSpPr txBox="1"/>
          <p:nvPr/>
        </p:nvSpPr>
        <p:spPr>
          <a:xfrm>
            <a:off x="1187781" y="3282846"/>
            <a:ext cx="9353862" cy="2677656"/>
          </a:xfrm>
          <a:prstGeom prst="rect">
            <a:avLst/>
          </a:prstGeom>
          <a:noFill/>
        </p:spPr>
        <p:txBody>
          <a:bodyPr wrap="square" rtlCol="0">
            <a:spAutoFit/>
          </a:bodyPr>
          <a:lstStyle/>
          <a:p>
            <a:r>
              <a:rPr lang="en-US" sz="2400" dirty="0"/>
              <a:t>Agentic AI architecture is a cutting-edge blueprint designed to create </a:t>
            </a:r>
            <a:r>
              <a:rPr lang="en-US" sz="2400" dirty="0" smtClean="0"/>
              <a:t>intelligent agents that </a:t>
            </a:r>
            <a:r>
              <a:rPr lang="en-US" sz="2400" dirty="0"/>
              <a:t>mimic human cognitive abilities, enabling them to perform tasks autonomously, make informed decisions, and adapt to changing environments. Unlike traditional AI models, which are rigid and task-specific, Agentic AI systems are designed to be more dynamic and flexible, allowing them to evolve and interact with other AI </a:t>
            </a:r>
            <a:r>
              <a:rPr lang="en-US" sz="2400" dirty="0" smtClean="0"/>
              <a:t>components.</a:t>
            </a:r>
            <a:r>
              <a:rPr lang="en-US" sz="2400" dirty="0" smtClean="0">
                <a:hlinkClick r:id="rId3" action="ppaction://hlinksldjump"/>
              </a:rPr>
              <a:t>[7]</a:t>
            </a:r>
            <a:endParaRPr lang="en-US" sz="2400" dirty="0"/>
          </a:p>
        </p:txBody>
      </p:sp>
    </p:spTree>
    <p:extLst>
      <p:ext uri="{BB962C8B-B14F-4D97-AF65-F5344CB8AC3E}">
        <p14:creationId xmlns:p14="http://schemas.microsoft.com/office/powerpoint/2010/main" val="12061056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 calcmode="lin" valueType="num">
                                      <p:cBhvr>
                                        <p:cTn id="14" dur="500" fill="hold"/>
                                        <p:tgtEl>
                                          <p:spTgt spid="4">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32</a:t>
            </a:fld>
            <a:endParaRPr lang="en-US" dirty="0"/>
          </a:p>
        </p:txBody>
      </p:sp>
      <p:sp>
        <p:nvSpPr>
          <p:cNvPr id="3" name="TextBox 2"/>
          <p:cNvSpPr txBox="1"/>
          <p:nvPr/>
        </p:nvSpPr>
        <p:spPr>
          <a:xfrm>
            <a:off x="367257" y="247337"/>
            <a:ext cx="6625653" cy="584775"/>
          </a:xfrm>
          <a:prstGeom prst="rect">
            <a:avLst/>
          </a:prstGeom>
          <a:noFill/>
        </p:spPr>
        <p:txBody>
          <a:bodyPr wrap="square" rtlCol="0">
            <a:spAutoFit/>
          </a:bodyPr>
          <a:lstStyle/>
          <a:p>
            <a:r>
              <a:rPr lang="en-US" sz="3200" dirty="0" smtClean="0"/>
              <a:t>KEY FRAMEWORKS PRINCIPALES:</a:t>
            </a:r>
            <a:endParaRPr lang="en-US" sz="3200" dirty="0"/>
          </a:p>
        </p:txBody>
      </p:sp>
      <p:sp>
        <p:nvSpPr>
          <p:cNvPr id="4" name="TextBox 3"/>
          <p:cNvSpPr txBox="1"/>
          <p:nvPr/>
        </p:nvSpPr>
        <p:spPr>
          <a:xfrm>
            <a:off x="487179" y="930905"/>
            <a:ext cx="6947941" cy="830997"/>
          </a:xfrm>
          <a:prstGeom prst="rect">
            <a:avLst/>
          </a:prstGeom>
          <a:noFill/>
        </p:spPr>
        <p:txBody>
          <a:bodyPr wrap="square" rtlCol="0">
            <a:spAutoFit/>
          </a:bodyPr>
          <a:lstStyle/>
          <a:p>
            <a:pPr marL="342900" indent="-342900">
              <a:buFont typeface="+mj-lt"/>
              <a:buAutoNum type="arabicPeriod"/>
            </a:pPr>
            <a:r>
              <a:rPr lang="en-US" sz="2400" dirty="0" smtClean="0"/>
              <a:t>LangChain:</a:t>
            </a:r>
          </a:p>
          <a:p>
            <a:endParaRPr lang="en-US" sz="2400" dirty="0" smtClean="0"/>
          </a:p>
        </p:txBody>
      </p:sp>
      <p:graphicFrame>
        <p:nvGraphicFramePr>
          <p:cNvPr id="10" name="Diagram 9"/>
          <p:cNvGraphicFramePr/>
          <p:nvPr>
            <p:extLst>
              <p:ext uri="{D42A27DB-BD31-4B8C-83A1-F6EECF244321}">
                <p14:modId xmlns:p14="http://schemas.microsoft.com/office/powerpoint/2010/main" val="3276234292"/>
              </p:ext>
            </p:extLst>
          </p:nvPr>
        </p:nvGraphicFramePr>
        <p:xfrm>
          <a:off x="981855" y="532151"/>
          <a:ext cx="11040255" cy="60860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172637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1000" fill="hold"/>
                                        <p:tgtEl>
                                          <p:spTgt spid="10"/>
                                        </p:tgtEl>
                                        <p:attrNameLst>
                                          <p:attrName>ppt_w</p:attrName>
                                        </p:attrNameLst>
                                      </p:cBhvr>
                                      <p:tavLst>
                                        <p:tav tm="0">
                                          <p:val>
                                            <p:fltVal val="0"/>
                                          </p:val>
                                        </p:tav>
                                        <p:tav tm="100000">
                                          <p:val>
                                            <p:strVal val="#ppt_w"/>
                                          </p:val>
                                        </p:tav>
                                      </p:tavLst>
                                    </p:anim>
                                    <p:anim calcmode="lin" valueType="num">
                                      <p:cBhvr>
                                        <p:cTn id="14" dur="1000" fill="hold"/>
                                        <p:tgtEl>
                                          <p:spTgt spid="10"/>
                                        </p:tgtEl>
                                        <p:attrNameLst>
                                          <p:attrName>ppt_h</p:attrName>
                                        </p:attrNameLst>
                                      </p:cBhvr>
                                      <p:tavLst>
                                        <p:tav tm="0">
                                          <p:val>
                                            <p:fltVal val="0"/>
                                          </p:val>
                                        </p:tav>
                                        <p:tav tm="100000">
                                          <p:val>
                                            <p:strVal val="#ppt_h"/>
                                          </p:val>
                                        </p:tav>
                                      </p:tavLst>
                                    </p:anim>
                                    <p:anim calcmode="lin" valueType="num">
                                      <p:cBhvr>
                                        <p:cTn id="15" dur="1000" fill="hold"/>
                                        <p:tgtEl>
                                          <p:spTgt spid="10"/>
                                        </p:tgtEl>
                                        <p:attrNameLst>
                                          <p:attrName>style.rotation</p:attrName>
                                        </p:attrNameLst>
                                      </p:cBhvr>
                                      <p:tavLst>
                                        <p:tav tm="0">
                                          <p:val>
                                            <p:fltVal val="90"/>
                                          </p:val>
                                        </p:tav>
                                        <p:tav tm="100000">
                                          <p:val>
                                            <p:fltVal val="0"/>
                                          </p:val>
                                        </p:tav>
                                      </p:tavLst>
                                    </p:anim>
                                    <p:animEffect transition="in" filter="fade">
                                      <p:cBhvr>
                                        <p:cTn id="1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33</a:t>
            </a:fld>
            <a:endParaRPr lang="en-US" dirty="0"/>
          </a:p>
        </p:txBody>
      </p:sp>
      <p:sp>
        <p:nvSpPr>
          <p:cNvPr id="4" name="TextBox 3"/>
          <p:cNvSpPr txBox="1"/>
          <p:nvPr/>
        </p:nvSpPr>
        <p:spPr>
          <a:xfrm>
            <a:off x="592112" y="1082322"/>
            <a:ext cx="2398426" cy="461665"/>
          </a:xfrm>
          <a:prstGeom prst="rect">
            <a:avLst/>
          </a:prstGeom>
          <a:noFill/>
        </p:spPr>
        <p:txBody>
          <a:bodyPr wrap="square" rtlCol="0">
            <a:spAutoFit/>
          </a:bodyPr>
          <a:lstStyle/>
          <a:p>
            <a:r>
              <a:rPr lang="en-US" sz="2400" dirty="0" smtClean="0"/>
              <a:t>2. LlamaIndex:</a:t>
            </a:r>
            <a:endParaRPr lang="en-US" sz="2400" dirty="0"/>
          </a:p>
        </p:txBody>
      </p:sp>
      <p:graphicFrame>
        <p:nvGraphicFramePr>
          <p:cNvPr id="5" name="Diagram 4"/>
          <p:cNvGraphicFramePr/>
          <p:nvPr>
            <p:extLst>
              <p:ext uri="{D42A27DB-BD31-4B8C-83A1-F6EECF244321}">
                <p14:modId xmlns:p14="http://schemas.microsoft.com/office/powerpoint/2010/main" val="3575682192"/>
              </p:ext>
            </p:extLst>
          </p:nvPr>
        </p:nvGraphicFramePr>
        <p:xfrm>
          <a:off x="1286633" y="719665"/>
          <a:ext cx="9378669" cy="58106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371134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34</a:t>
            </a:fld>
            <a:endParaRPr lang="en-US" dirty="0"/>
          </a:p>
        </p:txBody>
      </p:sp>
      <p:sp>
        <p:nvSpPr>
          <p:cNvPr id="4" name="TextBox 3"/>
          <p:cNvSpPr txBox="1"/>
          <p:nvPr/>
        </p:nvSpPr>
        <p:spPr>
          <a:xfrm>
            <a:off x="592112" y="1082322"/>
            <a:ext cx="2398426" cy="461665"/>
          </a:xfrm>
          <a:prstGeom prst="rect">
            <a:avLst/>
          </a:prstGeom>
          <a:noFill/>
        </p:spPr>
        <p:txBody>
          <a:bodyPr wrap="square" rtlCol="0">
            <a:spAutoFit/>
          </a:bodyPr>
          <a:lstStyle/>
          <a:p>
            <a:r>
              <a:rPr lang="en-US" sz="2400" dirty="0" smtClean="0"/>
              <a:t>3. AutoGen:</a:t>
            </a:r>
            <a:endParaRPr lang="en-US" sz="2400" dirty="0"/>
          </a:p>
        </p:txBody>
      </p:sp>
      <p:graphicFrame>
        <p:nvGraphicFramePr>
          <p:cNvPr id="5" name="Diagram 4"/>
          <p:cNvGraphicFramePr/>
          <p:nvPr>
            <p:extLst>
              <p:ext uri="{D42A27DB-BD31-4B8C-83A1-F6EECF244321}">
                <p14:modId xmlns:p14="http://schemas.microsoft.com/office/powerpoint/2010/main" val="430643273"/>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490376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atellite against the night sky">
            <a:extLst>
              <a:ext uri="{FF2B5EF4-FFF2-40B4-BE49-F238E27FC236}">
                <a16:creationId xmlns:a16="http://schemas.microsoft.com/office/drawing/2014/main" id="{D4F2268B-BB87-42FB-B84F-C145C01B497A}"/>
              </a:ext>
            </a:extLst>
          </p:cNvPr>
          <p:cNvPicPr>
            <a:picLocks noChangeAspect="1"/>
          </p:cNvPicPr>
          <p:nvPr/>
        </p:nvPicPr>
        <p:blipFill rotWithShape="1">
          <a:blip r:embed="rId3"/>
          <a:srcRect l="8611" r="16027" b="1"/>
          <a:stretch/>
        </p:blipFill>
        <p:spPr>
          <a:xfrm>
            <a:off x="8888133" y="4144246"/>
            <a:ext cx="3302966" cy="2717299"/>
          </a:xfrm>
          <a:custGeom>
            <a:avLst/>
            <a:gdLst>
              <a:gd name="connsiteX0" fmla="*/ 1663658 w 3039855"/>
              <a:gd name="connsiteY0" fmla="*/ 0 h 2500842"/>
              <a:gd name="connsiteX1" fmla="*/ 2947417 w 3039855"/>
              <a:gd name="connsiteY1" fmla="*/ 605417 h 2500842"/>
              <a:gd name="connsiteX2" fmla="*/ 3039855 w 3039855"/>
              <a:gd name="connsiteY2" fmla="*/ 729032 h 2500842"/>
              <a:gd name="connsiteX3" fmla="*/ 3039855 w 3039855"/>
              <a:gd name="connsiteY3" fmla="*/ 2500842 h 2500842"/>
              <a:gd name="connsiteX4" fmla="*/ 226952 w 3039855"/>
              <a:gd name="connsiteY4" fmla="*/ 2500842 h 2500842"/>
              <a:gd name="connsiteX5" fmla="*/ 155401 w 3039855"/>
              <a:gd name="connsiteY5" fmla="*/ 2366679 h 2500842"/>
              <a:gd name="connsiteX6" fmla="*/ 0 w 3039855"/>
              <a:gd name="connsiteY6" fmla="*/ 1663658 h 2500842"/>
              <a:gd name="connsiteX7" fmla="*/ 1663658 w 3039855"/>
              <a:gd name="connsiteY7" fmla="*/ 0 h 25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9855" h="2500842">
                <a:moveTo>
                  <a:pt x="1663658" y="0"/>
                </a:moveTo>
                <a:cubicBezTo>
                  <a:pt x="2180490" y="0"/>
                  <a:pt x="2642278" y="235674"/>
                  <a:pt x="2947417" y="605417"/>
                </a:cubicBezTo>
                <a:lnTo>
                  <a:pt x="3039855" y="729032"/>
                </a:lnTo>
                <a:lnTo>
                  <a:pt x="3039855" y="2500842"/>
                </a:lnTo>
                <a:lnTo>
                  <a:pt x="226952" y="2500842"/>
                </a:lnTo>
                <a:lnTo>
                  <a:pt x="155401" y="2366679"/>
                </a:lnTo>
                <a:cubicBezTo>
                  <a:pt x="55691" y="2153127"/>
                  <a:pt x="0" y="1914896"/>
                  <a:pt x="0" y="1663658"/>
                </a:cubicBezTo>
                <a:cubicBezTo>
                  <a:pt x="0" y="744845"/>
                  <a:pt x="744845" y="0"/>
                  <a:pt x="1663658" y="0"/>
                </a:cubicBezTo>
                <a:close/>
              </a:path>
            </a:pathLst>
          </a:custGeom>
        </p:spPr>
      </p:pic>
      <p:pic>
        <p:nvPicPr>
          <p:cNvPr id="7" name="Picture 6" descr="abstract image of light dots">
            <a:extLst>
              <a:ext uri="{FF2B5EF4-FFF2-40B4-BE49-F238E27FC236}">
                <a16:creationId xmlns:a16="http://schemas.microsoft.com/office/drawing/2014/main" id="{FE6C54C5-D2F4-48F8-B65E-7506F07BCCF3}"/>
              </a:ext>
            </a:extLst>
          </p:cNvPr>
          <p:cNvPicPr>
            <a:picLocks noChangeAspect="1"/>
          </p:cNvPicPr>
          <p:nvPr/>
        </p:nvPicPr>
        <p:blipFill rotWithShape="1">
          <a:blip r:embed="rId4"/>
          <a:srcRect l="23268" r="4773" b="-1"/>
          <a:stretch/>
        </p:blipFill>
        <p:spPr>
          <a:xfrm>
            <a:off x="8055588" y="-3863"/>
            <a:ext cx="4132754" cy="3445946"/>
          </a:xfrm>
          <a:custGeom>
            <a:avLst/>
            <a:gdLst>
              <a:gd name="connsiteX0" fmla="*/ 303228 w 4638368"/>
              <a:gd name="connsiteY0" fmla="*/ 0 h 3867534"/>
              <a:gd name="connsiteX1" fmla="*/ 4638368 w 4638368"/>
              <a:gd name="connsiteY1" fmla="*/ 0 h 3867534"/>
              <a:gd name="connsiteX2" fmla="*/ 4638368 w 4638368"/>
              <a:gd name="connsiteY2" fmla="*/ 2952747 h 3867534"/>
              <a:gd name="connsiteX3" fmla="*/ 4585825 w 4638368"/>
              <a:gd name="connsiteY3" fmla="*/ 3013864 h 3867534"/>
              <a:gd name="connsiteX4" fmla="*/ 2641346 w 4638368"/>
              <a:gd name="connsiteY4" fmla="*/ 3867534 h 3867534"/>
              <a:gd name="connsiteX5" fmla="*/ 0 w 4638368"/>
              <a:gd name="connsiteY5" fmla="*/ 1226188 h 3867534"/>
              <a:gd name="connsiteX6" fmla="*/ 260466 w 4638368"/>
              <a:gd name="connsiteY6" fmla="*/ 81056 h 38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sp>
        <p:nvSpPr>
          <p:cNvPr id="6" name="Title 5"/>
          <p:cNvSpPr>
            <a:spLocks noGrp="1"/>
          </p:cNvSpPr>
          <p:nvPr>
            <p:ph type="title"/>
          </p:nvPr>
        </p:nvSpPr>
        <p:spPr>
          <a:xfrm>
            <a:off x="996845" y="1929326"/>
            <a:ext cx="8072203" cy="3265357"/>
          </a:xfrm>
        </p:spPr>
        <p:txBody>
          <a:bodyPr>
            <a:normAutofit/>
          </a:bodyPr>
          <a:lstStyle/>
          <a:p>
            <a:r>
              <a:rPr lang="en-US" sz="5400" b="1" dirty="0" smtClean="0"/>
              <a:t>AGENTIC DESIGN PRINCIPLES</a:t>
            </a:r>
            <a:endParaRPr lang="en-US" sz="5400" b="1" dirty="0"/>
          </a:p>
        </p:txBody>
      </p:sp>
      <p:sp>
        <p:nvSpPr>
          <p:cNvPr id="2" name="Slide Number Placeholder 1"/>
          <p:cNvSpPr>
            <a:spLocks noGrp="1"/>
          </p:cNvSpPr>
          <p:nvPr>
            <p:ph type="sldNum" sz="quarter" idx="12"/>
          </p:nvPr>
        </p:nvSpPr>
        <p:spPr/>
        <p:txBody>
          <a:bodyPr/>
          <a:lstStyle/>
          <a:p>
            <a:fld id="{69E57DC2-970A-4B3E-BB1C-7A09969E49DF}" type="slidenum">
              <a:rPr lang="en-US" smtClean="0"/>
              <a:t>35</a:t>
            </a:fld>
            <a:endParaRPr lang="en-US" dirty="0"/>
          </a:p>
        </p:txBody>
      </p:sp>
    </p:spTree>
    <p:extLst>
      <p:ext uri="{BB962C8B-B14F-4D97-AF65-F5344CB8AC3E}">
        <p14:creationId xmlns:p14="http://schemas.microsoft.com/office/powerpoint/2010/main" val="752740190"/>
      </p:ext>
    </p:extLst>
  </p:cSld>
  <p:clrMapOvr>
    <a:masterClrMapping/>
  </p:clrMapOvr>
  <p:transition spd="slow">
    <p:push dir="u"/>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084434" y="637779"/>
            <a:ext cx="2647969" cy="1400185"/>
          </a:xfrm>
          <a:prstGeom prst="ellipse">
            <a:avLst/>
          </a:prstGeom>
          <a:ln>
            <a:noFill/>
          </a:ln>
          <a:effectLst>
            <a:softEdge rad="112500"/>
          </a:effectLst>
        </p:spPr>
      </p:pic>
      <p:sp>
        <p:nvSpPr>
          <p:cNvPr id="3" name="TextBox 2"/>
          <p:cNvSpPr txBox="1"/>
          <p:nvPr/>
        </p:nvSpPr>
        <p:spPr>
          <a:xfrm>
            <a:off x="2016177" y="2158583"/>
            <a:ext cx="2968053" cy="461665"/>
          </a:xfrm>
          <a:prstGeom prst="rect">
            <a:avLst/>
          </a:prstGeom>
          <a:noFill/>
        </p:spPr>
        <p:txBody>
          <a:bodyPr wrap="square" rtlCol="0">
            <a:spAutoFit/>
          </a:bodyPr>
          <a:lstStyle/>
          <a:p>
            <a:r>
              <a:rPr lang="en-US" sz="2400" dirty="0" smtClean="0"/>
              <a:t>SPACE</a:t>
            </a:r>
            <a:endParaRPr lang="en-US" sz="2400" dirty="0"/>
          </a:p>
        </p:txBody>
      </p:sp>
      <p:pic>
        <p:nvPicPr>
          <p:cNvPr id="4" name="Picture 3"/>
          <p:cNvPicPr>
            <a:picLocks noChangeAspect="1"/>
          </p:cNvPicPr>
          <p:nvPr/>
        </p:nvPicPr>
        <p:blipFill>
          <a:blip r:embed="rId4">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4664671" y="2177268"/>
            <a:ext cx="2590567" cy="1399032"/>
          </a:xfrm>
          <a:prstGeom prst="ellipse">
            <a:avLst/>
          </a:prstGeom>
          <a:ln>
            <a:noFill/>
          </a:ln>
          <a:effectLst>
            <a:softEdge rad="112500"/>
          </a:effectLst>
        </p:spPr>
      </p:pic>
      <p:sp>
        <p:nvSpPr>
          <p:cNvPr id="5" name="TextBox 4"/>
          <p:cNvSpPr txBox="1"/>
          <p:nvPr/>
        </p:nvSpPr>
        <p:spPr>
          <a:xfrm>
            <a:off x="5541364" y="3677587"/>
            <a:ext cx="2968053" cy="461665"/>
          </a:xfrm>
          <a:prstGeom prst="rect">
            <a:avLst/>
          </a:prstGeom>
          <a:noFill/>
        </p:spPr>
        <p:txBody>
          <a:bodyPr wrap="square" rtlCol="0">
            <a:spAutoFit/>
          </a:bodyPr>
          <a:lstStyle/>
          <a:p>
            <a:r>
              <a:rPr lang="en-US" sz="2400" dirty="0" smtClean="0"/>
              <a:t>TIME</a:t>
            </a:r>
            <a:endParaRPr lang="en-US" sz="2400" dirty="0"/>
          </a:p>
        </p:txBody>
      </p:sp>
      <p:sp>
        <p:nvSpPr>
          <p:cNvPr id="6" name="TextBox 5"/>
          <p:cNvSpPr txBox="1"/>
          <p:nvPr/>
        </p:nvSpPr>
        <p:spPr>
          <a:xfrm>
            <a:off x="9223947" y="5024203"/>
            <a:ext cx="2968053" cy="461665"/>
          </a:xfrm>
          <a:prstGeom prst="rect">
            <a:avLst/>
          </a:prstGeom>
          <a:noFill/>
        </p:spPr>
        <p:txBody>
          <a:bodyPr wrap="square" rtlCol="0">
            <a:spAutoFit/>
          </a:bodyPr>
          <a:lstStyle/>
          <a:p>
            <a:r>
              <a:rPr lang="en-US" sz="2400" dirty="0" smtClean="0"/>
              <a:t>CORE</a:t>
            </a:r>
            <a:endParaRPr lang="en-US" sz="2400" dirty="0"/>
          </a:p>
        </p:txBody>
      </p:sp>
      <p:pic>
        <p:nvPicPr>
          <p:cNvPr id="7" name="Picture 6"/>
          <p:cNvPicPr>
            <a:picLocks noChangeAspect="1"/>
          </p:cNvPicPr>
          <p:nvPr/>
        </p:nvPicPr>
        <p:blipFill>
          <a:blip r:embed="rId5">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8172138" y="3447530"/>
            <a:ext cx="2651760" cy="1438408"/>
          </a:xfrm>
          <a:prstGeom prst="ellipse">
            <a:avLst/>
          </a:prstGeom>
          <a:ln>
            <a:noFill/>
          </a:ln>
          <a:effectLst>
            <a:softEdge rad="112500"/>
          </a:effectLst>
        </p:spPr>
      </p:pic>
      <p:sp>
        <p:nvSpPr>
          <p:cNvPr id="8" name="Slide Number Placeholder 7"/>
          <p:cNvSpPr>
            <a:spLocks noGrp="1"/>
          </p:cNvSpPr>
          <p:nvPr>
            <p:ph type="sldNum" sz="quarter" idx="12"/>
          </p:nvPr>
        </p:nvSpPr>
        <p:spPr/>
        <p:txBody>
          <a:bodyPr/>
          <a:lstStyle/>
          <a:p>
            <a:fld id="{69E57DC2-970A-4B3E-BB1C-7A09969E49DF}" type="slidenum">
              <a:rPr lang="en-US" smtClean="0"/>
              <a:t>36</a:t>
            </a:fld>
            <a:endParaRPr lang="en-US" dirty="0"/>
          </a:p>
        </p:txBody>
      </p:sp>
    </p:spTree>
    <p:extLst>
      <p:ext uri="{BB962C8B-B14F-4D97-AF65-F5344CB8AC3E}">
        <p14:creationId xmlns:p14="http://schemas.microsoft.com/office/powerpoint/2010/main" val="39401067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anim calcmode="lin" valueType="num">
                                      <p:cBhvr>
                                        <p:cTn id="23" dur="1000" fill="hold"/>
                                        <p:tgtEl>
                                          <p:spTgt spid="4"/>
                                        </p:tgtEl>
                                        <p:attrNameLst>
                                          <p:attrName>ppt_x</p:attrName>
                                        </p:attrNameLst>
                                      </p:cBhvr>
                                      <p:tavLst>
                                        <p:tav tm="0">
                                          <p:val>
                                            <p:strVal val="#ppt_x"/>
                                          </p:val>
                                        </p:tav>
                                        <p:tav tm="100000">
                                          <p:val>
                                            <p:strVal val="#ppt_x"/>
                                          </p:val>
                                        </p:tav>
                                      </p:tavLst>
                                    </p:anim>
                                    <p:anim calcmode="lin" valueType="num">
                                      <p:cBhvr>
                                        <p:cTn id="2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1000"/>
                                        <p:tgtEl>
                                          <p:spTgt spid="7"/>
                                        </p:tgtEl>
                                      </p:cBhvr>
                                    </p:animEffect>
                                    <p:anim calcmode="lin" valueType="num">
                                      <p:cBhvr>
                                        <p:cTn id="30" dur="1000" fill="hold"/>
                                        <p:tgtEl>
                                          <p:spTgt spid="7"/>
                                        </p:tgtEl>
                                        <p:attrNameLst>
                                          <p:attrName>ppt_x</p:attrName>
                                        </p:attrNameLst>
                                      </p:cBhvr>
                                      <p:tavLst>
                                        <p:tav tm="0">
                                          <p:val>
                                            <p:strVal val="#ppt_x"/>
                                          </p:val>
                                        </p:tav>
                                        <p:tav tm="100000">
                                          <p:val>
                                            <p:strVal val="#ppt_x"/>
                                          </p:val>
                                        </p:tav>
                                      </p:tavLst>
                                    </p:anim>
                                    <p:anim calcmode="lin" valueType="num">
                                      <p:cBhvr>
                                        <p:cTn id="31" dur="1000" fill="hold"/>
                                        <p:tgtEl>
                                          <p:spTgt spid="7"/>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1000"/>
                                        <p:tgtEl>
                                          <p:spTgt spid="6"/>
                                        </p:tgtEl>
                                      </p:cBhvr>
                                    </p:animEffect>
                                    <p:anim calcmode="lin" valueType="num">
                                      <p:cBhvr>
                                        <p:cTn id="35" dur="1000" fill="hold"/>
                                        <p:tgtEl>
                                          <p:spTgt spid="6"/>
                                        </p:tgtEl>
                                        <p:attrNameLst>
                                          <p:attrName>ppt_x</p:attrName>
                                        </p:attrNameLst>
                                      </p:cBhvr>
                                      <p:tavLst>
                                        <p:tav tm="0">
                                          <p:val>
                                            <p:strVal val="#ppt_x"/>
                                          </p:val>
                                        </p:tav>
                                        <p:tav tm="100000">
                                          <p:val>
                                            <p:strVal val="#ppt_x"/>
                                          </p:val>
                                        </p:tav>
                                      </p:tavLst>
                                    </p:anim>
                                    <p:anim calcmode="lin" valueType="num">
                                      <p:cBhvr>
                                        <p:cTn id="3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atellite against the night sky">
            <a:extLst>
              <a:ext uri="{FF2B5EF4-FFF2-40B4-BE49-F238E27FC236}">
                <a16:creationId xmlns:a16="http://schemas.microsoft.com/office/drawing/2014/main" id="{D4F2268B-BB87-42FB-B84F-C145C01B497A}"/>
              </a:ext>
            </a:extLst>
          </p:cNvPr>
          <p:cNvPicPr>
            <a:picLocks noChangeAspect="1"/>
          </p:cNvPicPr>
          <p:nvPr/>
        </p:nvPicPr>
        <p:blipFill rotWithShape="1">
          <a:blip r:embed="rId3"/>
          <a:srcRect l="8611" r="16027" b="1"/>
          <a:stretch/>
        </p:blipFill>
        <p:spPr>
          <a:xfrm>
            <a:off x="8888133" y="4144246"/>
            <a:ext cx="3302966" cy="2717299"/>
          </a:xfrm>
          <a:custGeom>
            <a:avLst/>
            <a:gdLst>
              <a:gd name="connsiteX0" fmla="*/ 1663658 w 3039855"/>
              <a:gd name="connsiteY0" fmla="*/ 0 h 2500842"/>
              <a:gd name="connsiteX1" fmla="*/ 2947417 w 3039855"/>
              <a:gd name="connsiteY1" fmla="*/ 605417 h 2500842"/>
              <a:gd name="connsiteX2" fmla="*/ 3039855 w 3039855"/>
              <a:gd name="connsiteY2" fmla="*/ 729032 h 2500842"/>
              <a:gd name="connsiteX3" fmla="*/ 3039855 w 3039855"/>
              <a:gd name="connsiteY3" fmla="*/ 2500842 h 2500842"/>
              <a:gd name="connsiteX4" fmla="*/ 226952 w 3039855"/>
              <a:gd name="connsiteY4" fmla="*/ 2500842 h 2500842"/>
              <a:gd name="connsiteX5" fmla="*/ 155401 w 3039855"/>
              <a:gd name="connsiteY5" fmla="*/ 2366679 h 2500842"/>
              <a:gd name="connsiteX6" fmla="*/ 0 w 3039855"/>
              <a:gd name="connsiteY6" fmla="*/ 1663658 h 2500842"/>
              <a:gd name="connsiteX7" fmla="*/ 1663658 w 3039855"/>
              <a:gd name="connsiteY7" fmla="*/ 0 h 25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9855" h="2500842">
                <a:moveTo>
                  <a:pt x="1663658" y="0"/>
                </a:moveTo>
                <a:cubicBezTo>
                  <a:pt x="2180490" y="0"/>
                  <a:pt x="2642278" y="235674"/>
                  <a:pt x="2947417" y="605417"/>
                </a:cubicBezTo>
                <a:lnTo>
                  <a:pt x="3039855" y="729032"/>
                </a:lnTo>
                <a:lnTo>
                  <a:pt x="3039855" y="2500842"/>
                </a:lnTo>
                <a:lnTo>
                  <a:pt x="226952" y="2500842"/>
                </a:lnTo>
                <a:lnTo>
                  <a:pt x="155401" y="2366679"/>
                </a:lnTo>
                <a:cubicBezTo>
                  <a:pt x="55691" y="2153127"/>
                  <a:pt x="0" y="1914896"/>
                  <a:pt x="0" y="1663658"/>
                </a:cubicBezTo>
                <a:cubicBezTo>
                  <a:pt x="0" y="744845"/>
                  <a:pt x="744845" y="0"/>
                  <a:pt x="1663658" y="0"/>
                </a:cubicBezTo>
                <a:close/>
              </a:path>
            </a:pathLst>
          </a:custGeom>
        </p:spPr>
      </p:pic>
      <p:pic>
        <p:nvPicPr>
          <p:cNvPr id="7" name="Picture 6" descr="abstract image of light dots">
            <a:extLst>
              <a:ext uri="{FF2B5EF4-FFF2-40B4-BE49-F238E27FC236}">
                <a16:creationId xmlns:a16="http://schemas.microsoft.com/office/drawing/2014/main" id="{FE6C54C5-D2F4-48F8-B65E-7506F07BCCF3}"/>
              </a:ext>
            </a:extLst>
          </p:cNvPr>
          <p:cNvPicPr>
            <a:picLocks noChangeAspect="1"/>
          </p:cNvPicPr>
          <p:nvPr/>
        </p:nvPicPr>
        <p:blipFill rotWithShape="1">
          <a:blip r:embed="rId4"/>
          <a:srcRect l="23268" r="4773" b="-1"/>
          <a:stretch/>
        </p:blipFill>
        <p:spPr>
          <a:xfrm>
            <a:off x="8055588" y="-3863"/>
            <a:ext cx="4132754" cy="3445946"/>
          </a:xfrm>
          <a:custGeom>
            <a:avLst/>
            <a:gdLst>
              <a:gd name="connsiteX0" fmla="*/ 303228 w 4638368"/>
              <a:gd name="connsiteY0" fmla="*/ 0 h 3867534"/>
              <a:gd name="connsiteX1" fmla="*/ 4638368 w 4638368"/>
              <a:gd name="connsiteY1" fmla="*/ 0 h 3867534"/>
              <a:gd name="connsiteX2" fmla="*/ 4638368 w 4638368"/>
              <a:gd name="connsiteY2" fmla="*/ 2952747 h 3867534"/>
              <a:gd name="connsiteX3" fmla="*/ 4585825 w 4638368"/>
              <a:gd name="connsiteY3" fmla="*/ 3013864 h 3867534"/>
              <a:gd name="connsiteX4" fmla="*/ 2641346 w 4638368"/>
              <a:gd name="connsiteY4" fmla="*/ 3867534 h 3867534"/>
              <a:gd name="connsiteX5" fmla="*/ 0 w 4638368"/>
              <a:gd name="connsiteY5" fmla="*/ 1226188 h 3867534"/>
              <a:gd name="connsiteX6" fmla="*/ 260466 w 4638368"/>
              <a:gd name="connsiteY6" fmla="*/ 81056 h 38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sp>
        <p:nvSpPr>
          <p:cNvPr id="6" name="Title 5"/>
          <p:cNvSpPr>
            <a:spLocks noGrp="1"/>
          </p:cNvSpPr>
          <p:nvPr>
            <p:ph type="title"/>
          </p:nvPr>
        </p:nvSpPr>
        <p:spPr>
          <a:xfrm>
            <a:off x="1579471" y="1809404"/>
            <a:ext cx="8072203" cy="3265357"/>
          </a:xfrm>
        </p:spPr>
        <p:txBody>
          <a:bodyPr>
            <a:normAutofit/>
          </a:bodyPr>
          <a:lstStyle/>
          <a:p>
            <a:r>
              <a:rPr lang="en-US" sz="5400" b="1" dirty="0" smtClean="0"/>
              <a:t>DESIGN Pattern in agentic Ai systems</a:t>
            </a:r>
            <a:endParaRPr lang="en-US" sz="5400" b="1" dirty="0"/>
          </a:p>
        </p:txBody>
      </p:sp>
      <p:sp>
        <p:nvSpPr>
          <p:cNvPr id="2" name="Slide Number Placeholder 1"/>
          <p:cNvSpPr>
            <a:spLocks noGrp="1"/>
          </p:cNvSpPr>
          <p:nvPr>
            <p:ph type="sldNum" sz="quarter" idx="12"/>
          </p:nvPr>
        </p:nvSpPr>
        <p:spPr/>
        <p:txBody>
          <a:bodyPr/>
          <a:lstStyle/>
          <a:p>
            <a:fld id="{69E57DC2-970A-4B3E-BB1C-7A09969E49DF}" type="slidenum">
              <a:rPr lang="en-US" smtClean="0"/>
              <a:t>37</a:t>
            </a:fld>
            <a:endParaRPr lang="en-US" dirty="0"/>
          </a:p>
        </p:txBody>
      </p:sp>
    </p:spTree>
    <p:extLst>
      <p:ext uri="{BB962C8B-B14F-4D97-AF65-F5344CB8AC3E}">
        <p14:creationId xmlns:p14="http://schemas.microsoft.com/office/powerpoint/2010/main" val="2930904570"/>
      </p:ext>
    </p:extLst>
  </p:cSld>
  <p:clrMapOvr>
    <a:masterClrMapping/>
  </p:clrMapOvr>
  <p:transition spd="slow">
    <p:push dir="u"/>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38</a:t>
            </a:fld>
            <a:endParaRPr lang="en-US" dirty="0"/>
          </a:p>
        </p:txBody>
      </p:sp>
      <p:sp>
        <p:nvSpPr>
          <p:cNvPr id="3" name="TextBox 2"/>
          <p:cNvSpPr txBox="1"/>
          <p:nvPr/>
        </p:nvSpPr>
        <p:spPr>
          <a:xfrm>
            <a:off x="1205714" y="1157161"/>
            <a:ext cx="6991518" cy="2308324"/>
          </a:xfrm>
          <a:prstGeom prst="rect">
            <a:avLst/>
          </a:prstGeom>
          <a:noFill/>
        </p:spPr>
        <p:txBody>
          <a:bodyPr wrap="square" rtlCol="0">
            <a:spAutoFit/>
          </a:bodyPr>
          <a:lstStyle/>
          <a:p>
            <a:r>
              <a:rPr lang="en-US" sz="2400" dirty="0"/>
              <a:t>Agentic AI design patterns enhance the autonomy of large language models (LLMs) like Llama, Claude, or GPT by leveraging tool-use, decision-making, and problem-solving. This brings a structured approach for creating and managing autonomous agents in several use cases</a:t>
            </a:r>
            <a:r>
              <a:rPr lang="en-US" sz="2400" dirty="0" smtClean="0"/>
              <a:t>.</a:t>
            </a:r>
            <a:r>
              <a:rPr lang="en-US" sz="2400" dirty="0" smtClean="0">
                <a:hlinkClick r:id="rId3" action="ppaction://hlinksldjump"/>
              </a:rPr>
              <a:t>[8]</a:t>
            </a:r>
            <a:endParaRPr lang="en-US" sz="2400" dirty="0"/>
          </a:p>
        </p:txBody>
      </p:sp>
    </p:spTree>
    <p:extLst>
      <p:ext uri="{BB962C8B-B14F-4D97-AF65-F5344CB8AC3E}">
        <p14:creationId xmlns:p14="http://schemas.microsoft.com/office/powerpoint/2010/main" val="2337335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39</a:t>
            </a:fld>
            <a:endParaRPr lang="en-US" dirty="0"/>
          </a:p>
        </p:txBody>
      </p:sp>
      <p:sp>
        <p:nvSpPr>
          <p:cNvPr id="3" name="TextBox 2"/>
          <p:cNvSpPr txBox="1"/>
          <p:nvPr/>
        </p:nvSpPr>
        <p:spPr>
          <a:xfrm>
            <a:off x="436969" y="477430"/>
            <a:ext cx="6004291" cy="584775"/>
          </a:xfrm>
          <a:prstGeom prst="rect">
            <a:avLst/>
          </a:prstGeom>
          <a:noFill/>
        </p:spPr>
        <p:txBody>
          <a:bodyPr wrap="square" rtlCol="0">
            <a:spAutoFit/>
          </a:bodyPr>
          <a:lstStyle/>
          <a:p>
            <a:r>
              <a:rPr lang="en-US" sz="3200" dirty="0" smtClean="0"/>
              <a:t>THE CORE DESIGN PATTERNS:</a:t>
            </a:r>
            <a:endParaRPr lang="en-US" sz="3200" dirty="0"/>
          </a:p>
        </p:txBody>
      </p:sp>
      <p:sp>
        <p:nvSpPr>
          <p:cNvPr id="4" name="TextBox 3"/>
          <p:cNvSpPr txBox="1"/>
          <p:nvPr/>
        </p:nvSpPr>
        <p:spPr>
          <a:xfrm>
            <a:off x="542167" y="1143125"/>
            <a:ext cx="9224920" cy="1077218"/>
          </a:xfrm>
          <a:prstGeom prst="rect">
            <a:avLst/>
          </a:prstGeom>
          <a:noFill/>
        </p:spPr>
        <p:txBody>
          <a:bodyPr wrap="square" rtlCol="0">
            <a:spAutoFit/>
          </a:bodyPr>
          <a:lstStyle/>
          <a:p>
            <a:pPr marL="342900" indent="-342900">
              <a:buFont typeface="+mj-lt"/>
              <a:buAutoNum type="arabicPeriod"/>
            </a:pPr>
            <a:r>
              <a:rPr lang="en-US" sz="2400" dirty="0" smtClean="0"/>
              <a:t>Reflection Pattern: </a:t>
            </a:r>
            <a:r>
              <a:rPr lang="en-US" sz="2000" dirty="0"/>
              <a:t>The Reflection Pattern lets an AI review its own work to find mistakes and improve. It’s like an AI checking its essay for errors before submitting</a:t>
            </a:r>
            <a:r>
              <a:rPr lang="en-US" sz="2000" dirty="0" smtClean="0"/>
              <a:t>.</a:t>
            </a:r>
            <a:r>
              <a:rPr lang="en-US" sz="2000" dirty="0" smtClean="0">
                <a:hlinkClick r:id="rId3" action="ppaction://hlinksldjump"/>
              </a:rPr>
              <a:t>[6]</a:t>
            </a:r>
            <a:endParaRPr lang="en-US" sz="2000" dirty="0"/>
          </a:p>
        </p:txBody>
      </p:sp>
      <p:pic>
        <p:nvPicPr>
          <p:cNvPr id="9" name="Picture 8"/>
          <p:cNvPicPr>
            <a:picLocks noChangeAspect="1"/>
          </p:cNvPicPr>
          <p:nvPr/>
        </p:nvPicPr>
        <p:blipFill>
          <a:blip r:embed="rId4"/>
          <a:stretch>
            <a:fillRect/>
          </a:stretch>
        </p:blipFill>
        <p:spPr>
          <a:xfrm>
            <a:off x="1795310" y="2713308"/>
            <a:ext cx="8211050" cy="3157267"/>
          </a:xfrm>
          <a:prstGeom prst="rect">
            <a:avLst/>
          </a:prstGeom>
        </p:spPr>
      </p:pic>
    </p:spTree>
    <p:extLst>
      <p:ext uri="{BB962C8B-B14F-4D97-AF65-F5344CB8AC3E}">
        <p14:creationId xmlns:p14="http://schemas.microsoft.com/office/powerpoint/2010/main" val="19684143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1000" fill="hold"/>
                                        <p:tgtEl>
                                          <p:spTgt spid="9"/>
                                        </p:tgtEl>
                                        <p:attrNameLst>
                                          <p:attrName>ppt_w</p:attrName>
                                        </p:attrNameLst>
                                      </p:cBhvr>
                                      <p:tavLst>
                                        <p:tav tm="0">
                                          <p:val>
                                            <p:fltVal val="0"/>
                                          </p:val>
                                        </p:tav>
                                        <p:tav tm="100000">
                                          <p:val>
                                            <p:strVal val="#ppt_w"/>
                                          </p:val>
                                        </p:tav>
                                      </p:tavLst>
                                    </p:anim>
                                    <p:anim calcmode="lin" valueType="num">
                                      <p:cBhvr>
                                        <p:cTn id="15" dur="1000" fill="hold"/>
                                        <p:tgtEl>
                                          <p:spTgt spid="9"/>
                                        </p:tgtEl>
                                        <p:attrNameLst>
                                          <p:attrName>ppt_h</p:attrName>
                                        </p:attrNameLst>
                                      </p:cBhvr>
                                      <p:tavLst>
                                        <p:tav tm="0">
                                          <p:val>
                                            <p:fltVal val="0"/>
                                          </p:val>
                                        </p:tav>
                                        <p:tav tm="100000">
                                          <p:val>
                                            <p:strVal val="#ppt_h"/>
                                          </p:val>
                                        </p:tav>
                                      </p:tavLst>
                                    </p:anim>
                                    <p:anim calcmode="lin" valueType="num">
                                      <p:cBhvr>
                                        <p:cTn id="16" dur="1000" fill="hold"/>
                                        <p:tgtEl>
                                          <p:spTgt spid="9"/>
                                        </p:tgtEl>
                                        <p:attrNameLst>
                                          <p:attrName>style.rotation</p:attrName>
                                        </p:attrNameLst>
                                      </p:cBhvr>
                                      <p:tavLst>
                                        <p:tav tm="0">
                                          <p:val>
                                            <p:fltVal val="90"/>
                                          </p:val>
                                        </p:tav>
                                        <p:tav tm="100000">
                                          <p:val>
                                            <p:fltVal val="0"/>
                                          </p:val>
                                        </p:tav>
                                      </p:tavLst>
                                    </p:anim>
                                    <p:animEffect transition="in" filter="fade">
                                      <p:cBhvr>
                                        <p:cTn id="1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40</a:t>
            </a:fld>
            <a:endParaRPr lang="en-US" dirty="0"/>
          </a:p>
        </p:txBody>
      </p:sp>
      <p:sp>
        <p:nvSpPr>
          <p:cNvPr id="3" name="TextBox 2"/>
          <p:cNvSpPr txBox="1"/>
          <p:nvPr/>
        </p:nvSpPr>
        <p:spPr>
          <a:xfrm>
            <a:off x="788067" y="1139613"/>
            <a:ext cx="9569737" cy="1446550"/>
          </a:xfrm>
          <a:prstGeom prst="rect">
            <a:avLst/>
          </a:prstGeom>
          <a:noFill/>
        </p:spPr>
        <p:txBody>
          <a:bodyPr wrap="square" rtlCol="0">
            <a:spAutoFit/>
          </a:bodyPr>
          <a:lstStyle/>
          <a:p>
            <a:r>
              <a:rPr lang="en-US" sz="2400" dirty="0" smtClean="0"/>
              <a:t>2.  Tool Use </a:t>
            </a:r>
            <a:r>
              <a:rPr lang="en-US" sz="2400" dirty="0"/>
              <a:t>D</a:t>
            </a:r>
            <a:r>
              <a:rPr lang="en-US" sz="2400" dirty="0" smtClean="0"/>
              <a:t>esign </a:t>
            </a:r>
            <a:r>
              <a:rPr lang="en-US" sz="2400" dirty="0"/>
              <a:t>P</a:t>
            </a:r>
            <a:r>
              <a:rPr lang="en-US" sz="2400" dirty="0" smtClean="0"/>
              <a:t>attern: </a:t>
            </a:r>
            <a:r>
              <a:rPr lang="en-US" sz="2000" dirty="0" smtClean="0"/>
              <a:t>The Tool Use Design Pattern focuses on giving LLMs the 	ability to interact with external tools to achieve specific goals. Tools are code  that 	can be executed by an agent to perform actions.</a:t>
            </a:r>
            <a:r>
              <a:rPr lang="en-US" sz="2000" dirty="0"/>
              <a:t> </a:t>
            </a:r>
            <a:r>
              <a:rPr lang="en-US" sz="2000" dirty="0">
                <a:hlinkClick r:id="rId3" action="ppaction://hlinksldjump"/>
              </a:rPr>
              <a:t>[3]</a:t>
            </a:r>
            <a:endParaRPr lang="en-US" sz="2000" dirty="0"/>
          </a:p>
          <a:p>
            <a:endParaRPr lang="en-US" sz="2400" dirty="0"/>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27609" y="2677180"/>
            <a:ext cx="6473629" cy="3102377"/>
          </a:xfrm>
          <a:prstGeom prst="rect">
            <a:avLst/>
          </a:prstGeom>
        </p:spPr>
      </p:pic>
    </p:spTree>
    <p:extLst>
      <p:ext uri="{BB962C8B-B14F-4D97-AF65-F5344CB8AC3E}">
        <p14:creationId xmlns:p14="http://schemas.microsoft.com/office/powerpoint/2010/main" val="22475099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674314" y="1105823"/>
            <a:ext cx="4871804" cy="584775"/>
          </a:xfrm>
          <a:prstGeom prst="rect">
            <a:avLst/>
          </a:prstGeom>
          <a:noFill/>
        </p:spPr>
        <p:txBody>
          <a:bodyPr wrap="square" rtlCol="0">
            <a:spAutoFit/>
          </a:bodyPr>
          <a:lstStyle/>
          <a:p>
            <a:r>
              <a:rPr lang="en-US" sz="3200" dirty="0" smtClean="0"/>
              <a:t>CASES TO USE THESE TOOLS</a:t>
            </a:r>
            <a:endParaRPr lang="en-US" sz="3200" dirty="0"/>
          </a:p>
        </p:txBody>
      </p:sp>
      <p:sp>
        <p:nvSpPr>
          <p:cNvPr id="7" name="Teardrop 6"/>
          <p:cNvSpPr/>
          <p:nvPr/>
        </p:nvSpPr>
        <p:spPr>
          <a:xfrm>
            <a:off x="1725593" y="2567916"/>
            <a:ext cx="1948721" cy="1333967"/>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b="1" dirty="0" smtClean="0"/>
              <a:t>Dynamic </a:t>
            </a:r>
            <a:r>
              <a:rPr lang="en-US" b="1" dirty="0"/>
              <a:t>Information Retrieval</a:t>
            </a:r>
            <a:endParaRPr lang="en-US" dirty="0"/>
          </a:p>
          <a:p>
            <a:pPr algn="ctr"/>
            <a:endParaRPr lang="en-US" dirty="0"/>
          </a:p>
        </p:txBody>
      </p:sp>
      <p:sp>
        <p:nvSpPr>
          <p:cNvPr id="8" name="Teardrop 7"/>
          <p:cNvSpPr/>
          <p:nvPr/>
        </p:nvSpPr>
        <p:spPr>
          <a:xfrm>
            <a:off x="4766871" y="2534330"/>
            <a:ext cx="2218545" cy="1426267"/>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b="1" dirty="0"/>
              <a:t>Code Execution and Interpretation</a:t>
            </a:r>
            <a:endParaRPr lang="en-US" dirty="0"/>
          </a:p>
          <a:p>
            <a:pPr algn="ctr"/>
            <a:endParaRPr lang="en-US" dirty="0"/>
          </a:p>
        </p:txBody>
      </p:sp>
      <p:sp>
        <p:nvSpPr>
          <p:cNvPr id="9" name="Teardrop 8"/>
          <p:cNvSpPr/>
          <p:nvPr/>
        </p:nvSpPr>
        <p:spPr>
          <a:xfrm>
            <a:off x="8146887" y="2569836"/>
            <a:ext cx="1948721" cy="1214313"/>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b="1" dirty="0"/>
              <a:t>Workflow Automation</a:t>
            </a:r>
            <a:endParaRPr lang="en-US" dirty="0"/>
          </a:p>
          <a:p>
            <a:pPr algn="ctr"/>
            <a:endParaRPr lang="en-US" dirty="0"/>
          </a:p>
        </p:txBody>
      </p:sp>
      <p:sp>
        <p:nvSpPr>
          <p:cNvPr id="10" name="Teardrop 9"/>
          <p:cNvSpPr/>
          <p:nvPr/>
        </p:nvSpPr>
        <p:spPr>
          <a:xfrm>
            <a:off x="6799436" y="4536608"/>
            <a:ext cx="1656415" cy="1333967"/>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b="1" dirty="0"/>
              <a:t>Customer Support</a:t>
            </a:r>
            <a:endParaRPr lang="en-US" dirty="0"/>
          </a:p>
          <a:p>
            <a:pPr algn="ctr"/>
            <a:endParaRPr lang="en-US" dirty="0"/>
          </a:p>
        </p:txBody>
      </p:sp>
      <p:sp>
        <p:nvSpPr>
          <p:cNvPr id="11" name="Teardrop 10"/>
          <p:cNvSpPr/>
          <p:nvPr/>
        </p:nvSpPr>
        <p:spPr>
          <a:xfrm>
            <a:off x="2971250" y="4476489"/>
            <a:ext cx="1948721" cy="1394086"/>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b="1" dirty="0"/>
              <a:t>Content Generation and Editing</a:t>
            </a:r>
            <a:endParaRPr lang="en-US" dirty="0"/>
          </a:p>
          <a:p>
            <a:pPr algn="ctr"/>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41</a:t>
            </a:fld>
            <a:endParaRPr lang="en-US" dirty="0"/>
          </a:p>
        </p:txBody>
      </p:sp>
    </p:spTree>
    <p:extLst>
      <p:ext uri="{BB962C8B-B14F-4D97-AF65-F5344CB8AC3E}">
        <p14:creationId xmlns:p14="http://schemas.microsoft.com/office/powerpoint/2010/main" val="32316719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fltVal val="0"/>
                                          </p:val>
                                        </p:tav>
                                        <p:tav tm="100000">
                                          <p:val>
                                            <p:strVal val="#ppt_w"/>
                                          </p:val>
                                        </p:tav>
                                      </p:tavLst>
                                    </p:anim>
                                    <p:anim calcmode="lin" valueType="num">
                                      <p:cBhvr>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p:cTn id="35" dur="500" fill="hold"/>
                                        <p:tgtEl>
                                          <p:spTgt spid="10"/>
                                        </p:tgtEl>
                                        <p:attrNameLst>
                                          <p:attrName>ppt_w</p:attrName>
                                        </p:attrNameLst>
                                      </p:cBhvr>
                                      <p:tavLst>
                                        <p:tav tm="0">
                                          <p:val>
                                            <p:fltVal val="0"/>
                                          </p:val>
                                        </p:tav>
                                        <p:tav tm="100000">
                                          <p:val>
                                            <p:strVal val="#ppt_w"/>
                                          </p:val>
                                        </p:tav>
                                      </p:tavLst>
                                    </p:anim>
                                    <p:anim calcmode="lin" valueType="num">
                                      <p:cBhvr>
                                        <p:cTn id="36" dur="500" fill="hold"/>
                                        <p:tgtEl>
                                          <p:spTgt spid="10"/>
                                        </p:tgtEl>
                                        <p:attrNameLst>
                                          <p:attrName>ppt_h</p:attrName>
                                        </p:attrNameLst>
                                      </p:cBhvr>
                                      <p:tavLst>
                                        <p:tav tm="0">
                                          <p:val>
                                            <p:fltVal val="0"/>
                                          </p:val>
                                        </p:tav>
                                        <p:tav tm="100000">
                                          <p:val>
                                            <p:strVal val="#ppt_h"/>
                                          </p:val>
                                        </p:tav>
                                      </p:tavLst>
                                    </p:anim>
                                    <p:animEffect transition="in" filter="fade">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2111" y="343821"/>
            <a:ext cx="10583057" cy="6401753"/>
          </a:xfrm>
          <a:prstGeom prst="rect">
            <a:avLst/>
          </a:prstGeom>
          <a:noFill/>
        </p:spPr>
        <p:txBody>
          <a:bodyPr wrap="square" rtlCol="0">
            <a:spAutoFit/>
          </a:bodyPr>
          <a:lstStyle/>
          <a:p>
            <a:r>
              <a:rPr lang="en-US" sz="3200" b="1" dirty="0"/>
              <a:t>Key Elements of the Tool Use Design Pattern</a:t>
            </a:r>
            <a:r>
              <a:rPr lang="en-US" sz="3200" b="1" dirty="0" smtClean="0"/>
              <a:t>:</a:t>
            </a:r>
          </a:p>
          <a:p>
            <a:endParaRPr lang="en-US" dirty="0"/>
          </a:p>
          <a:p>
            <a:pPr lvl="0"/>
            <a:r>
              <a:rPr lang="en-US" sz="2400" dirty="0"/>
              <a:t>Function/Tool Schemas: </a:t>
            </a:r>
            <a:r>
              <a:rPr lang="en-US" sz="2000" dirty="0"/>
              <a:t>describe each tools, its name, what it does, input needs and what it returns</a:t>
            </a:r>
            <a:r>
              <a:rPr lang="en-US" dirty="0" smtClean="0"/>
              <a:t>.</a:t>
            </a:r>
            <a:r>
              <a:rPr lang="en-US" dirty="0" smtClean="0">
                <a:hlinkClick r:id="rId3" action="ppaction://hlinksldjump"/>
              </a:rPr>
              <a:t>[3]</a:t>
            </a:r>
            <a:endParaRPr lang="en-US" dirty="0" smtClean="0"/>
          </a:p>
          <a:p>
            <a:pPr lvl="0"/>
            <a:endParaRPr lang="en-US" dirty="0"/>
          </a:p>
          <a:p>
            <a:pPr lvl="0"/>
            <a:r>
              <a:rPr lang="en-US" sz="2400" dirty="0"/>
              <a:t>Function Execution Logic: </a:t>
            </a:r>
            <a:r>
              <a:rPr lang="en-US" sz="2000" dirty="0"/>
              <a:t>Decides when and how to use tools based on the user’s message and the context of the conversation</a:t>
            </a:r>
            <a:r>
              <a:rPr lang="en-US" sz="2000" dirty="0" smtClean="0"/>
              <a:t>.</a:t>
            </a:r>
            <a:r>
              <a:rPr lang="en-US" sz="2000" dirty="0" smtClean="0">
                <a:hlinkClick r:id="rId3" action="ppaction://hlinksldjump"/>
              </a:rPr>
              <a:t>[3]</a:t>
            </a:r>
            <a:endParaRPr lang="en-US" sz="2000" dirty="0" smtClean="0"/>
          </a:p>
          <a:p>
            <a:pPr lvl="0"/>
            <a:endParaRPr lang="en-US" sz="2000" dirty="0"/>
          </a:p>
          <a:p>
            <a:pPr lvl="0"/>
            <a:r>
              <a:rPr lang="en-US" sz="2400" dirty="0"/>
              <a:t>Message Handling System: </a:t>
            </a:r>
            <a:r>
              <a:rPr lang="en-US" sz="2000" dirty="0"/>
              <a:t>Manages the flow between the user, the AI, tool requests and tool responses</a:t>
            </a:r>
            <a:r>
              <a:rPr lang="en-US" sz="2000" dirty="0" smtClean="0"/>
              <a:t>.</a:t>
            </a:r>
            <a:r>
              <a:rPr lang="en-US" sz="2000" dirty="0" smtClean="0">
                <a:hlinkClick r:id="rId3" action="ppaction://hlinksldjump"/>
              </a:rPr>
              <a:t>[3]</a:t>
            </a:r>
            <a:endParaRPr lang="en-US" sz="2000" dirty="0" smtClean="0"/>
          </a:p>
          <a:p>
            <a:pPr lvl="0"/>
            <a:endParaRPr lang="en-US" sz="2000" dirty="0"/>
          </a:p>
          <a:p>
            <a:pPr lvl="0"/>
            <a:r>
              <a:rPr lang="en-US" sz="2400" dirty="0"/>
              <a:t>Tool Integration Framework: </a:t>
            </a:r>
            <a:r>
              <a:rPr lang="en-US" sz="2000" dirty="0"/>
              <a:t>Connect the Agent to actual tools</a:t>
            </a:r>
            <a:r>
              <a:rPr lang="en-US" sz="2000" dirty="0" smtClean="0"/>
              <a:t>.</a:t>
            </a:r>
            <a:r>
              <a:rPr lang="en-US" sz="2000" dirty="0" smtClean="0">
                <a:hlinkClick r:id="rId3" action="ppaction://hlinksldjump"/>
              </a:rPr>
              <a:t>[3]</a:t>
            </a:r>
            <a:endParaRPr lang="en-US" sz="2000" dirty="0" smtClean="0"/>
          </a:p>
          <a:p>
            <a:pPr lvl="0"/>
            <a:endParaRPr lang="en-US" sz="2400" dirty="0"/>
          </a:p>
          <a:p>
            <a:pPr lvl="0"/>
            <a:r>
              <a:rPr lang="en-US" sz="2400" dirty="0"/>
              <a:t>Error Handling and Validation: </a:t>
            </a:r>
            <a:r>
              <a:rPr lang="en-US" sz="2000" dirty="0"/>
              <a:t>Catches problems like missing or incorrect input, failed tool calls and ensure responses make sense</a:t>
            </a:r>
            <a:r>
              <a:rPr lang="en-US" sz="2000" dirty="0" smtClean="0"/>
              <a:t>.</a:t>
            </a:r>
            <a:r>
              <a:rPr lang="en-US" sz="2000" dirty="0" smtClean="0">
                <a:hlinkClick r:id="rId3" action="ppaction://hlinksldjump"/>
              </a:rPr>
              <a:t>[3]</a:t>
            </a:r>
            <a:endParaRPr lang="en-US" sz="2000" dirty="0" smtClean="0"/>
          </a:p>
          <a:p>
            <a:pPr lvl="0"/>
            <a:endParaRPr lang="en-US" sz="2000" dirty="0"/>
          </a:p>
          <a:p>
            <a:pPr lvl="0"/>
            <a:r>
              <a:rPr lang="en-US" sz="2400" dirty="0"/>
              <a:t>State Management: </a:t>
            </a:r>
            <a:r>
              <a:rPr lang="en-US" sz="2000" dirty="0"/>
              <a:t>Tracks conversation context, previous tool interactions, and persistent data to ensure consistency across multi-turn interactions</a:t>
            </a:r>
            <a:r>
              <a:rPr lang="en-US" sz="2000" dirty="0" smtClean="0"/>
              <a:t>.</a:t>
            </a:r>
            <a:r>
              <a:rPr lang="en-US" sz="2000" dirty="0" smtClean="0">
                <a:hlinkClick r:id="rId3" action="ppaction://hlinksldjump"/>
              </a:rPr>
              <a:t>[3]</a:t>
            </a:r>
            <a:endParaRPr lang="en-US" sz="2000" dirty="0"/>
          </a:p>
          <a:p>
            <a:endParaRPr lang="en-US" dirty="0"/>
          </a:p>
        </p:txBody>
      </p:sp>
      <p:sp>
        <p:nvSpPr>
          <p:cNvPr id="3" name="Slide Number Placeholder 2"/>
          <p:cNvSpPr>
            <a:spLocks noGrp="1"/>
          </p:cNvSpPr>
          <p:nvPr>
            <p:ph type="sldNum" sz="quarter" idx="12"/>
          </p:nvPr>
        </p:nvSpPr>
        <p:spPr/>
        <p:txBody>
          <a:bodyPr/>
          <a:lstStyle/>
          <a:p>
            <a:fld id="{69E57DC2-970A-4B3E-BB1C-7A09969E49DF}" type="slidenum">
              <a:rPr lang="en-US" smtClean="0"/>
              <a:t>42</a:t>
            </a:fld>
            <a:endParaRPr lang="en-US" dirty="0"/>
          </a:p>
        </p:txBody>
      </p:sp>
    </p:spTree>
    <p:extLst>
      <p:ext uri="{BB962C8B-B14F-4D97-AF65-F5344CB8AC3E}">
        <p14:creationId xmlns:p14="http://schemas.microsoft.com/office/powerpoint/2010/main" val="6692976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43</a:t>
            </a:fld>
            <a:endParaRPr lang="en-US" dirty="0"/>
          </a:p>
        </p:txBody>
      </p:sp>
      <p:sp>
        <p:nvSpPr>
          <p:cNvPr id="3" name="TextBox 2"/>
          <p:cNvSpPr txBox="1"/>
          <p:nvPr/>
        </p:nvSpPr>
        <p:spPr>
          <a:xfrm>
            <a:off x="679732" y="1143125"/>
            <a:ext cx="9273472" cy="1077218"/>
          </a:xfrm>
          <a:prstGeom prst="rect">
            <a:avLst/>
          </a:prstGeom>
          <a:noFill/>
        </p:spPr>
        <p:txBody>
          <a:bodyPr wrap="square" rtlCol="0">
            <a:spAutoFit/>
          </a:bodyPr>
          <a:lstStyle/>
          <a:p>
            <a:r>
              <a:rPr lang="en-US" sz="2400" dirty="0" smtClean="0"/>
              <a:t>3.  ReAct Pattern: </a:t>
            </a:r>
            <a:r>
              <a:rPr lang="en-US" sz="2000" dirty="0"/>
              <a:t>The ReAct Pattern, or “Reason and Act,” means the AI thinks </a:t>
            </a:r>
            <a:r>
              <a:rPr lang="en-US" sz="2000" dirty="0" smtClean="0"/>
              <a:t>	through </a:t>
            </a:r>
            <a:r>
              <a:rPr lang="en-US" sz="2000" dirty="0"/>
              <a:t>a </a:t>
            </a:r>
            <a:r>
              <a:rPr lang="en-US" sz="2000" dirty="0" smtClean="0"/>
              <a:t>problem </a:t>
            </a:r>
            <a:r>
              <a:rPr lang="en-US" sz="2000" dirty="0"/>
              <a:t>step by step and then takes actions, like using tools, based on </a:t>
            </a:r>
            <a:r>
              <a:rPr lang="en-US" sz="2000" dirty="0" smtClean="0"/>
              <a:t>	that thinking</a:t>
            </a:r>
            <a:r>
              <a:rPr lang="en-US" sz="2000" dirty="0"/>
              <a:t>. It’s like </a:t>
            </a:r>
            <a:r>
              <a:rPr lang="en-US" sz="2000" dirty="0" smtClean="0"/>
              <a:t>planning </a:t>
            </a:r>
            <a:r>
              <a:rPr lang="en-US" sz="2000" dirty="0"/>
              <a:t>and doing at the same </a:t>
            </a:r>
            <a:r>
              <a:rPr lang="en-US" sz="2000" dirty="0" smtClean="0"/>
              <a:t>time.</a:t>
            </a:r>
            <a:r>
              <a:rPr lang="en-US" sz="2000" dirty="0" smtClean="0">
                <a:hlinkClick r:id="rId3" action="ppaction://hlinksldjump"/>
              </a:rPr>
              <a:t>[6]</a:t>
            </a:r>
            <a:endParaRPr lang="en-US" sz="2000" dirty="0"/>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5009" y="2532881"/>
            <a:ext cx="6939912" cy="3407892"/>
          </a:xfrm>
          <a:prstGeom prst="rect">
            <a:avLst/>
          </a:prstGeom>
        </p:spPr>
      </p:pic>
    </p:spTree>
    <p:extLst>
      <p:ext uri="{BB962C8B-B14F-4D97-AF65-F5344CB8AC3E}">
        <p14:creationId xmlns:p14="http://schemas.microsoft.com/office/powerpoint/2010/main" val="16786915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1000" fill="hold"/>
                                        <p:tgtEl>
                                          <p:spTgt spid="4"/>
                                        </p:tgtEl>
                                        <p:attrNameLst>
                                          <p:attrName>ppt_w</p:attrName>
                                        </p:attrNameLst>
                                      </p:cBhvr>
                                      <p:tavLst>
                                        <p:tav tm="0">
                                          <p:val>
                                            <p:fltVal val="0"/>
                                          </p:val>
                                        </p:tav>
                                        <p:tav tm="100000">
                                          <p:val>
                                            <p:strVal val="#ppt_w"/>
                                          </p:val>
                                        </p:tav>
                                      </p:tavLst>
                                    </p:anim>
                                    <p:anim calcmode="lin" valueType="num">
                                      <p:cBhvr>
                                        <p:cTn id="15" dur="1000" fill="hold"/>
                                        <p:tgtEl>
                                          <p:spTgt spid="4"/>
                                        </p:tgtEl>
                                        <p:attrNameLst>
                                          <p:attrName>ppt_h</p:attrName>
                                        </p:attrNameLst>
                                      </p:cBhvr>
                                      <p:tavLst>
                                        <p:tav tm="0">
                                          <p:val>
                                            <p:fltVal val="0"/>
                                          </p:val>
                                        </p:tav>
                                        <p:tav tm="100000">
                                          <p:val>
                                            <p:strVal val="#ppt_h"/>
                                          </p:val>
                                        </p:tav>
                                      </p:tavLst>
                                    </p:anim>
                                    <p:anim calcmode="lin" valueType="num">
                                      <p:cBhvr>
                                        <p:cTn id="16" dur="1000" fill="hold"/>
                                        <p:tgtEl>
                                          <p:spTgt spid="4"/>
                                        </p:tgtEl>
                                        <p:attrNameLst>
                                          <p:attrName>style.rotation</p:attrName>
                                        </p:attrNameLst>
                                      </p:cBhvr>
                                      <p:tavLst>
                                        <p:tav tm="0">
                                          <p:val>
                                            <p:fltVal val="90"/>
                                          </p:val>
                                        </p:tav>
                                        <p:tav tm="100000">
                                          <p:val>
                                            <p:fltVal val="0"/>
                                          </p:val>
                                        </p:tav>
                                      </p:tavLst>
                                    </p:anim>
                                    <p:animEffect transition="in" filter="fade">
                                      <p:cBhvr>
                                        <p:cTn id="1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44</a:t>
            </a:fld>
            <a:endParaRPr lang="en-US" dirty="0"/>
          </a:p>
        </p:txBody>
      </p:sp>
      <p:sp>
        <p:nvSpPr>
          <p:cNvPr id="5" name="TextBox 4"/>
          <p:cNvSpPr txBox="1"/>
          <p:nvPr/>
        </p:nvSpPr>
        <p:spPr>
          <a:xfrm>
            <a:off x="679732" y="1143125"/>
            <a:ext cx="9402944" cy="1077218"/>
          </a:xfrm>
          <a:prstGeom prst="rect">
            <a:avLst/>
          </a:prstGeom>
          <a:noFill/>
        </p:spPr>
        <p:txBody>
          <a:bodyPr wrap="square" rtlCol="0">
            <a:spAutoFit/>
          </a:bodyPr>
          <a:lstStyle/>
          <a:p>
            <a:r>
              <a:rPr lang="en-US" sz="2400" dirty="0" smtClean="0"/>
              <a:t>4.  Planning Pattern: </a:t>
            </a:r>
            <a:r>
              <a:rPr lang="en-US" sz="2000" dirty="0"/>
              <a:t>The Planning Pattern means the AI breaks down big tasks into </a:t>
            </a:r>
            <a:r>
              <a:rPr lang="en-US" sz="2000" dirty="0" smtClean="0"/>
              <a:t>	smaller </a:t>
            </a:r>
            <a:r>
              <a:rPr lang="en-US" sz="2000" dirty="0"/>
              <a:t>steps and makes a plan to tackle them, like outlining a project before </a:t>
            </a:r>
            <a:r>
              <a:rPr lang="en-US" sz="2000" dirty="0" smtClean="0"/>
              <a:t>	starting.</a:t>
            </a:r>
            <a:r>
              <a:rPr lang="en-US" sz="2000" dirty="0" smtClean="0">
                <a:hlinkClick r:id="rId3" action="ppaction://hlinksldjump"/>
              </a:rPr>
              <a:t>[6]</a:t>
            </a:r>
            <a:endParaRPr lang="en-US" sz="2000" dirty="0"/>
          </a:p>
        </p:txBody>
      </p:sp>
      <p:pic>
        <p:nvPicPr>
          <p:cNvPr id="4" name="Picture 3"/>
          <p:cNvPicPr>
            <a:picLocks noChangeAspect="1"/>
          </p:cNvPicPr>
          <p:nvPr/>
        </p:nvPicPr>
        <p:blipFill>
          <a:blip r:embed="rId4"/>
          <a:stretch>
            <a:fillRect/>
          </a:stretch>
        </p:blipFill>
        <p:spPr>
          <a:xfrm>
            <a:off x="1844462" y="2743200"/>
            <a:ext cx="8238214" cy="2518348"/>
          </a:xfrm>
          <a:prstGeom prst="rect">
            <a:avLst/>
          </a:prstGeom>
        </p:spPr>
      </p:pic>
    </p:spTree>
    <p:extLst>
      <p:ext uri="{BB962C8B-B14F-4D97-AF65-F5344CB8AC3E}">
        <p14:creationId xmlns:p14="http://schemas.microsoft.com/office/powerpoint/2010/main" val="21024838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45</a:t>
            </a:fld>
            <a:endParaRPr lang="en-US" dirty="0"/>
          </a:p>
        </p:txBody>
      </p:sp>
      <p:sp>
        <p:nvSpPr>
          <p:cNvPr id="3" name="TextBox 2"/>
          <p:cNvSpPr txBox="1"/>
          <p:nvPr/>
        </p:nvSpPr>
        <p:spPr>
          <a:xfrm>
            <a:off x="679732" y="1143125"/>
            <a:ext cx="9402944" cy="769441"/>
          </a:xfrm>
          <a:prstGeom prst="rect">
            <a:avLst/>
          </a:prstGeom>
          <a:noFill/>
        </p:spPr>
        <p:txBody>
          <a:bodyPr wrap="square" rtlCol="0">
            <a:spAutoFit/>
          </a:bodyPr>
          <a:lstStyle/>
          <a:p>
            <a:r>
              <a:rPr lang="en-US" sz="2400" dirty="0"/>
              <a:t>5</a:t>
            </a:r>
            <a:r>
              <a:rPr lang="en-US" sz="2400" dirty="0" smtClean="0"/>
              <a:t>.  Multi Agent Pattern: </a:t>
            </a:r>
            <a:r>
              <a:rPr lang="en-US" sz="2000" dirty="0" smtClean="0"/>
              <a:t>Agentic </a:t>
            </a:r>
            <a:r>
              <a:rPr lang="en-US" sz="2000" dirty="0"/>
              <a:t>AI Multi-Agent Pattern for building collaborative, </a:t>
            </a:r>
            <a:r>
              <a:rPr lang="en-US" sz="2000" dirty="0" smtClean="0"/>
              <a:t>	efficient </a:t>
            </a:r>
            <a:r>
              <a:rPr lang="en-US" sz="2000" dirty="0"/>
              <a:t>AI systems. Learn its benefits, frameworks &amp; real-world applications.</a:t>
            </a:r>
            <a:r>
              <a:rPr lang="en-US" dirty="0"/>
              <a:t> </a:t>
            </a:r>
            <a:r>
              <a:rPr lang="en-US" sz="2000" dirty="0" smtClean="0">
                <a:hlinkClick r:id="rId2" action="ppaction://hlinksldjump"/>
              </a:rPr>
              <a:t>[9]</a:t>
            </a:r>
            <a:endParaRPr lang="en-US" sz="2000" dirty="0"/>
          </a:p>
        </p:txBody>
      </p:sp>
      <p:sp>
        <p:nvSpPr>
          <p:cNvPr id="4" name="TextBox 3"/>
          <p:cNvSpPr txBox="1"/>
          <p:nvPr/>
        </p:nvSpPr>
        <p:spPr>
          <a:xfrm>
            <a:off x="679731" y="2047285"/>
            <a:ext cx="6336063" cy="738664"/>
          </a:xfrm>
          <a:prstGeom prst="rect">
            <a:avLst/>
          </a:prstGeom>
          <a:noFill/>
        </p:spPr>
        <p:txBody>
          <a:bodyPr wrap="square" rtlCol="0">
            <a:spAutoFit/>
          </a:bodyPr>
          <a:lstStyle/>
          <a:p>
            <a:r>
              <a:rPr lang="en-US" sz="2400" dirty="0"/>
              <a:t>For multi-agent setups, there are patterns like:</a:t>
            </a:r>
          </a:p>
          <a:p>
            <a:endParaRPr lang="en-US" dirty="0"/>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885" t="4768" r="3137" b="5264"/>
          <a:stretch/>
        </p:blipFill>
        <p:spPr>
          <a:xfrm>
            <a:off x="1505119" y="3042048"/>
            <a:ext cx="8577557" cy="2895988"/>
          </a:xfrm>
          <a:prstGeom prst="rect">
            <a:avLst/>
          </a:prstGeom>
        </p:spPr>
      </p:pic>
    </p:spTree>
    <p:extLst>
      <p:ext uri="{BB962C8B-B14F-4D97-AF65-F5344CB8AC3E}">
        <p14:creationId xmlns:p14="http://schemas.microsoft.com/office/powerpoint/2010/main" val="3573108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1000" fill="hold"/>
                                        <p:tgtEl>
                                          <p:spTgt spid="5"/>
                                        </p:tgtEl>
                                        <p:attrNameLst>
                                          <p:attrName>ppt_w</p:attrName>
                                        </p:attrNameLst>
                                      </p:cBhvr>
                                      <p:tavLst>
                                        <p:tav tm="0">
                                          <p:val>
                                            <p:fltVal val="0"/>
                                          </p:val>
                                        </p:tav>
                                        <p:tav tm="100000">
                                          <p:val>
                                            <p:strVal val="#ppt_w"/>
                                          </p:val>
                                        </p:tav>
                                      </p:tavLst>
                                    </p:anim>
                                    <p:anim calcmode="lin" valueType="num">
                                      <p:cBhvr>
                                        <p:cTn id="22" dur="1000" fill="hold"/>
                                        <p:tgtEl>
                                          <p:spTgt spid="5"/>
                                        </p:tgtEl>
                                        <p:attrNameLst>
                                          <p:attrName>ppt_h</p:attrName>
                                        </p:attrNameLst>
                                      </p:cBhvr>
                                      <p:tavLst>
                                        <p:tav tm="0">
                                          <p:val>
                                            <p:fltVal val="0"/>
                                          </p:val>
                                        </p:tav>
                                        <p:tav tm="100000">
                                          <p:val>
                                            <p:strVal val="#ppt_h"/>
                                          </p:val>
                                        </p:tav>
                                      </p:tavLst>
                                    </p:anim>
                                    <p:anim calcmode="lin" valueType="num">
                                      <p:cBhvr>
                                        <p:cTn id="23" dur="1000" fill="hold"/>
                                        <p:tgtEl>
                                          <p:spTgt spid="5"/>
                                        </p:tgtEl>
                                        <p:attrNameLst>
                                          <p:attrName>style.rotation</p:attrName>
                                        </p:attrNameLst>
                                      </p:cBhvr>
                                      <p:tavLst>
                                        <p:tav tm="0">
                                          <p:val>
                                            <p:fltVal val="90"/>
                                          </p:val>
                                        </p:tav>
                                        <p:tav tm="100000">
                                          <p:val>
                                            <p:fltVal val="0"/>
                                          </p:val>
                                        </p:tav>
                                      </p:tavLst>
                                    </p:anim>
                                    <p:animEffect transition="in" filter="fade">
                                      <p:cBhvr>
                                        <p:cTn id="24"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46</a:t>
            </a:fld>
            <a:endParaRPr lang="en-US" dirty="0"/>
          </a:p>
        </p:txBody>
      </p:sp>
      <p:sp>
        <p:nvSpPr>
          <p:cNvPr id="3" name="TextBox 2"/>
          <p:cNvSpPr txBox="1"/>
          <p:nvPr/>
        </p:nvSpPr>
        <p:spPr>
          <a:xfrm>
            <a:off x="841571" y="1480842"/>
            <a:ext cx="8893147" cy="1077218"/>
          </a:xfrm>
          <a:prstGeom prst="rect">
            <a:avLst/>
          </a:prstGeom>
          <a:noFill/>
        </p:spPr>
        <p:txBody>
          <a:bodyPr wrap="square" rtlCol="0">
            <a:spAutoFit/>
          </a:bodyPr>
          <a:lstStyle/>
          <a:p>
            <a:r>
              <a:rPr lang="en-US" sz="2400" dirty="0" smtClean="0"/>
              <a:t>5.1. Parallel: </a:t>
            </a:r>
            <a:r>
              <a:rPr lang="en-US" sz="2000" dirty="0" smtClean="0"/>
              <a:t>Agents </a:t>
            </a:r>
            <a:r>
              <a:rPr lang="en-US" sz="2000" dirty="0"/>
              <a:t>work on different parts at the same time, like processing text </a:t>
            </a:r>
            <a:r>
              <a:rPr lang="en-US" sz="2000" dirty="0" smtClean="0"/>
              <a:t>	and </a:t>
            </a:r>
            <a:r>
              <a:rPr lang="en-US" sz="2000" dirty="0"/>
              <a:t>images together. Each agent operates on the input text independently, </a:t>
            </a:r>
            <a:r>
              <a:rPr lang="en-US" sz="2000" dirty="0" smtClean="0"/>
              <a:t>	requiring </a:t>
            </a:r>
            <a:r>
              <a:rPr lang="en-US" sz="2000" dirty="0"/>
              <a:t>no inter-agent communication during execution</a:t>
            </a:r>
            <a:r>
              <a:rPr lang="en-US" sz="2000" dirty="0" smtClean="0"/>
              <a:t>. </a:t>
            </a:r>
            <a:r>
              <a:rPr lang="en-US" sz="2000" dirty="0" smtClean="0">
                <a:hlinkClick r:id="rId2" action="ppaction://hlinksldjump"/>
              </a:rPr>
              <a:t>[10]</a:t>
            </a:r>
            <a:endParaRPr lang="en-US" sz="2000" dirty="0"/>
          </a:p>
        </p:txBody>
      </p:sp>
      <p:pic>
        <p:nvPicPr>
          <p:cNvPr id="4" name="Picture 3"/>
          <p:cNvPicPr>
            <a:picLocks noChangeAspect="1"/>
          </p:cNvPicPr>
          <p:nvPr/>
        </p:nvPicPr>
        <p:blipFill>
          <a:blip r:embed="rId3"/>
          <a:stretch>
            <a:fillRect/>
          </a:stretch>
        </p:blipFill>
        <p:spPr>
          <a:xfrm>
            <a:off x="3637233" y="3135575"/>
            <a:ext cx="4503354" cy="2128859"/>
          </a:xfrm>
          <a:prstGeom prst="rect">
            <a:avLst/>
          </a:prstGeom>
        </p:spPr>
      </p:pic>
    </p:spTree>
    <p:extLst>
      <p:ext uri="{BB962C8B-B14F-4D97-AF65-F5344CB8AC3E}">
        <p14:creationId xmlns:p14="http://schemas.microsoft.com/office/powerpoint/2010/main" val="31752875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 calcmode="lin" valueType="num">
                                      <p:cBhvr>
                                        <p:cTn id="15" dur="1000" fill="hold"/>
                                        <p:tgtEl>
                                          <p:spTgt spid="4"/>
                                        </p:tgtEl>
                                        <p:attrNameLst>
                                          <p:attrName>style.rotation</p:attrName>
                                        </p:attrNameLst>
                                      </p:cBhvr>
                                      <p:tavLst>
                                        <p:tav tm="0">
                                          <p:val>
                                            <p:fltVal val="90"/>
                                          </p:val>
                                        </p:tav>
                                        <p:tav tm="100000">
                                          <p:val>
                                            <p:fltVal val="0"/>
                                          </p:val>
                                        </p:tav>
                                      </p:tavLst>
                                    </p:anim>
                                    <p:animEffect transition="in" filter="fade">
                                      <p:cBhvr>
                                        <p:cTn id="1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47</a:t>
            </a:fld>
            <a:endParaRPr lang="en-US" dirty="0"/>
          </a:p>
        </p:txBody>
      </p:sp>
      <p:pic>
        <p:nvPicPr>
          <p:cNvPr id="3" name="Picture 2"/>
          <p:cNvPicPr>
            <a:picLocks noChangeAspect="1"/>
          </p:cNvPicPr>
          <p:nvPr/>
        </p:nvPicPr>
        <p:blipFill>
          <a:blip r:embed="rId2"/>
          <a:stretch>
            <a:fillRect/>
          </a:stretch>
        </p:blipFill>
        <p:spPr>
          <a:xfrm>
            <a:off x="3252999" y="3302807"/>
            <a:ext cx="5211270" cy="1576313"/>
          </a:xfrm>
          <a:prstGeom prst="rect">
            <a:avLst/>
          </a:prstGeom>
        </p:spPr>
      </p:pic>
      <p:sp>
        <p:nvSpPr>
          <p:cNvPr id="4" name="TextBox 3"/>
          <p:cNvSpPr txBox="1"/>
          <p:nvPr/>
        </p:nvSpPr>
        <p:spPr>
          <a:xfrm>
            <a:off x="841571" y="1480842"/>
            <a:ext cx="9330117" cy="1077218"/>
          </a:xfrm>
          <a:prstGeom prst="rect">
            <a:avLst/>
          </a:prstGeom>
          <a:noFill/>
        </p:spPr>
        <p:txBody>
          <a:bodyPr wrap="square" rtlCol="0">
            <a:spAutoFit/>
          </a:bodyPr>
          <a:lstStyle/>
          <a:p>
            <a:pPr lvl="0"/>
            <a:r>
              <a:rPr lang="en-US" sz="2400" dirty="0" smtClean="0"/>
              <a:t>5.2. Sequential: </a:t>
            </a:r>
            <a:r>
              <a:rPr lang="en-US" sz="2000" dirty="0"/>
              <a:t>Agents take turns, like cleaning data then analyzing </a:t>
            </a:r>
            <a:r>
              <a:rPr lang="en-US" sz="2000" dirty="0" smtClean="0"/>
              <a:t>it. Agents </a:t>
            </a:r>
            <a:r>
              <a:rPr lang="en-US" sz="2000" dirty="0"/>
              <a:t>run in </a:t>
            </a:r>
            <a:r>
              <a:rPr lang="en-US" sz="2000" dirty="0" smtClean="0"/>
              <a:t>	order </a:t>
            </a:r>
            <a:r>
              <a:rPr lang="en-US" sz="2000" dirty="0"/>
              <a:t>If any agent rejects, the loop breaks, skipping remaining agents. </a:t>
            </a:r>
            <a:r>
              <a:rPr lang="en-US" sz="2000" dirty="0" smtClean="0"/>
              <a:t>Results </a:t>
            </a:r>
            <a:r>
              <a:rPr lang="en-US" sz="2000" dirty="0"/>
              <a:t>are </a:t>
            </a:r>
            <a:r>
              <a:rPr lang="en-US" sz="2000" dirty="0" smtClean="0"/>
              <a:t>	stored </a:t>
            </a:r>
            <a:r>
              <a:rPr lang="en-US" sz="2000" dirty="0"/>
              <a:t>in a list, but the Proposal object carries the state between </a:t>
            </a:r>
            <a:r>
              <a:rPr lang="en-US" sz="2000" dirty="0" smtClean="0"/>
              <a:t>agents.</a:t>
            </a:r>
            <a:r>
              <a:rPr lang="en-US" sz="2000" dirty="0" smtClean="0">
                <a:hlinkClick r:id="rId3" action="ppaction://hlinksldjump"/>
              </a:rPr>
              <a:t>[10]</a:t>
            </a:r>
            <a:endParaRPr lang="en-US" sz="2000" dirty="0"/>
          </a:p>
        </p:txBody>
      </p:sp>
    </p:spTree>
    <p:extLst>
      <p:ext uri="{BB962C8B-B14F-4D97-AF65-F5344CB8AC3E}">
        <p14:creationId xmlns:p14="http://schemas.microsoft.com/office/powerpoint/2010/main" val="40603198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1000" fill="hold"/>
                                        <p:tgtEl>
                                          <p:spTgt spid="3"/>
                                        </p:tgtEl>
                                        <p:attrNameLst>
                                          <p:attrName>ppt_w</p:attrName>
                                        </p:attrNameLst>
                                      </p:cBhvr>
                                      <p:tavLst>
                                        <p:tav tm="0">
                                          <p:val>
                                            <p:fltVal val="0"/>
                                          </p:val>
                                        </p:tav>
                                        <p:tav tm="100000">
                                          <p:val>
                                            <p:strVal val="#ppt_w"/>
                                          </p:val>
                                        </p:tav>
                                      </p:tavLst>
                                    </p:anim>
                                    <p:anim calcmode="lin" valueType="num">
                                      <p:cBhvr>
                                        <p:cTn id="14" dur="1000" fill="hold"/>
                                        <p:tgtEl>
                                          <p:spTgt spid="3"/>
                                        </p:tgtEl>
                                        <p:attrNameLst>
                                          <p:attrName>ppt_h</p:attrName>
                                        </p:attrNameLst>
                                      </p:cBhvr>
                                      <p:tavLst>
                                        <p:tav tm="0">
                                          <p:val>
                                            <p:fltVal val="0"/>
                                          </p:val>
                                        </p:tav>
                                        <p:tav tm="100000">
                                          <p:val>
                                            <p:strVal val="#ppt_h"/>
                                          </p:val>
                                        </p:tav>
                                      </p:tavLst>
                                    </p:anim>
                                    <p:anim calcmode="lin" valueType="num">
                                      <p:cBhvr>
                                        <p:cTn id="15" dur="1000" fill="hold"/>
                                        <p:tgtEl>
                                          <p:spTgt spid="3"/>
                                        </p:tgtEl>
                                        <p:attrNameLst>
                                          <p:attrName>style.rotation</p:attrName>
                                        </p:attrNameLst>
                                      </p:cBhvr>
                                      <p:tavLst>
                                        <p:tav tm="0">
                                          <p:val>
                                            <p:fltVal val="90"/>
                                          </p:val>
                                        </p:tav>
                                        <p:tav tm="100000">
                                          <p:val>
                                            <p:fltVal val="0"/>
                                          </p:val>
                                        </p:tav>
                                      </p:tavLst>
                                    </p:anim>
                                    <p:animEffect transition="in" filter="fade">
                                      <p:cBhvr>
                                        <p:cTn id="16"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48</a:t>
            </a:fld>
            <a:endParaRPr lang="en-US" dirty="0"/>
          </a:p>
        </p:txBody>
      </p:sp>
      <p:sp>
        <p:nvSpPr>
          <p:cNvPr id="3" name="TextBox 2"/>
          <p:cNvSpPr txBox="1"/>
          <p:nvPr/>
        </p:nvSpPr>
        <p:spPr>
          <a:xfrm>
            <a:off x="841571" y="1480842"/>
            <a:ext cx="9330117" cy="769441"/>
          </a:xfrm>
          <a:prstGeom prst="rect">
            <a:avLst/>
          </a:prstGeom>
          <a:noFill/>
        </p:spPr>
        <p:txBody>
          <a:bodyPr wrap="square" rtlCol="0">
            <a:spAutoFit/>
          </a:bodyPr>
          <a:lstStyle/>
          <a:p>
            <a:pPr lvl="0"/>
            <a:r>
              <a:rPr lang="en-US" sz="2400" dirty="0" smtClean="0"/>
              <a:t>5.3. Loop:</a:t>
            </a:r>
            <a:r>
              <a:rPr lang="en-US" dirty="0" smtClean="0"/>
              <a:t> </a:t>
            </a:r>
            <a:r>
              <a:rPr lang="en-US" sz="2000" dirty="0"/>
              <a:t>Agents operate in iterative cycles, continuously improving their outputs </a:t>
            </a:r>
            <a:r>
              <a:rPr lang="en-US" sz="2000" dirty="0" smtClean="0"/>
              <a:t>	based </a:t>
            </a:r>
            <a:r>
              <a:rPr lang="en-US" sz="2000" dirty="0"/>
              <a:t>on feedback from other agent(s).</a:t>
            </a:r>
            <a:r>
              <a:rPr lang="en-US" sz="2000" dirty="0" smtClean="0">
                <a:hlinkClick r:id="rId2" action="ppaction://hlinksldjump"/>
              </a:rPr>
              <a:t>[10]</a:t>
            </a:r>
            <a:endParaRPr lang="en-US" sz="2000" dirty="0"/>
          </a:p>
        </p:txBody>
      </p:sp>
      <p:pic>
        <p:nvPicPr>
          <p:cNvPr id="4" name="Picture 3"/>
          <p:cNvPicPr>
            <a:picLocks noChangeAspect="1"/>
          </p:cNvPicPr>
          <p:nvPr/>
        </p:nvPicPr>
        <p:blipFill>
          <a:blip r:embed="rId3"/>
          <a:stretch>
            <a:fillRect/>
          </a:stretch>
        </p:blipFill>
        <p:spPr>
          <a:xfrm>
            <a:off x="2892929" y="3230655"/>
            <a:ext cx="6029293" cy="1964431"/>
          </a:xfrm>
          <a:prstGeom prst="rect">
            <a:avLst/>
          </a:prstGeom>
        </p:spPr>
      </p:pic>
    </p:spTree>
    <p:extLst>
      <p:ext uri="{BB962C8B-B14F-4D97-AF65-F5344CB8AC3E}">
        <p14:creationId xmlns:p14="http://schemas.microsoft.com/office/powerpoint/2010/main" val="9102237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 calcmode="lin" valueType="num">
                                      <p:cBhvr>
                                        <p:cTn id="15" dur="1000" fill="hold"/>
                                        <p:tgtEl>
                                          <p:spTgt spid="4"/>
                                        </p:tgtEl>
                                        <p:attrNameLst>
                                          <p:attrName>style.rotation</p:attrName>
                                        </p:attrNameLst>
                                      </p:cBhvr>
                                      <p:tavLst>
                                        <p:tav tm="0">
                                          <p:val>
                                            <p:fltVal val="90"/>
                                          </p:val>
                                        </p:tav>
                                        <p:tav tm="100000">
                                          <p:val>
                                            <p:fltVal val="0"/>
                                          </p:val>
                                        </p:tav>
                                      </p:tavLst>
                                    </p:anim>
                                    <p:animEffect transition="in" filter="fade">
                                      <p:cBhvr>
                                        <p:cTn id="1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49</a:t>
            </a:fld>
            <a:endParaRPr lang="en-US" dirty="0"/>
          </a:p>
        </p:txBody>
      </p:sp>
      <p:sp>
        <p:nvSpPr>
          <p:cNvPr id="3" name="TextBox 2"/>
          <p:cNvSpPr txBox="1"/>
          <p:nvPr/>
        </p:nvSpPr>
        <p:spPr>
          <a:xfrm>
            <a:off x="841571" y="1480842"/>
            <a:ext cx="9330117" cy="1046440"/>
          </a:xfrm>
          <a:prstGeom prst="rect">
            <a:avLst/>
          </a:prstGeom>
          <a:noFill/>
        </p:spPr>
        <p:txBody>
          <a:bodyPr wrap="square" rtlCol="0">
            <a:spAutoFit/>
          </a:bodyPr>
          <a:lstStyle/>
          <a:p>
            <a:pPr lvl="0"/>
            <a:r>
              <a:rPr lang="en-US" sz="2400" dirty="0" smtClean="0"/>
              <a:t>5.4. Router: </a:t>
            </a:r>
            <a:r>
              <a:rPr lang="en-US" dirty="0"/>
              <a:t>One agent directs tasks to others, like routing customer queries.  The </a:t>
            </a:r>
            <a:r>
              <a:rPr lang="en-US" dirty="0" smtClean="0"/>
              <a:t>	router_agent </a:t>
            </a:r>
            <a:r>
              <a:rPr lang="en-US" dirty="0"/>
              <a:t>determines the ticket category, and the route_ticket function directs the </a:t>
            </a:r>
            <a:r>
              <a:rPr lang="en-US" dirty="0" smtClean="0"/>
              <a:t>	workflow </a:t>
            </a:r>
            <a:r>
              <a:rPr lang="en-US" dirty="0"/>
              <a:t>to the appropriate node using add_conditional_edges.  </a:t>
            </a:r>
            <a:r>
              <a:rPr lang="en-US" dirty="0">
                <a:hlinkClick r:id="rId2" action="ppaction://hlinksldjump"/>
              </a:rPr>
              <a:t> </a:t>
            </a:r>
            <a:r>
              <a:rPr lang="en-US" dirty="0" smtClean="0">
                <a:hlinkClick r:id="rId2" action="ppaction://hlinksldjump"/>
              </a:rPr>
              <a:t>[</a:t>
            </a:r>
            <a:r>
              <a:rPr lang="en-US" sz="2000" dirty="0" smtClean="0">
                <a:hlinkClick r:id="rId2" action="ppaction://hlinksldjump"/>
              </a:rPr>
              <a:t>10]</a:t>
            </a:r>
            <a:endParaRPr lang="en-US" sz="2000" dirty="0"/>
          </a:p>
        </p:txBody>
      </p:sp>
      <p:pic>
        <p:nvPicPr>
          <p:cNvPr id="4" name="Picture 3"/>
          <p:cNvPicPr>
            <a:picLocks noChangeAspect="1"/>
          </p:cNvPicPr>
          <p:nvPr/>
        </p:nvPicPr>
        <p:blipFill>
          <a:blip r:embed="rId3"/>
          <a:stretch>
            <a:fillRect/>
          </a:stretch>
        </p:blipFill>
        <p:spPr>
          <a:xfrm>
            <a:off x="2896949" y="2879702"/>
            <a:ext cx="5065614" cy="3148863"/>
          </a:xfrm>
          <a:prstGeom prst="rect">
            <a:avLst/>
          </a:prstGeom>
        </p:spPr>
      </p:pic>
    </p:spTree>
    <p:extLst>
      <p:ext uri="{BB962C8B-B14F-4D97-AF65-F5344CB8AC3E}">
        <p14:creationId xmlns:p14="http://schemas.microsoft.com/office/powerpoint/2010/main" val="14779535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 calcmode="lin" valueType="num">
                                      <p:cBhvr>
                                        <p:cTn id="15" dur="1000" fill="hold"/>
                                        <p:tgtEl>
                                          <p:spTgt spid="4"/>
                                        </p:tgtEl>
                                        <p:attrNameLst>
                                          <p:attrName>style.rotation</p:attrName>
                                        </p:attrNameLst>
                                      </p:cBhvr>
                                      <p:tavLst>
                                        <p:tav tm="0">
                                          <p:val>
                                            <p:fltVal val="90"/>
                                          </p:val>
                                        </p:tav>
                                        <p:tav tm="100000">
                                          <p:val>
                                            <p:fltVal val="0"/>
                                          </p:val>
                                        </p:tav>
                                      </p:tavLst>
                                    </p:anim>
                                    <p:animEffect transition="in" filter="fade">
                                      <p:cBhvr>
                                        <p:cTn id="1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50</a:t>
            </a:fld>
            <a:endParaRPr lang="en-US" dirty="0"/>
          </a:p>
        </p:txBody>
      </p:sp>
      <p:sp>
        <p:nvSpPr>
          <p:cNvPr id="3" name="TextBox 2"/>
          <p:cNvSpPr txBox="1"/>
          <p:nvPr/>
        </p:nvSpPr>
        <p:spPr>
          <a:xfrm>
            <a:off x="841571" y="1480842"/>
            <a:ext cx="9330117" cy="1077218"/>
          </a:xfrm>
          <a:prstGeom prst="rect">
            <a:avLst/>
          </a:prstGeom>
          <a:noFill/>
        </p:spPr>
        <p:txBody>
          <a:bodyPr wrap="square" rtlCol="0">
            <a:spAutoFit/>
          </a:bodyPr>
          <a:lstStyle/>
          <a:p>
            <a:pPr lvl="0"/>
            <a:r>
              <a:rPr lang="en-US" sz="2400" dirty="0" smtClean="0"/>
              <a:t>5.5. Aggregator: </a:t>
            </a:r>
            <a:r>
              <a:rPr lang="en-US" sz="2000" dirty="0"/>
              <a:t>Runs multiple AI agents simultaneously on the same task. This </a:t>
            </a:r>
            <a:r>
              <a:rPr lang="en-US" sz="2000" dirty="0" smtClean="0"/>
              <a:t>	approach </a:t>
            </a:r>
            <a:r>
              <a:rPr lang="en-US" sz="2000" dirty="0"/>
              <a:t>allows each agent to provide independent analysis or processing from its </a:t>
            </a:r>
            <a:r>
              <a:rPr lang="en-US" sz="2000" dirty="0" smtClean="0"/>
              <a:t>	unique </a:t>
            </a:r>
            <a:r>
              <a:rPr lang="en-US" sz="2000" dirty="0"/>
              <a:t>perspective or specialization </a:t>
            </a:r>
            <a:r>
              <a:rPr lang="en-US" sz="2000" dirty="0" smtClean="0">
                <a:hlinkClick r:id="rId2" action="ppaction://hlinksldjump"/>
              </a:rPr>
              <a:t>[11]</a:t>
            </a:r>
            <a:endParaRPr lang="en-US" sz="2000" dirty="0"/>
          </a:p>
        </p:txBody>
      </p:sp>
      <p:pic>
        <p:nvPicPr>
          <p:cNvPr id="4" name="Picture 3"/>
          <p:cNvPicPr>
            <a:picLocks noChangeAspect="1"/>
          </p:cNvPicPr>
          <p:nvPr/>
        </p:nvPicPr>
        <p:blipFill>
          <a:blip r:embed="rId3"/>
          <a:stretch>
            <a:fillRect/>
          </a:stretch>
        </p:blipFill>
        <p:spPr>
          <a:xfrm>
            <a:off x="3236813" y="2896949"/>
            <a:ext cx="4952325" cy="3038362"/>
          </a:xfrm>
          <a:prstGeom prst="rect">
            <a:avLst/>
          </a:prstGeom>
        </p:spPr>
      </p:pic>
    </p:spTree>
    <p:extLst>
      <p:ext uri="{BB962C8B-B14F-4D97-AF65-F5344CB8AC3E}">
        <p14:creationId xmlns:p14="http://schemas.microsoft.com/office/powerpoint/2010/main" val="8406959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 calcmode="lin" valueType="num">
                                      <p:cBhvr>
                                        <p:cTn id="15" dur="1000" fill="hold"/>
                                        <p:tgtEl>
                                          <p:spTgt spid="4"/>
                                        </p:tgtEl>
                                        <p:attrNameLst>
                                          <p:attrName>style.rotation</p:attrName>
                                        </p:attrNameLst>
                                      </p:cBhvr>
                                      <p:tavLst>
                                        <p:tav tm="0">
                                          <p:val>
                                            <p:fltVal val="90"/>
                                          </p:val>
                                        </p:tav>
                                        <p:tav tm="100000">
                                          <p:val>
                                            <p:fltVal val="0"/>
                                          </p:val>
                                        </p:tav>
                                      </p:tavLst>
                                    </p:anim>
                                    <p:animEffect transition="in" filter="fade">
                                      <p:cBhvr>
                                        <p:cTn id="1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51</a:t>
            </a:fld>
            <a:endParaRPr lang="en-US" dirty="0"/>
          </a:p>
        </p:txBody>
      </p:sp>
      <p:sp>
        <p:nvSpPr>
          <p:cNvPr id="3" name="TextBox 2"/>
          <p:cNvSpPr txBox="1"/>
          <p:nvPr/>
        </p:nvSpPr>
        <p:spPr>
          <a:xfrm>
            <a:off x="841571" y="1480842"/>
            <a:ext cx="9330117" cy="461665"/>
          </a:xfrm>
          <a:prstGeom prst="rect">
            <a:avLst/>
          </a:prstGeom>
          <a:noFill/>
        </p:spPr>
        <p:txBody>
          <a:bodyPr wrap="square" rtlCol="0">
            <a:spAutoFit/>
          </a:bodyPr>
          <a:lstStyle/>
          <a:p>
            <a:pPr lvl="0"/>
            <a:r>
              <a:rPr lang="en-US" sz="2400" dirty="0" smtClean="0"/>
              <a:t>5.6. Network :</a:t>
            </a:r>
            <a:r>
              <a:rPr lang="en-US" sz="2000" dirty="0" smtClean="0"/>
              <a:t>Agents </a:t>
            </a:r>
            <a:r>
              <a:rPr lang="en-US" sz="2000" dirty="0"/>
              <a:t>connected in a network topology for communication.</a:t>
            </a:r>
            <a:r>
              <a:rPr lang="en-US" dirty="0"/>
              <a:t> </a:t>
            </a:r>
            <a:r>
              <a:rPr lang="en-US" sz="2000" dirty="0" smtClean="0">
                <a:hlinkClick r:id="rId2" action="ppaction://hlinksldjump"/>
              </a:rPr>
              <a:t>[10]</a:t>
            </a:r>
            <a:endParaRPr lang="en-US" sz="2000" dirty="0"/>
          </a:p>
        </p:txBody>
      </p:sp>
      <p:pic>
        <p:nvPicPr>
          <p:cNvPr id="5" name="Picture 4"/>
          <p:cNvPicPr>
            <a:picLocks noChangeAspect="1"/>
          </p:cNvPicPr>
          <p:nvPr/>
        </p:nvPicPr>
        <p:blipFill>
          <a:blip r:embed="rId3"/>
          <a:stretch>
            <a:fillRect/>
          </a:stretch>
        </p:blipFill>
        <p:spPr>
          <a:xfrm>
            <a:off x="2617791" y="2451193"/>
            <a:ext cx="6700435" cy="3140138"/>
          </a:xfrm>
          <a:prstGeom prst="rect">
            <a:avLst/>
          </a:prstGeom>
        </p:spPr>
      </p:pic>
    </p:spTree>
    <p:extLst>
      <p:ext uri="{BB962C8B-B14F-4D97-AF65-F5344CB8AC3E}">
        <p14:creationId xmlns:p14="http://schemas.microsoft.com/office/powerpoint/2010/main" val="7328788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52</a:t>
            </a:fld>
            <a:endParaRPr lang="en-US" dirty="0"/>
          </a:p>
        </p:txBody>
      </p:sp>
      <p:sp>
        <p:nvSpPr>
          <p:cNvPr id="3" name="TextBox 2"/>
          <p:cNvSpPr txBox="1"/>
          <p:nvPr/>
        </p:nvSpPr>
        <p:spPr>
          <a:xfrm>
            <a:off x="841571" y="1480842"/>
            <a:ext cx="9330117" cy="1384995"/>
          </a:xfrm>
          <a:prstGeom prst="rect">
            <a:avLst/>
          </a:prstGeom>
          <a:noFill/>
        </p:spPr>
        <p:txBody>
          <a:bodyPr wrap="square" rtlCol="0">
            <a:spAutoFit/>
          </a:bodyPr>
          <a:lstStyle/>
          <a:p>
            <a:pPr lvl="0"/>
            <a:r>
              <a:rPr lang="en-US" sz="2400" dirty="0" smtClean="0"/>
              <a:t>5.7. Hierarchical: </a:t>
            </a:r>
            <a:r>
              <a:rPr lang="en-US" sz="2000" dirty="0"/>
              <a:t>Agents have levels, like executives giving goals to managers. Agents </a:t>
            </a:r>
            <a:r>
              <a:rPr lang="en-US" sz="2000" dirty="0" smtClean="0"/>
              <a:t>	are </a:t>
            </a:r>
            <a:r>
              <a:rPr lang="en-US" sz="2000" dirty="0"/>
              <a:t>organized in a tree-like structure, with higher-level agents (supervisor agents) </a:t>
            </a:r>
            <a:r>
              <a:rPr lang="en-US" sz="2000" dirty="0" smtClean="0"/>
              <a:t>	managing </a:t>
            </a:r>
            <a:r>
              <a:rPr lang="en-US" sz="2000" dirty="0"/>
              <a:t>lower-level ones. Clear division of roles and responsibilities among agents </a:t>
            </a:r>
            <a:r>
              <a:rPr lang="en-US" sz="2000" dirty="0" smtClean="0"/>
              <a:t>	at </a:t>
            </a:r>
            <a:r>
              <a:rPr lang="en-US" sz="2000" dirty="0"/>
              <a:t>different levels.</a:t>
            </a:r>
            <a:r>
              <a:rPr lang="en-US" dirty="0"/>
              <a:t> </a:t>
            </a:r>
            <a:r>
              <a:rPr lang="en-US" sz="2000" dirty="0" smtClean="0">
                <a:hlinkClick r:id="rId2" action="ppaction://hlinksldjump"/>
              </a:rPr>
              <a:t>[10]</a:t>
            </a:r>
            <a:endParaRPr lang="en-US" sz="2000" dirty="0"/>
          </a:p>
        </p:txBody>
      </p:sp>
      <p:pic>
        <p:nvPicPr>
          <p:cNvPr id="4" name="Picture 3"/>
          <p:cNvPicPr>
            <a:picLocks noChangeAspect="1"/>
          </p:cNvPicPr>
          <p:nvPr/>
        </p:nvPicPr>
        <p:blipFill>
          <a:blip r:embed="rId3"/>
          <a:stretch>
            <a:fillRect/>
          </a:stretch>
        </p:blipFill>
        <p:spPr>
          <a:xfrm>
            <a:off x="3224154" y="2967098"/>
            <a:ext cx="5231393" cy="3092389"/>
          </a:xfrm>
          <a:prstGeom prst="rect">
            <a:avLst/>
          </a:prstGeom>
        </p:spPr>
      </p:pic>
    </p:spTree>
    <p:extLst>
      <p:ext uri="{BB962C8B-B14F-4D97-AF65-F5344CB8AC3E}">
        <p14:creationId xmlns:p14="http://schemas.microsoft.com/office/powerpoint/2010/main" val="33946064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 calcmode="lin" valueType="num">
                                      <p:cBhvr>
                                        <p:cTn id="15" dur="1000" fill="hold"/>
                                        <p:tgtEl>
                                          <p:spTgt spid="4"/>
                                        </p:tgtEl>
                                        <p:attrNameLst>
                                          <p:attrName>style.rotation</p:attrName>
                                        </p:attrNameLst>
                                      </p:cBhvr>
                                      <p:tavLst>
                                        <p:tav tm="0">
                                          <p:val>
                                            <p:fltVal val="90"/>
                                          </p:val>
                                        </p:tav>
                                        <p:tav tm="100000">
                                          <p:val>
                                            <p:fltVal val="0"/>
                                          </p:val>
                                        </p:tav>
                                      </p:tavLst>
                                    </p:anim>
                                    <p:animEffect transition="in" filter="fade">
                                      <p:cBhvr>
                                        <p:cTn id="1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53</a:t>
            </a:fld>
            <a:endParaRPr lang="en-US" dirty="0"/>
          </a:p>
        </p:txBody>
      </p:sp>
      <p:sp>
        <p:nvSpPr>
          <p:cNvPr id="3" name="TextBox 2"/>
          <p:cNvSpPr txBox="1"/>
          <p:nvPr/>
        </p:nvSpPr>
        <p:spPr>
          <a:xfrm>
            <a:off x="841571" y="1480842"/>
            <a:ext cx="9330117" cy="1692771"/>
          </a:xfrm>
          <a:prstGeom prst="rect">
            <a:avLst/>
          </a:prstGeom>
          <a:noFill/>
        </p:spPr>
        <p:txBody>
          <a:bodyPr wrap="square" rtlCol="0">
            <a:spAutoFit/>
          </a:bodyPr>
          <a:lstStyle/>
          <a:p>
            <a:r>
              <a:rPr lang="en-US" sz="2400" dirty="0" smtClean="0"/>
              <a:t>5.8. Handoff: </a:t>
            </a:r>
            <a:r>
              <a:rPr lang="en-US" sz="2000" dirty="0"/>
              <a:t>In multi-agent architectures, agents can be represented as graph nodes. </a:t>
            </a:r>
            <a:r>
              <a:rPr lang="en-US" sz="2000" dirty="0" smtClean="0"/>
              <a:t>	Each </a:t>
            </a:r>
            <a:r>
              <a:rPr lang="en-US" sz="2000" dirty="0"/>
              <a:t>agent node executes its step(s) and decides whether to finish execution or </a:t>
            </a:r>
            <a:r>
              <a:rPr lang="en-US" sz="2000" dirty="0" smtClean="0"/>
              <a:t>	route </a:t>
            </a:r>
            <a:r>
              <a:rPr lang="en-US" sz="2000" dirty="0"/>
              <a:t>to another agent, including potentially routing to itself </a:t>
            </a:r>
            <a:r>
              <a:rPr lang="en-US" sz="2000" dirty="0" smtClean="0"/>
              <a:t>.A </a:t>
            </a:r>
            <a:r>
              <a:rPr lang="en-US" sz="2000" dirty="0"/>
              <a:t>common pattern in </a:t>
            </a:r>
            <a:r>
              <a:rPr lang="en-US" sz="2000" dirty="0" smtClean="0"/>
              <a:t>	multi-agent </a:t>
            </a:r>
            <a:r>
              <a:rPr lang="en-US" sz="2000" dirty="0"/>
              <a:t>interactions is handoffs, where one agent hands off control to </a:t>
            </a:r>
            <a:r>
              <a:rPr lang="en-US" sz="2000" dirty="0" smtClean="0"/>
              <a:t>	another.</a:t>
            </a:r>
            <a:r>
              <a:rPr lang="en-US" sz="2000" dirty="0" smtClean="0">
                <a:hlinkClick r:id="rId2" action="ppaction://hlinksldjump"/>
              </a:rPr>
              <a:t>[10]</a:t>
            </a:r>
            <a:endParaRPr lang="en-US" sz="2000" dirty="0"/>
          </a:p>
        </p:txBody>
      </p:sp>
      <p:pic>
        <p:nvPicPr>
          <p:cNvPr id="4" name="Picture 3"/>
          <p:cNvPicPr>
            <a:picLocks noChangeAspect="1"/>
          </p:cNvPicPr>
          <p:nvPr/>
        </p:nvPicPr>
        <p:blipFill>
          <a:blip r:embed="rId3"/>
          <a:stretch>
            <a:fillRect/>
          </a:stretch>
        </p:blipFill>
        <p:spPr>
          <a:xfrm>
            <a:off x="2281092" y="3426256"/>
            <a:ext cx="6832117" cy="2116788"/>
          </a:xfrm>
          <a:prstGeom prst="rect">
            <a:avLst/>
          </a:prstGeom>
        </p:spPr>
      </p:pic>
    </p:spTree>
    <p:extLst>
      <p:ext uri="{BB962C8B-B14F-4D97-AF65-F5344CB8AC3E}">
        <p14:creationId xmlns:p14="http://schemas.microsoft.com/office/powerpoint/2010/main" val="5682242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 calcmode="lin" valueType="num">
                                      <p:cBhvr>
                                        <p:cTn id="15" dur="1000" fill="hold"/>
                                        <p:tgtEl>
                                          <p:spTgt spid="4"/>
                                        </p:tgtEl>
                                        <p:attrNameLst>
                                          <p:attrName>style.rotation</p:attrName>
                                        </p:attrNameLst>
                                      </p:cBhvr>
                                      <p:tavLst>
                                        <p:tav tm="0">
                                          <p:val>
                                            <p:fltVal val="90"/>
                                          </p:val>
                                        </p:tav>
                                        <p:tav tm="100000">
                                          <p:val>
                                            <p:fltVal val="0"/>
                                          </p:val>
                                        </p:tav>
                                      </p:tavLst>
                                    </p:anim>
                                    <p:animEffect transition="in" filter="fade">
                                      <p:cBhvr>
                                        <p:cTn id="1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54</a:t>
            </a:fld>
            <a:endParaRPr lang="en-US" dirty="0"/>
          </a:p>
        </p:txBody>
      </p:sp>
      <p:sp>
        <p:nvSpPr>
          <p:cNvPr id="3" name="TextBox 2"/>
          <p:cNvSpPr txBox="1"/>
          <p:nvPr/>
        </p:nvSpPr>
        <p:spPr>
          <a:xfrm>
            <a:off x="841571" y="1480842"/>
            <a:ext cx="9330117" cy="1692771"/>
          </a:xfrm>
          <a:prstGeom prst="rect">
            <a:avLst/>
          </a:prstGeom>
          <a:noFill/>
        </p:spPr>
        <p:txBody>
          <a:bodyPr wrap="square" rtlCol="0">
            <a:spAutoFit/>
          </a:bodyPr>
          <a:lstStyle/>
          <a:p>
            <a:pPr lvl="0"/>
            <a:r>
              <a:rPr lang="en-US" sz="2400" dirty="0" smtClean="0"/>
              <a:t>5.9. Supervisor: </a:t>
            </a:r>
            <a:r>
              <a:rPr lang="en-US" sz="2000" dirty="0"/>
              <a:t>In this architecture, we define agents as nodes and add a supervisor </a:t>
            </a:r>
            <a:r>
              <a:rPr lang="en-US" sz="2000" dirty="0" smtClean="0"/>
              <a:t>	node </a:t>
            </a:r>
            <a:r>
              <a:rPr lang="en-US" sz="2000" dirty="0"/>
              <a:t>(LLM) that decides which agent nodes should be called next. We use </a:t>
            </a:r>
            <a:r>
              <a:rPr lang="en-US" sz="2000" dirty="0" smtClean="0"/>
              <a:t>	Command </a:t>
            </a:r>
            <a:r>
              <a:rPr lang="en-US" sz="2000" dirty="0"/>
              <a:t>to route execution to the appropriate agent node based on supervisor's </a:t>
            </a:r>
            <a:r>
              <a:rPr lang="en-US" sz="2000" dirty="0" smtClean="0"/>
              <a:t>	decision</a:t>
            </a:r>
            <a:r>
              <a:rPr lang="en-US" sz="2000" dirty="0"/>
              <a:t>. This architecture also lends itself well to running multiple agents in parallel </a:t>
            </a:r>
            <a:r>
              <a:rPr lang="en-US" sz="2000" dirty="0" smtClean="0"/>
              <a:t>	or </a:t>
            </a:r>
            <a:r>
              <a:rPr lang="en-US" sz="2000" dirty="0"/>
              <a:t>using map-reduce </a:t>
            </a:r>
            <a:r>
              <a:rPr lang="en-US" sz="2000" dirty="0" smtClean="0"/>
              <a:t>pattern.</a:t>
            </a:r>
            <a:r>
              <a:rPr lang="en-US" sz="2000" dirty="0" smtClean="0">
                <a:hlinkClick r:id="rId2" action="ppaction://hlinksldjump"/>
              </a:rPr>
              <a:t>[10]</a:t>
            </a:r>
            <a:endParaRPr lang="en-US" sz="2000" dirty="0"/>
          </a:p>
        </p:txBody>
      </p:sp>
      <p:pic>
        <p:nvPicPr>
          <p:cNvPr id="5" name="Picture 4"/>
          <p:cNvPicPr>
            <a:picLocks noChangeAspect="1"/>
          </p:cNvPicPr>
          <p:nvPr/>
        </p:nvPicPr>
        <p:blipFill>
          <a:blip r:embed="rId3"/>
          <a:stretch>
            <a:fillRect/>
          </a:stretch>
        </p:blipFill>
        <p:spPr>
          <a:xfrm>
            <a:off x="2872673" y="3173613"/>
            <a:ext cx="6554548" cy="3272807"/>
          </a:xfrm>
          <a:prstGeom prst="rect">
            <a:avLst/>
          </a:prstGeom>
        </p:spPr>
      </p:pic>
    </p:spTree>
    <p:extLst>
      <p:ext uri="{BB962C8B-B14F-4D97-AF65-F5344CB8AC3E}">
        <p14:creationId xmlns:p14="http://schemas.microsoft.com/office/powerpoint/2010/main" val="9453439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1000" fill="hold"/>
                                        <p:tgtEl>
                                          <p:spTgt spid="5"/>
                                        </p:tgtEl>
                                        <p:attrNameLst>
                                          <p:attrName>ppt_w</p:attrName>
                                        </p:attrNameLst>
                                      </p:cBhvr>
                                      <p:tavLst>
                                        <p:tav tm="0">
                                          <p:val>
                                            <p:fltVal val="0"/>
                                          </p:val>
                                        </p:tav>
                                        <p:tav tm="100000">
                                          <p:val>
                                            <p:strVal val="#ppt_w"/>
                                          </p:val>
                                        </p:tav>
                                      </p:tavLst>
                                    </p:anim>
                                    <p:anim calcmode="lin" valueType="num">
                                      <p:cBhvr>
                                        <p:cTn id="14" dur="1000" fill="hold"/>
                                        <p:tgtEl>
                                          <p:spTgt spid="5"/>
                                        </p:tgtEl>
                                        <p:attrNameLst>
                                          <p:attrName>ppt_h</p:attrName>
                                        </p:attrNameLst>
                                      </p:cBhvr>
                                      <p:tavLst>
                                        <p:tav tm="0">
                                          <p:val>
                                            <p:fltVal val="0"/>
                                          </p:val>
                                        </p:tav>
                                        <p:tav tm="100000">
                                          <p:val>
                                            <p:strVal val="#ppt_h"/>
                                          </p:val>
                                        </p:tav>
                                      </p:tavLst>
                                    </p:anim>
                                    <p:anim calcmode="lin" valueType="num">
                                      <p:cBhvr>
                                        <p:cTn id="15" dur="1000" fill="hold"/>
                                        <p:tgtEl>
                                          <p:spTgt spid="5"/>
                                        </p:tgtEl>
                                        <p:attrNameLst>
                                          <p:attrName>style.rotation</p:attrName>
                                        </p:attrNameLst>
                                      </p:cBhvr>
                                      <p:tavLst>
                                        <p:tav tm="0">
                                          <p:val>
                                            <p:fltVal val="90"/>
                                          </p:val>
                                        </p:tav>
                                        <p:tav tm="100000">
                                          <p:val>
                                            <p:fltVal val="0"/>
                                          </p:val>
                                        </p:tav>
                                      </p:tavLst>
                                    </p:anim>
                                    <p:animEffect transition="in" filter="fade">
                                      <p:cBhvr>
                                        <p:cTn id="1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atellite against the night sky">
            <a:extLst>
              <a:ext uri="{FF2B5EF4-FFF2-40B4-BE49-F238E27FC236}">
                <a16:creationId xmlns:a16="http://schemas.microsoft.com/office/drawing/2014/main" id="{D4F2268B-BB87-42FB-B84F-C145C01B497A}"/>
              </a:ext>
            </a:extLst>
          </p:cNvPr>
          <p:cNvPicPr>
            <a:picLocks noChangeAspect="1"/>
          </p:cNvPicPr>
          <p:nvPr/>
        </p:nvPicPr>
        <p:blipFill rotWithShape="1">
          <a:blip r:embed="rId3"/>
          <a:srcRect l="8611" r="16027" b="1"/>
          <a:stretch/>
        </p:blipFill>
        <p:spPr>
          <a:xfrm>
            <a:off x="8888133" y="4144246"/>
            <a:ext cx="3302966" cy="2717299"/>
          </a:xfrm>
          <a:custGeom>
            <a:avLst/>
            <a:gdLst>
              <a:gd name="connsiteX0" fmla="*/ 1663658 w 3039855"/>
              <a:gd name="connsiteY0" fmla="*/ 0 h 2500842"/>
              <a:gd name="connsiteX1" fmla="*/ 2947417 w 3039855"/>
              <a:gd name="connsiteY1" fmla="*/ 605417 h 2500842"/>
              <a:gd name="connsiteX2" fmla="*/ 3039855 w 3039855"/>
              <a:gd name="connsiteY2" fmla="*/ 729032 h 2500842"/>
              <a:gd name="connsiteX3" fmla="*/ 3039855 w 3039855"/>
              <a:gd name="connsiteY3" fmla="*/ 2500842 h 2500842"/>
              <a:gd name="connsiteX4" fmla="*/ 226952 w 3039855"/>
              <a:gd name="connsiteY4" fmla="*/ 2500842 h 2500842"/>
              <a:gd name="connsiteX5" fmla="*/ 155401 w 3039855"/>
              <a:gd name="connsiteY5" fmla="*/ 2366679 h 2500842"/>
              <a:gd name="connsiteX6" fmla="*/ 0 w 3039855"/>
              <a:gd name="connsiteY6" fmla="*/ 1663658 h 2500842"/>
              <a:gd name="connsiteX7" fmla="*/ 1663658 w 3039855"/>
              <a:gd name="connsiteY7" fmla="*/ 0 h 25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9855" h="2500842">
                <a:moveTo>
                  <a:pt x="1663658" y="0"/>
                </a:moveTo>
                <a:cubicBezTo>
                  <a:pt x="2180490" y="0"/>
                  <a:pt x="2642278" y="235674"/>
                  <a:pt x="2947417" y="605417"/>
                </a:cubicBezTo>
                <a:lnTo>
                  <a:pt x="3039855" y="729032"/>
                </a:lnTo>
                <a:lnTo>
                  <a:pt x="3039855" y="2500842"/>
                </a:lnTo>
                <a:lnTo>
                  <a:pt x="226952" y="2500842"/>
                </a:lnTo>
                <a:lnTo>
                  <a:pt x="155401" y="2366679"/>
                </a:lnTo>
                <a:cubicBezTo>
                  <a:pt x="55691" y="2153127"/>
                  <a:pt x="0" y="1914896"/>
                  <a:pt x="0" y="1663658"/>
                </a:cubicBezTo>
                <a:cubicBezTo>
                  <a:pt x="0" y="744845"/>
                  <a:pt x="744845" y="0"/>
                  <a:pt x="1663658" y="0"/>
                </a:cubicBezTo>
                <a:close/>
              </a:path>
            </a:pathLst>
          </a:custGeom>
        </p:spPr>
      </p:pic>
      <p:pic>
        <p:nvPicPr>
          <p:cNvPr id="7" name="Picture 6" descr="abstract image of light dots">
            <a:extLst>
              <a:ext uri="{FF2B5EF4-FFF2-40B4-BE49-F238E27FC236}">
                <a16:creationId xmlns:a16="http://schemas.microsoft.com/office/drawing/2014/main" id="{FE6C54C5-D2F4-48F8-B65E-7506F07BCCF3}"/>
              </a:ext>
            </a:extLst>
          </p:cNvPr>
          <p:cNvPicPr>
            <a:picLocks noChangeAspect="1"/>
          </p:cNvPicPr>
          <p:nvPr/>
        </p:nvPicPr>
        <p:blipFill rotWithShape="1">
          <a:blip r:embed="rId4"/>
          <a:srcRect l="23268" r="4773" b="-1"/>
          <a:stretch/>
        </p:blipFill>
        <p:spPr>
          <a:xfrm>
            <a:off x="8055588" y="-3863"/>
            <a:ext cx="4132754" cy="3445946"/>
          </a:xfrm>
          <a:custGeom>
            <a:avLst/>
            <a:gdLst>
              <a:gd name="connsiteX0" fmla="*/ 303228 w 4638368"/>
              <a:gd name="connsiteY0" fmla="*/ 0 h 3867534"/>
              <a:gd name="connsiteX1" fmla="*/ 4638368 w 4638368"/>
              <a:gd name="connsiteY1" fmla="*/ 0 h 3867534"/>
              <a:gd name="connsiteX2" fmla="*/ 4638368 w 4638368"/>
              <a:gd name="connsiteY2" fmla="*/ 2952747 h 3867534"/>
              <a:gd name="connsiteX3" fmla="*/ 4585825 w 4638368"/>
              <a:gd name="connsiteY3" fmla="*/ 3013864 h 3867534"/>
              <a:gd name="connsiteX4" fmla="*/ 2641346 w 4638368"/>
              <a:gd name="connsiteY4" fmla="*/ 3867534 h 3867534"/>
              <a:gd name="connsiteX5" fmla="*/ 0 w 4638368"/>
              <a:gd name="connsiteY5" fmla="*/ 1226188 h 3867534"/>
              <a:gd name="connsiteX6" fmla="*/ 260466 w 4638368"/>
              <a:gd name="connsiteY6" fmla="*/ 81056 h 38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sp>
        <p:nvSpPr>
          <p:cNvPr id="6" name="Title 5"/>
          <p:cNvSpPr>
            <a:spLocks noGrp="1"/>
          </p:cNvSpPr>
          <p:nvPr>
            <p:ph type="title"/>
          </p:nvPr>
        </p:nvSpPr>
        <p:spPr>
          <a:xfrm>
            <a:off x="2743200" y="1607037"/>
            <a:ext cx="6026046" cy="3265357"/>
          </a:xfrm>
        </p:spPr>
        <p:txBody>
          <a:bodyPr>
            <a:normAutofit/>
          </a:bodyPr>
          <a:lstStyle/>
          <a:p>
            <a:r>
              <a:rPr lang="en-US" sz="5400" b="1" dirty="0" smtClean="0"/>
              <a:t>GUARDRAILS</a:t>
            </a:r>
            <a:endParaRPr lang="en-US" sz="5400" b="1" dirty="0"/>
          </a:p>
        </p:txBody>
      </p:sp>
      <p:sp>
        <p:nvSpPr>
          <p:cNvPr id="2" name="Slide Number Placeholder 1"/>
          <p:cNvSpPr>
            <a:spLocks noGrp="1"/>
          </p:cNvSpPr>
          <p:nvPr>
            <p:ph type="sldNum" sz="quarter" idx="12"/>
          </p:nvPr>
        </p:nvSpPr>
        <p:spPr/>
        <p:txBody>
          <a:bodyPr/>
          <a:lstStyle/>
          <a:p>
            <a:fld id="{69E57DC2-970A-4B3E-BB1C-7A09969E49DF}" type="slidenum">
              <a:rPr lang="en-US" smtClean="0"/>
              <a:t>55</a:t>
            </a:fld>
            <a:endParaRPr lang="en-US" dirty="0"/>
          </a:p>
        </p:txBody>
      </p:sp>
    </p:spTree>
    <p:extLst>
      <p:ext uri="{BB962C8B-B14F-4D97-AF65-F5344CB8AC3E}">
        <p14:creationId xmlns:p14="http://schemas.microsoft.com/office/powerpoint/2010/main" val="12928068"/>
      </p:ext>
    </p:extLst>
  </p:cSld>
  <p:clrMapOvr>
    <a:masterClrMapping/>
  </p:clrMapOvr>
  <p:transition spd="slow">
    <p:push dir="u"/>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9E57DC2-970A-4B3E-BB1C-7A09969E49DF}" type="slidenum">
              <a:rPr lang="en-US" smtClean="0"/>
              <a:t>56</a:t>
            </a:fld>
            <a:endParaRPr lang="en-US" dirty="0"/>
          </a:p>
        </p:txBody>
      </p:sp>
      <p:sp>
        <p:nvSpPr>
          <p:cNvPr id="6" name="Rectangle 5"/>
          <p:cNvSpPr/>
          <p:nvPr/>
        </p:nvSpPr>
        <p:spPr>
          <a:xfrm>
            <a:off x="6723584" y="1761281"/>
            <a:ext cx="1494020" cy="2363448"/>
          </a:xfrm>
          <a:prstGeom prst="rect">
            <a:avLst/>
          </a:prstGeom>
          <a:solidFill>
            <a:srgbClr val="788ACF"/>
          </a:solidFill>
          <a:ln w="76200">
            <a:solidFill>
              <a:schemeClr val="bg1"/>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Tools</a:t>
            </a:r>
            <a:endParaRPr lang="en-US" dirty="0">
              <a:solidFill>
                <a:schemeClr val="bg1"/>
              </a:solidFill>
            </a:endParaRPr>
          </a:p>
        </p:txBody>
      </p:sp>
      <p:sp>
        <p:nvSpPr>
          <p:cNvPr id="7" name="Flowchart: Connector 6"/>
          <p:cNvSpPr/>
          <p:nvPr/>
        </p:nvSpPr>
        <p:spPr>
          <a:xfrm>
            <a:off x="9060333" y="2293899"/>
            <a:ext cx="1756894" cy="1531816"/>
          </a:xfrm>
          <a:prstGeom prst="flowChartConnector">
            <a:avLst/>
          </a:prstGeom>
          <a:solidFill>
            <a:srgbClr val="7385C7"/>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External World</a:t>
            </a:r>
            <a:endParaRPr lang="en-US" dirty="0">
              <a:solidFill>
                <a:schemeClr val="bg1"/>
              </a:solidFill>
            </a:endParaRPr>
          </a:p>
        </p:txBody>
      </p:sp>
      <p:sp>
        <p:nvSpPr>
          <p:cNvPr id="8" name="Rectangle 7"/>
          <p:cNvSpPr/>
          <p:nvPr/>
        </p:nvSpPr>
        <p:spPr>
          <a:xfrm>
            <a:off x="4554815" y="2679589"/>
            <a:ext cx="1494020" cy="868596"/>
          </a:xfrm>
          <a:prstGeom prst="rect">
            <a:avLst/>
          </a:prstGeom>
          <a:solidFill>
            <a:srgbClr val="788ACF"/>
          </a:solidFill>
          <a:ln w="76200">
            <a:solidFill>
              <a:schemeClr val="bg1"/>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Model</a:t>
            </a:r>
            <a:endParaRPr lang="en-US" dirty="0">
              <a:solidFill>
                <a:schemeClr val="bg1"/>
              </a:solidFill>
            </a:endParaRPr>
          </a:p>
        </p:txBody>
      </p:sp>
      <p:sp>
        <p:nvSpPr>
          <p:cNvPr id="9" name="Rectangle 8"/>
          <p:cNvSpPr/>
          <p:nvPr/>
        </p:nvSpPr>
        <p:spPr>
          <a:xfrm>
            <a:off x="892989" y="2679589"/>
            <a:ext cx="1494020" cy="837902"/>
          </a:xfrm>
          <a:prstGeom prst="rect">
            <a:avLst/>
          </a:prstGeom>
          <a:solidFill>
            <a:srgbClr val="788ACF"/>
          </a:solidFill>
          <a:ln w="76200">
            <a:solidFill>
              <a:schemeClr val="bg1"/>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User</a:t>
            </a:r>
            <a:endParaRPr lang="en-US" dirty="0">
              <a:solidFill>
                <a:schemeClr val="bg1"/>
              </a:solidFill>
            </a:endParaRPr>
          </a:p>
        </p:txBody>
      </p:sp>
      <p:cxnSp>
        <p:nvCxnSpPr>
          <p:cNvPr id="11" name="Straight Arrow Connector 10"/>
          <p:cNvCxnSpPr>
            <a:stCxn id="9" idx="3"/>
            <a:endCxn id="8" idx="1"/>
          </p:cNvCxnSpPr>
          <p:nvPr/>
        </p:nvCxnSpPr>
        <p:spPr>
          <a:xfrm>
            <a:off x="2387009" y="3098540"/>
            <a:ext cx="2167806" cy="1534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469395" y="2653988"/>
            <a:ext cx="951148" cy="369332"/>
          </a:xfrm>
          <a:prstGeom prst="rect">
            <a:avLst/>
          </a:prstGeom>
          <a:noFill/>
        </p:spPr>
        <p:txBody>
          <a:bodyPr wrap="square" rtlCol="0">
            <a:spAutoFit/>
          </a:bodyPr>
          <a:lstStyle/>
          <a:p>
            <a:r>
              <a:rPr lang="en-US" dirty="0" smtClean="0"/>
              <a:t>Prompt</a:t>
            </a:r>
            <a:endParaRPr lang="en-US" dirty="0"/>
          </a:p>
        </p:txBody>
      </p:sp>
      <p:sp>
        <p:nvSpPr>
          <p:cNvPr id="14" name="Diamond 13"/>
          <p:cNvSpPr/>
          <p:nvPr/>
        </p:nvSpPr>
        <p:spPr>
          <a:xfrm>
            <a:off x="2363334" y="1616095"/>
            <a:ext cx="2315893" cy="1133063"/>
          </a:xfrm>
          <a:prstGeom prst="diamond">
            <a:avLst/>
          </a:prstGeom>
          <a:solidFill>
            <a:srgbClr val="40496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Input Guardrails</a:t>
            </a:r>
            <a:endParaRPr lang="en-US" dirty="0">
              <a:solidFill>
                <a:schemeClr val="bg1"/>
              </a:solidFill>
            </a:endParaRPr>
          </a:p>
        </p:txBody>
      </p:sp>
      <p:cxnSp>
        <p:nvCxnSpPr>
          <p:cNvPr id="16" name="Straight Arrow Connector 15"/>
          <p:cNvCxnSpPr>
            <a:stCxn id="8" idx="3"/>
          </p:cNvCxnSpPr>
          <p:nvPr/>
        </p:nvCxnSpPr>
        <p:spPr>
          <a:xfrm flipV="1">
            <a:off x="6048835" y="3098540"/>
            <a:ext cx="674749" cy="1534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8217604" y="3011084"/>
            <a:ext cx="842729" cy="1223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Diamond 18"/>
          <p:cNvSpPr/>
          <p:nvPr/>
        </p:nvSpPr>
        <p:spPr>
          <a:xfrm>
            <a:off x="8360657" y="1134952"/>
            <a:ext cx="2315893" cy="1133063"/>
          </a:xfrm>
          <a:prstGeom prst="diamond">
            <a:avLst/>
          </a:prstGeom>
          <a:solidFill>
            <a:srgbClr val="40496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Tool Guardrails</a:t>
            </a:r>
            <a:endParaRPr lang="en-US" dirty="0">
              <a:solidFill>
                <a:schemeClr val="bg1"/>
              </a:solidFill>
            </a:endParaRPr>
          </a:p>
        </p:txBody>
      </p:sp>
      <p:sp>
        <p:nvSpPr>
          <p:cNvPr id="20" name="Diamond 19"/>
          <p:cNvSpPr/>
          <p:nvPr/>
        </p:nvSpPr>
        <p:spPr>
          <a:xfrm>
            <a:off x="2312965" y="3854576"/>
            <a:ext cx="2315893" cy="1133063"/>
          </a:xfrm>
          <a:prstGeom prst="diamond">
            <a:avLst/>
          </a:prstGeom>
          <a:solidFill>
            <a:srgbClr val="40496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Output Guardrails</a:t>
            </a:r>
            <a:endParaRPr lang="en-US" dirty="0">
              <a:solidFill>
                <a:schemeClr val="bg1"/>
              </a:solidFill>
            </a:endParaRPr>
          </a:p>
        </p:txBody>
      </p:sp>
      <p:cxnSp>
        <p:nvCxnSpPr>
          <p:cNvPr id="22" name="Straight Arrow Connector 21"/>
          <p:cNvCxnSpPr/>
          <p:nvPr/>
        </p:nvCxnSpPr>
        <p:spPr>
          <a:xfrm flipH="1">
            <a:off x="8217603" y="3169047"/>
            <a:ext cx="8427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6048835" y="3227754"/>
            <a:ext cx="674749" cy="78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Elbow Connector 29"/>
          <p:cNvCxnSpPr>
            <a:stCxn id="8" idx="2"/>
            <a:endCxn id="9" idx="2"/>
          </p:cNvCxnSpPr>
          <p:nvPr/>
        </p:nvCxnSpPr>
        <p:spPr>
          <a:xfrm rot="5400000" flipH="1">
            <a:off x="3455565" y="1701925"/>
            <a:ext cx="30694" cy="3661826"/>
          </a:xfrm>
          <a:prstGeom prst="bentConnector3">
            <a:avLst>
              <a:gd name="adj1" fmla="val -5455288"/>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2561523" y="5294029"/>
            <a:ext cx="1135154" cy="369332"/>
          </a:xfrm>
          <a:prstGeom prst="rect">
            <a:avLst/>
          </a:prstGeom>
          <a:noFill/>
        </p:spPr>
        <p:txBody>
          <a:bodyPr wrap="square" rtlCol="0">
            <a:spAutoFit/>
          </a:bodyPr>
          <a:lstStyle/>
          <a:p>
            <a:r>
              <a:rPr lang="en-US" dirty="0" smtClean="0"/>
              <a:t>Response</a:t>
            </a:r>
            <a:endParaRPr lang="en-US" dirty="0"/>
          </a:p>
        </p:txBody>
      </p:sp>
    </p:spTree>
    <p:extLst>
      <p:ext uri="{BB962C8B-B14F-4D97-AF65-F5344CB8AC3E}">
        <p14:creationId xmlns:p14="http://schemas.microsoft.com/office/powerpoint/2010/main" val="17921872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fltVal val="0"/>
                                          </p:val>
                                        </p:tav>
                                        <p:tav tm="100000">
                                          <p:val>
                                            <p:strVal val="#ppt_h"/>
                                          </p:val>
                                        </p:tav>
                                      </p:tavLst>
                                    </p:anim>
                                    <p:animEffect transition="in" filter="fade">
                                      <p:cBhvr>
                                        <p:cTn id="14"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p:cTn id="25" dur="500" fill="hold"/>
                                        <p:tgtEl>
                                          <p:spTgt spid="16"/>
                                        </p:tgtEl>
                                        <p:attrNameLst>
                                          <p:attrName>ppt_w</p:attrName>
                                        </p:attrNameLst>
                                      </p:cBhvr>
                                      <p:tavLst>
                                        <p:tav tm="0">
                                          <p:val>
                                            <p:fltVal val="0"/>
                                          </p:val>
                                        </p:tav>
                                        <p:tav tm="100000">
                                          <p:val>
                                            <p:strVal val="#ppt_w"/>
                                          </p:val>
                                        </p:tav>
                                      </p:tavLst>
                                    </p:anim>
                                    <p:anim calcmode="lin" valueType="num">
                                      <p:cBhvr>
                                        <p:cTn id="26" dur="500" fill="hold"/>
                                        <p:tgtEl>
                                          <p:spTgt spid="16"/>
                                        </p:tgtEl>
                                        <p:attrNameLst>
                                          <p:attrName>ppt_h</p:attrName>
                                        </p:attrNameLst>
                                      </p:cBhvr>
                                      <p:tavLst>
                                        <p:tav tm="0">
                                          <p:val>
                                            <p:fltVal val="0"/>
                                          </p:val>
                                        </p:tav>
                                        <p:tav tm="100000">
                                          <p:val>
                                            <p:strVal val="#ppt_h"/>
                                          </p:val>
                                        </p:tav>
                                      </p:tavLst>
                                    </p:anim>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 calcmode="lin" valueType="num">
                                      <p:cBhvr>
                                        <p:cTn id="32" dur="500" fill="hold"/>
                                        <p:tgtEl>
                                          <p:spTgt spid="18"/>
                                        </p:tgtEl>
                                        <p:attrNameLst>
                                          <p:attrName>ppt_w</p:attrName>
                                        </p:attrNameLst>
                                      </p:cBhvr>
                                      <p:tavLst>
                                        <p:tav tm="0">
                                          <p:val>
                                            <p:fltVal val="0"/>
                                          </p:val>
                                        </p:tav>
                                        <p:tav tm="100000">
                                          <p:val>
                                            <p:strVal val="#ppt_w"/>
                                          </p:val>
                                        </p:tav>
                                      </p:tavLst>
                                    </p:anim>
                                    <p:anim calcmode="lin" valueType="num">
                                      <p:cBhvr>
                                        <p:cTn id="33" dur="500" fill="hold"/>
                                        <p:tgtEl>
                                          <p:spTgt spid="18"/>
                                        </p:tgtEl>
                                        <p:attrNameLst>
                                          <p:attrName>ppt_h</p:attrName>
                                        </p:attrNameLst>
                                      </p:cBhvr>
                                      <p:tavLst>
                                        <p:tav tm="0">
                                          <p:val>
                                            <p:fltVal val="0"/>
                                          </p:val>
                                        </p:tav>
                                        <p:tav tm="100000">
                                          <p:val>
                                            <p:strVal val="#ppt_h"/>
                                          </p:val>
                                        </p:tav>
                                      </p:tavLst>
                                    </p:anim>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 calcmode="lin" valueType="num">
                                      <p:cBhvr additive="base">
                                        <p:cTn id="39" dur="500" fill="hold"/>
                                        <p:tgtEl>
                                          <p:spTgt spid="19"/>
                                        </p:tgtEl>
                                        <p:attrNameLst>
                                          <p:attrName>ppt_x</p:attrName>
                                        </p:attrNameLst>
                                      </p:cBhvr>
                                      <p:tavLst>
                                        <p:tav tm="0">
                                          <p:val>
                                            <p:strVal val="#ppt_x"/>
                                          </p:val>
                                        </p:tav>
                                        <p:tav tm="100000">
                                          <p:val>
                                            <p:strVal val="#ppt_x"/>
                                          </p:val>
                                        </p:tav>
                                      </p:tavLst>
                                    </p:anim>
                                    <p:anim calcmode="lin" valueType="num">
                                      <p:cBhvr additive="base">
                                        <p:cTn id="4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 calcmode="lin" valueType="num">
                                      <p:cBhvr>
                                        <p:cTn id="45" dur="500" fill="hold"/>
                                        <p:tgtEl>
                                          <p:spTgt spid="22"/>
                                        </p:tgtEl>
                                        <p:attrNameLst>
                                          <p:attrName>ppt_w</p:attrName>
                                        </p:attrNameLst>
                                      </p:cBhvr>
                                      <p:tavLst>
                                        <p:tav tm="0">
                                          <p:val>
                                            <p:fltVal val="0"/>
                                          </p:val>
                                        </p:tav>
                                        <p:tav tm="100000">
                                          <p:val>
                                            <p:strVal val="#ppt_w"/>
                                          </p:val>
                                        </p:tav>
                                      </p:tavLst>
                                    </p:anim>
                                    <p:anim calcmode="lin" valueType="num">
                                      <p:cBhvr>
                                        <p:cTn id="46" dur="500" fill="hold"/>
                                        <p:tgtEl>
                                          <p:spTgt spid="22"/>
                                        </p:tgtEl>
                                        <p:attrNameLst>
                                          <p:attrName>ppt_h</p:attrName>
                                        </p:attrNameLst>
                                      </p:cBhvr>
                                      <p:tavLst>
                                        <p:tav tm="0">
                                          <p:val>
                                            <p:fltVal val="0"/>
                                          </p:val>
                                        </p:tav>
                                        <p:tav tm="100000">
                                          <p:val>
                                            <p:strVal val="#ppt_h"/>
                                          </p:val>
                                        </p:tav>
                                      </p:tavLst>
                                    </p:anim>
                                    <p:animEffect transition="in" filter="fade">
                                      <p:cBhvr>
                                        <p:cTn id="47"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nodeType="clickEffect">
                                  <p:stCondLst>
                                    <p:cond delay="0"/>
                                  </p:stCondLst>
                                  <p:childTnLst>
                                    <p:set>
                                      <p:cBhvr>
                                        <p:cTn id="51" dur="1" fill="hold">
                                          <p:stCondLst>
                                            <p:cond delay="0"/>
                                          </p:stCondLst>
                                        </p:cTn>
                                        <p:tgtEl>
                                          <p:spTgt spid="24"/>
                                        </p:tgtEl>
                                        <p:attrNameLst>
                                          <p:attrName>style.visibility</p:attrName>
                                        </p:attrNameLst>
                                      </p:cBhvr>
                                      <p:to>
                                        <p:strVal val="visible"/>
                                      </p:to>
                                    </p:set>
                                    <p:anim calcmode="lin" valueType="num">
                                      <p:cBhvr>
                                        <p:cTn id="52" dur="500" fill="hold"/>
                                        <p:tgtEl>
                                          <p:spTgt spid="24"/>
                                        </p:tgtEl>
                                        <p:attrNameLst>
                                          <p:attrName>ppt_w</p:attrName>
                                        </p:attrNameLst>
                                      </p:cBhvr>
                                      <p:tavLst>
                                        <p:tav tm="0">
                                          <p:val>
                                            <p:fltVal val="0"/>
                                          </p:val>
                                        </p:tav>
                                        <p:tav tm="100000">
                                          <p:val>
                                            <p:strVal val="#ppt_w"/>
                                          </p:val>
                                        </p:tav>
                                      </p:tavLst>
                                    </p:anim>
                                    <p:anim calcmode="lin" valueType="num">
                                      <p:cBhvr>
                                        <p:cTn id="53" dur="500" fill="hold"/>
                                        <p:tgtEl>
                                          <p:spTgt spid="24"/>
                                        </p:tgtEl>
                                        <p:attrNameLst>
                                          <p:attrName>ppt_h</p:attrName>
                                        </p:attrNameLst>
                                      </p:cBhvr>
                                      <p:tavLst>
                                        <p:tav tm="0">
                                          <p:val>
                                            <p:fltVal val="0"/>
                                          </p:val>
                                        </p:tav>
                                        <p:tav tm="100000">
                                          <p:val>
                                            <p:strVal val="#ppt_h"/>
                                          </p:val>
                                        </p:tav>
                                      </p:tavLst>
                                    </p:anim>
                                    <p:animEffect transition="in" filter="fade">
                                      <p:cBhvr>
                                        <p:cTn id="54" dur="500"/>
                                        <p:tgtEl>
                                          <p:spTgt spid="24"/>
                                        </p:tgtEl>
                                      </p:cBhvr>
                                    </p:animEffect>
                                  </p:childTnLst>
                                </p:cTn>
                              </p:par>
                            </p:childTnLst>
                          </p:cTn>
                        </p:par>
                      </p:childTnLst>
                    </p:cTn>
                  </p:par>
                  <p:par>
                    <p:cTn id="55" fill="hold">
                      <p:stCondLst>
                        <p:cond delay="indefinite"/>
                      </p:stCondLst>
                      <p:childTnLst>
                        <p:par>
                          <p:cTn id="56" fill="hold">
                            <p:stCondLst>
                              <p:cond delay="0"/>
                            </p:stCondLst>
                            <p:childTnLst>
                              <p:par>
                                <p:cTn id="57" presetID="53" presetClass="entr" presetSubtype="16" fill="hold" nodeType="clickEffect">
                                  <p:stCondLst>
                                    <p:cond delay="0"/>
                                  </p:stCondLst>
                                  <p:childTnLst>
                                    <p:set>
                                      <p:cBhvr>
                                        <p:cTn id="58" dur="1" fill="hold">
                                          <p:stCondLst>
                                            <p:cond delay="0"/>
                                          </p:stCondLst>
                                        </p:cTn>
                                        <p:tgtEl>
                                          <p:spTgt spid="30"/>
                                        </p:tgtEl>
                                        <p:attrNameLst>
                                          <p:attrName>style.visibility</p:attrName>
                                        </p:attrNameLst>
                                      </p:cBhvr>
                                      <p:to>
                                        <p:strVal val="visible"/>
                                      </p:to>
                                    </p:set>
                                    <p:anim calcmode="lin" valueType="num">
                                      <p:cBhvr>
                                        <p:cTn id="59" dur="500" fill="hold"/>
                                        <p:tgtEl>
                                          <p:spTgt spid="30"/>
                                        </p:tgtEl>
                                        <p:attrNameLst>
                                          <p:attrName>ppt_w</p:attrName>
                                        </p:attrNameLst>
                                      </p:cBhvr>
                                      <p:tavLst>
                                        <p:tav tm="0">
                                          <p:val>
                                            <p:fltVal val="0"/>
                                          </p:val>
                                        </p:tav>
                                        <p:tav tm="100000">
                                          <p:val>
                                            <p:strVal val="#ppt_w"/>
                                          </p:val>
                                        </p:tav>
                                      </p:tavLst>
                                    </p:anim>
                                    <p:anim calcmode="lin" valueType="num">
                                      <p:cBhvr>
                                        <p:cTn id="60" dur="500" fill="hold"/>
                                        <p:tgtEl>
                                          <p:spTgt spid="30"/>
                                        </p:tgtEl>
                                        <p:attrNameLst>
                                          <p:attrName>ppt_h</p:attrName>
                                        </p:attrNameLst>
                                      </p:cBhvr>
                                      <p:tavLst>
                                        <p:tav tm="0">
                                          <p:val>
                                            <p:fltVal val="0"/>
                                          </p:val>
                                        </p:tav>
                                        <p:tav tm="100000">
                                          <p:val>
                                            <p:strVal val="#ppt_h"/>
                                          </p:val>
                                        </p:tav>
                                      </p:tavLst>
                                    </p:anim>
                                    <p:animEffect transition="in" filter="fade">
                                      <p:cBhvr>
                                        <p:cTn id="61" dur="500"/>
                                        <p:tgtEl>
                                          <p:spTgt spid="30"/>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32"/>
                                        </p:tgtEl>
                                        <p:attrNameLst>
                                          <p:attrName>style.visibility</p:attrName>
                                        </p:attrNameLst>
                                      </p:cBhvr>
                                      <p:to>
                                        <p:strVal val="visible"/>
                                      </p:to>
                                    </p:set>
                                    <p:anim calcmode="lin" valueType="num">
                                      <p:cBhvr>
                                        <p:cTn id="64" dur="500" fill="hold"/>
                                        <p:tgtEl>
                                          <p:spTgt spid="32"/>
                                        </p:tgtEl>
                                        <p:attrNameLst>
                                          <p:attrName>ppt_w</p:attrName>
                                        </p:attrNameLst>
                                      </p:cBhvr>
                                      <p:tavLst>
                                        <p:tav tm="0">
                                          <p:val>
                                            <p:fltVal val="0"/>
                                          </p:val>
                                        </p:tav>
                                        <p:tav tm="100000">
                                          <p:val>
                                            <p:strVal val="#ppt_w"/>
                                          </p:val>
                                        </p:tav>
                                      </p:tavLst>
                                    </p:anim>
                                    <p:anim calcmode="lin" valueType="num">
                                      <p:cBhvr>
                                        <p:cTn id="65" dur="500" fill="hold"/>
                                        <p:tgtEl>
                                          <p:spTgt spid="32"/>
                                        </p:tgtEl>
                                        <p:attrNameLst>
                                          <p:attrName>ppt_h</p:attrName>
                                        </p:attrNameLst>
                                      </p:cBhvr>
                                      <p:tavLst>
                                        <p:tav tm="0">
                                          <p:val>
                                            <p:fltVal val="0"/>
                                          </p:val>
                                        </p:tav>
                                        <p:tav tm="100000">
                                          <p:val>
                                            <p:strVal val="#ppt_h"/>
                                          </p:val>
                                        </p:tav>
                                      </p:tavLst>
                                    </p:anim>
                                    <p:animEffect transition="in" filter="fade">
                                      <p:cBhvr>
                                        <p:cTn id="66" dur="500"/>
                                        <p:tgtEl>
                                          <p:spTgt spid="32"/>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20"/>
                                        </p:tgtEl>
                                        <p:attrNameLst>
                                          <p:attrName>style.visibility</p:attrName>
                                        </p:attrNameLst>
                                      </p:cBhvr>
                                      <p:to>
                                        <p:strVal val="visible"/>
                                      </p:to>
                                    </p:set>
                                    <p:anim calcmode="lin" valueType="num">
                                      <p:cBhvr additive="base">
                                        <p:cTn id="71" dur="500" fill="hold"/>
                                        <p:tgtEl>
                                          <p:spTgt spid="20"/>
                                        </p:tgtEl>
                                        <p:attrNameLst>
                                          <p:attrName>ppt_x</p:attrName>
                                        </p:attrNameLst>
                                      </p:cBhvr>
                                      <p:tavLst>
                                        <p:tav tm="0">
                                          <p:val>
                                            <p:strVal val="#ppt_x"/>
                                          </p:val>
                                        </p:tav>
                                        <p:tav tm="100000">
                                          <p:val>
                                            <p:strVal val="#ppt_x"/>
                                          </p:val>
                                        </p:tav>
                                      </p:tavLst>
                                    </p:anim>
                                    <p:anim calcmode="lin" valueType="num">
                                      <p:cBhvr additive="base">
                                        <p:cTn id="7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animBg="1"/>
      <p:bldP spid="19" grpId="0" animBg="1"/>
      <p:bldP spid="20" grpId="0" animBg="1"/>
      <p:bldP spid="3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57</a:t>
            </a:fld>
            <a:endParaRPr lang="en-US" dirty="0"/>
          </a:p>
        </p:txBody>
      </p:sp>
      <p:sp>
        <p:nvSpPr>
          <p:cNvPr id="3" name="Title 5"/>
          <p:cNvSpPr txBox="1">
            <a:spLocks/>
          </p:cNvSpPr>
          <p:nvPr/>
        </p:nvSpPr>
        <p:spPr>
          <a:xfrm>
            <a:off x="347958" y="174748"/>
            <a:ext cx="3511943" cy="941954"/>
          </a:xfrm>
          <a:prstGeom prst="rect">
            <a:avLst/>
          </a:prstGeom>
        </p:spPr>
        <p:txBody>
          <a:bodyP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5400" b="1" dirty="0" smtClean="0"/>
              <a:t>REFERENCE:</a:t>
            </a:r>
            <a:endParaRPr lang="en-US" sz="5400" b="1" dirty="0"/>
          </a:p>
        </p:txBody>
      </p:sp>
      <p:sp>
        <p:nvSpPr>
          <p:cNvPr id="5" name="TextBox 4"/>
          <p:cNvSpPr txBox="1"/>
          <p:nvPr/>
        </p:nvSpPr>
        <p:spPr>
          <a:xfrm>
            <a:off x="550258" y="1116702"/>
            <a:ext cx="9715801" cy="5355312"/>
          </a:xfrm>
          <a:prstGeom prst="rect">
            <a:avLst/>
          </a:prstGeom>
          <a:noFill/>
        </p:spPr>
        <p:txBody>
          <a:bodyPr wrap="square" rtlCol="0">
            <a:spAutoFit/>
          </a:bodyPr>
          <a:lstStyle/>
          <a:p>
            <a:pPr marL="285750" indent="-285750">
              <a:buFont typeface="Arial" panose="020B0604020202020204" pitchFamily="34" charset="0"/>
              <a:buChar char="•"/>
            </a:pPr>
            <a:r>
              <a:rPr lang="en-US" dirty="0" smtClean="0">
                <a:hlinkClick r:id="rId3"/>
              </a:rPr>
              <a:t>https://huggingface.co/learn/agents-course/en/unit0/introduction [1</a:t>
            </a:r>
            <a:r>
              <a:rPr lang="en-US" dirty="0" smtClean="0">
                <a:hlinkClick r:id="rId4" action="ppaction://hlinksldjump"/>
              </a:rPr>
              <a:t>]</a:t>
            </a:r>
            <a:endParaRPr lang="en-US" dirty="0" smtClean="0"/>
          </a:p>
          <a:p>
            <a:pPr marL="285750" indent="-285750">
              <a:buFont typeface="Arial" panose="020B0604020202020204" pitchFamily="34" charset="0"/>
              <a:buChar char="•"/>
            </a:pPr>
            <a:r>
              <a:rPr lang="en-US" dirty="0"/>
              <a:t>Devlin, J., Chang, M.-W., Lee, K., &amp; </a:t>
            </a:r>
            <a:r>
              <a:rPr lang="en-US" dirty="0" err="1"/>
              <a:t>Toutanova</a:t>
            </a:r>
            <a:r>
              <a:rPr lang="en-US" dirty="0"/>
              <a:t>, K. (2019</a:t>
            </a:r>
            <a:r>
              <a:rPr lang="en-US" dirty="0" smtClean="0"/>
              <a:t>).</a:t>
            </a:r>
            <a:r>
              <a:rPr lang="en-US" dirty="0"/>
              <a:t/>
            </a:r>
            <a:br>
              <a:rPr lang="en-US" dirty="0"/>
            </a:br>
            <a:r>
              <a:rPr lang="en-US" i="1" dirty="0"/>
              <a:t>In Proceedings of NAACL-HLT 2019.</a:t>
            </a:r>
            <a:r>
              <a:rPr lang="en-US" dirty="0"/>
              <a:t/>
            </a:r>
            <a:br>
              <a:rPr lang="en-US" dirty="0"/>
            </a:br>
            <a:r>
              <a:rPr lang="en-US" dirty="0">
                <a:hlinkClick r:id="rId5"/>
              </a:rPr>
              <a:t>https://arxiv.org/abs/1810.04805 </a:t>
            </a:r>
            <a:r>
              <a:rPr lang="en-US" dirty="0" smtClean="0">
                <a:hlinkClick r:id="rId6" action="ppaction://hlinksldjump"/>
              </a:rPr>
              <a:t>[2]</a:t>
            </a:r>
            <a:endParaRPr lang="en-US" dirty="0" smtClean="0">
              <a:hlinkClick r:id="rId7"/>
            </a:endParaRPr>
          </a:p>
          <a:p>
            <a:pPr marL="285750" indent="-285750">
              <a:buFont typeface="Arial" panose="020B0604020202020204" pitchFamily="34" charset="0"/>
              <a:buChar char="•"/>
            </a:pPr>
            <a:r>
              <a:rPr lang="en-US" dirty="0" smtClean="0">
                <a:solidFill>
                  <a:srgbClr val="E571B5"/>
                </a:solidFill>
                <a:hlinkClick r:id="rId7"/>
              </a:rPr>
              <a:t>https</a:t>
            </a:r>
            <a:r>
              <a:rPr lang="en-US" dirty="0">
                <a:solidFill>
                  <a:srgbClr val="E571B5"/>
                </a:solidFill>
                <a:hlinkClick r:id="rId7"/>
              </a:rPr>
              <a:t>://microsoft.github.io/ai-agents-for-beginners/01-intro-to-ai-agents</a:t>
            </a:r>
            <a:r>
              <a:rPr lang="en-US" dirty="0" smtClean="0">
                <a:solidFill>
                  <a:srgbClr val="E571B5"/>
                </a:solidFill>
                <a:hlinkClick r:id="rId7"/>
              </a:rPr>
              <a:t>/</a:t>
            </a:r>
            <a:r>
              <a:rPr lang="en-US" dirty="0" smtClean="0">
                <a:solidFill>
                  <a:srgbClr val="E071B5"/>
                </a:solidFill>
              </a:rPr>
              <a:t> </a:t>
            </a:r>
            <a:r>
              <a:rPr lang="en-US" dirty="0" smtClean="0">
                <a:hlinkClick r:id="rId8" action="ppaction://hlinksldjump"/>
              </a:rPr>
              <a:t>[3]</a:t>
            </a:r>
            <a:endParaRPr lang="en-US" dirty="0" smtClean="0"/>
          </a:p>
          <a:p>
            <a:pPr marL="285750" indent="-285750">
              <a:buFont typeface="Arial" panose="020B0604020202020204" pitchFamily="34" charset="0"/>
              <a:buChar char="•"/>
            </a:pPr>
            <a:r>
              <a:rPr lang="en-US" dirty="0" smtClean="0"/>
              <a:t>Schick</a:t>
            </a:r>
            <a:r>
              <a:rPr lang="en-US" dirty="0"/>
              <a:t>, T., &amp; </a:t>
            </a:r>
            <a:r>
              <a:rPr lang="en-US" dirty="0" err="1"/>
              <a:t>Schütze</a:t>
            </a:r>
            <a:r>
              <a:rPr lang="en-US" dirty="0"/>
              <a:t>, H. (2023). </a:t>
            </a:r>
            <a:r>
              <a:rPr lang="en-US" i="1" dirty="0" err="1"/>
              <a:t>Toolformer</a:t>
            </a:r>
            <a:r>
              <a:rPr lang="en-US" i="1" dirty="0"/>
              <a:t>: Language Models Can Teach Themselves to Use Tools.</a:t>
            </a:r>
            <a:r>
              <a:rPr lang="en-US" dirty="0"/>
              <a:t> </a:t>
            </a:r>
            <a:r>
              <a:rPr lang="en-US" dirty="0" err="1"/>
              <a:t>arXiv</a:t>
            </a:r>
            <a:r>
              <a:rPr lang="en-US" dirty="0"/>
              <a:t> preprint.</a:t>
            </a:r>
            <a:br>
              <a:rPr lang="en-US" dirty="0"/>
            </a:br>
            <a:r>
              <a:rPr lang="en-US" dirty="0">
                <a:hlinkClick r:id="rId9"/>
              </a:rPr>
              <a:t>https://</a:t>
            </a:r>
            <a:r>
              <a:rPr lang="en-US" dirty="0" smtClean="0">
                <a:hlinkClick r:id="rId9"/>
              </a:rPr>
              <a:t>arxiv.org/abs/2302.04761</a:t>
            </a:r>
            <a:r>
              <a:rPr lang="en-US" dirty="0" smtClean="0"/>
              <a:t> </a:t>
            </a:r>
            <a:r>
              <a:rPr lang="en-US" dirty="0" smtClean="0">
                <a:hlinkClick r:id="rId10" action="ppaction://hlinksldjump"/>
              </a:rPr>
              <a:t>[4]</a:t>
            </a:r>
            <a:endParaRPr lang="en-US" dirty="0" smtClean="0"/>
          </a:p>
          <a:p>
            <a:pPr marL="285750" indent="-285750">
              <a:buFont typeface="Arial" panose="020B0604020202020204" pitchFamily="34" charset="0"/>
              <a:buChar char="•"/>
            </a:pPr>
            <a:r>
              <a:rPr lang="en-US" dirty="0"/>
              <a:t>Cisco Systems, Inc. (2025, March 17). </a:t>
            </a:r>
            <a:r>
              <a:rPr lang="en-US" i="1" dirty="0"/>
              <a:t>Cisco Paves the Way with Agentic AI Collaboration</a:t>
            </a:r>
            <a:r>
              <a:rPr lang="en-US" dirty="0"/>
              <a:t>. Cisco Newsroom. </a:t>
            </a:r>
            <a:r>
              <a:rPr lang="en-US" dirty="0" smtClean="0">
                <a:hlinkClick r:id="rId11"/>
              </a:rPr>
              <a:t>https</a:t>
            </a:r>
            <a:r>
              <a:rPr lang="en-US" dirty="0">
                <a:hlinkClick r:id="rId11"/>
              </a:rPr>
              <a:t>://newsroom.cisco.com/c/r/newsroom/en/us/a/y2025/m03/cisco-paves-the-way-with-agentic-ai-collaboration.html </a:t>
            </a:r>
            <a:r>
              <a:rPr lang="en-US" dirty="0" smtClean="0">
                <a:hlinkClick r:id="rId11"/>
              </a:rPr>
              <a:t>[5</a:t>
            </a:r>
            <a:r>
              <a:rPr lang="en-US" dirty="0" smtClean="0">
                <a:hlinkClick r:id="rId12" action="ppaction://hlinksldjump"/>
              </a:rPr>
              <a:t>]</a:t>
            </a:r>
            <a:endParaRPr lang="en-US" dirty="0" smtClean="0"/>
          </a:p>
          <a:p>
            <a:pPr marL="285750" indent="-285750">
              <a:buFont typeface="Arial" panose="020B0604020202020204" pitchFamily="34" charset="0"/>
              <a:buChar char="•"/>
            </a:pPr>
            <a:r>
              <a:rPr lang="en-US" dirty="0">
                <a:hlinkClick r:id="rId13"/>
              </a:rPr>
              <a:t>https://medium.com/@</a:t>
            </a:r>
            <a:r>
              <a:rPr lang="en-US" dirty="0" smtClean="0">
                <a:hlinkClick r:id="rId13"/>
              </a:rPr>
              <a:t>anil.jain.baba/agentic-ai-architectures-and-design-patterns-288ac589179a [6</a:t>
            </a:r>
            <a:r>
              <a:rPr lang="en-US" dirty="0" smtClean="0">
                <a:hlinkClick r:id="rId14" action="ppaction://hlinksldjump"/>
              </a:rPr>
              <a:t>]</a:t>
            </a:r>
            <a:endParaRPr lang="en-US" dirty="0" smtClean="0"/>
          </a:p>
          <a:p>
            <a:pPr marL="285750" indent="-285750">
              <a:buFont typeface="Arial" panose="020B0604020202020204" pitchFamily="34" charset="0"/>
              <a:buChar char="•"/>
            </a:pPr>
            <a:r>
              <a:rPr lang="en-US" dirty="0"/>
              <a:t> </a:t>
            </a:r>
            <a:r>
              <a:rPr lang="en-US" u="sng" dirty="0">
                <a:hlinkClick r:id="rId15"/>
              </a:rPr>
              <a:t>https://markovate.com/blog/agentic-ai-architecture</a:t>
            </a:r>
            <a:r>
              <a:rPr lang="en-US" u="sng" dirty="0" smtClean="0">
                <a:hlinkClick r:id="rId15"/>
              </a:rPr>
              <a:t>/[7</a:t>
            </a:r>
            <a:r>
              <a:rPr lang="en-US" u="sng" dirty="0" smtClean="0">
                <a:hlinkClick r:id="rId14" action="ppaction://hlinksldjump"/>
              </a:rPr>
              <a:t>]</a:t>
            </a:r>
            <a:endParaRPr lang="en-US" u="sng" dirty="0" smtClean="0"/>
          </a:p>
          <a:p>
            <a:pPr marL="285750" indent="-285750">
              <a:buFont typeface="Arial" panose="020B0604020202020204" pitchFamily="34" charset="0"/>
              <a:buChar char="•"/>
            </a:pPr>
            <a:r>
              <a:rPr lang="en-US" u="sng" dirty="0" smtClean="0">
                <a:hlinkClick r:id="rId16"/>
              </a:rPr>
              <a:t>What Is Agentic AI? | NVIDIA Blog</a:t>
            </a:r>
            <a:r>
              <a:rPr lang="en-US" u="sng" dirty="0" smtClean="0"/>
              <a:t> </a:t>
            </a:r>
            <a:r>
              <a:rPr lang="en-US" u="sng" dirty="0" smtClean="0">
                <a:hlinkClick r:id="rId17" action="ppaction://hlinksldjump"/>
              </a:rPr>
              <a:t>[8]</a:t>
            </a:r>
            <a:endParaRPr lang="en-US" u="sng" dirty="0" smtClean="0"/>
          </a:p>
          <a:p>
            <a:pPr marL="285750" indent="-285750">
              <a:buFont typeface="Arial" panose="020B0604020202020204" pitchFamily="34" charset="0"/>
              <a:buChar char="•"/>
            </a:pPr>
            <a:r>
              <a:rPr lang="en-US" dirty="0">
                <a:hlinkClick r:id="rId18"/>
              </a:rPr>
              <a:t>https://</a:t>
            </a:r>
            <a:r>
              <a:rPr lang="en-US" dirty="0" smtClean="0">
                <a:hlinkClick r:id="rId18"/>
              </a:rPr>
              <a:t>www.uipath.com/ai/agentic-ai [9</a:t>
            </a:r>
            <a:r>
              <a:rPr lang="en-US" dirty="0" smtClean="0">
                <a:hlinkClick r:id="rId19" action="ppaction://hlinksldjump"/>
              </a:rPr>
              <a:t>]</a:t>
            </a:r>
            <a:endParaRPr lang="en-US" dirty="0" smtClean="0"/>
          </a:p>
          <a:p>
            <a:pPr marL="285750" indent="-285750">
              <a:buFont typeface="Arial" panose="020B0604020202020204" pitchFamily="34" charset="0"/>
              <a:buChar char="•"/>
            </a:pPr>
            <a:r>
              <a:rPr lang="en-US" dirty="0">
                <a:hlinkClick r:id="rId20"/>
              </a:rPr>
              <a:t>https://medium.com/@</a:t>
            </a:r>
            <a:r>
              <a:rPr lang="en-US" dirty="0" smtClean="0">
                <a:hlinkClick r:id="rId20"/>
              </a:rPr>
              <a:t>vipra_singh/ai-agents-multi-agent-architectures-part-7-0f0e185bb083 [10</a:t>
            </a:r>
            <a:r>
              <a:rPr lang="en-US" dirty="0" smtClean="0">
                <a:hlinkClick r:id="rId21" action="ppaction://hlinksldjump"/>
              </a:rPr>
              <a:t>]</a:t>
            </a:r>
            <a:endParaRPr lang="en-US" dirty="0" smtClean="0"/>
          </a:p>
          <a:p>
            <a:pPr marL="285750" indent="-285750">
              <a:buFont typeface="Arial" panose="020B0604020202020204" pitchFamily="34" charset="0"/>
              <a:buChar char="•"/>
            </a:pPr>
            <a:r>
              <a:rPr lang="en-US" dirty="0">
                <a:hlinkClick r:id="rId22"/>
              </a:rPr>
              <a:t>https://medium.com/@</a:t>
            </a:r>
            <a:r>
              <a:rPr lang="en-US" dirty="0" smtClean="0">
                <a:hlinkClick r:id="rId22"/>
              </a:rPr>
              <a:t>edoardo.schepis/patterns-for-democratic-multi-agent-ai-voting-based-council-part-2-implementation-2992c3e7c2be</a:t>
            </a:r>
            <a:r>
              <a:rPr lang="en-US" dirty="0" smtClean="0"/>
              <a:t> </a:t>
            </a:r>
            <a:r>
              <a:rPr lang="en-US" dirty="0" smtClean="0">
                <a:hlinkClick r:id="rId23" action="ppaction://hlinksldjump"/>
              </a:rPr>
              <a:t>[11]</a:t>
            </a:r>
            <a:endParaRPr lang="en-US" dirty="0"/>
          </a:p>
        </p:txBody>
      </p:sp>
    </p:spTree>
    <p:extLst>
      <p:ext uri="{BB962C8B-B14F-4D97-AF65-F5344CB8AC3E}">
        <p14:creationId xmlns:p14="http://schemas.microsoft.com/office/powerpoint/2010/main" val="26242347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BCB7C-A6FC-4118-9027-468ECFDE6455}"/>
              </a:ext>
            </a:extLst>
          </p:cNvPr>
          <p:cNvSpPr>
            <a:spLocks noGrp="1"/>
          </p:cNvSpPr>
          <p:nvPr>
            <p:ph type="ctrTitle"/>
          </p:nvPr>
        </p:nvSpPr>
        <p:spPr>
          <a:xfrm>
            <a:off x="3962399" y="2573867"/>
            <a:ext cx="7197726" cy="2421464"/>
          </a:xfrm>
        </p:spPr>
        <p:txBody>
          <a:bodyPr>
            <a:normAutofit/>
          </a:bodyPr>
          <a:lstStyle/>
          <a:p>
            <a:r>
              <a:rPr lang="en-US" dirty="0"/>
              <a:t>Thank You!</a:t>
            </a:r>
          </a:p>
        </p:txBody>
      </p:sp>
      <p:sp>
        <p:nvSpPr>
          <p:cNvPr id="3" name="Slide Number Placeholder 2"/>
          <p:cNvSpPr>
            <a:spLocks noGrp="1"/>
          </p:cNvSpPr>
          <p:nvPr>
            <p:ph type="sldNum" sz="quarter" idx="12"/>
          </p:nvPr>
        </p:nvSpPr>
        <p:spPr/>
        <p:txBody>
          <a:bodyPr/>
          <a:lstStyle/>
          <a:p>
            <a:fld id="{69E57DC2-970A-4B3E-BB1C-7A09969E49DF}" type="slidenum">
              <a:rPr lang="en-US" smtClean="0"/>
              <a:pPr/>
              <a:t>58</a:t>
            </a:fld>
            <a:endParaRPr lang="en-US" dirty="0"/>
          </a:p>
        </p:txBody>
      </p:sp>
    </p:spTree>
    <p:extLst>
      <p:ext uri="{BB962C8B-B14F-4D97-AF65-F5344CB8AC3E}">
        <p14:creationId xmlns:p14="http://schemas.microsoft.com/office/powerpoint/2010/main" val="29399308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59</a:t>
            </a:fld>
            <a:endParaRPr lang="en-US" dirty="0"/>
          </a:p>
        </p:txBody>
      </p:sp>
      <p:sp>
        <p:nvSpPr>
          <p:cNvPr id="3" name="Rectangle 2"/>
          <p:cNvSpPr/>
          <p:nvPr/>
        </p:nvSpPr>
        <p:spPr>
          <a:xfrm>
            <a:off x="702039" y="306580"/>
            <a:ext cx="6096000" cy="923330"/>
          </a:xfrm>
          <a:prstGeom prst="rect">
            <a:avLst/>
          </a:prstGeom>
        </p:spPr>
        <p:txBody>
          <a:bodyPr>
            <a:spAutoFit/>
          </a:bodyPr>
          <a:lstStyle/>
          <a:p>
            <a:r>
              <a:rPr lang="en-US" dirty="0">
                <a:latin typeface="Source Sans Pro"/>
              </a:rPr>
              <a:t>Agentic RAG (Retrieval-Augmented Generation) extends traditional RAG systems by </a:t>
            </a:r>
            <a:r>
              <a:rPr lang="en-US" b="1" dirty="0">
                <a:latin typeface="Source Sans Pro"/>
              </a:rPr>
              <a:t>combining autonomous agents with dynamic knowledge retrieval</a:t>
            </a:r>
            <a:r>
              <a:rPr lang="en-US" dirty="0">
                <a:latin typeface="Source Sans Pro"/>
              </a:rPr>
              <a:t>.</a:t>
            </a:r>
            <a:endParaRPr lang="en-US" dirty="0"/>
          </a:p>
        </p:txBody>
      </p:sp>
      <p:sp>
        <p:nvSpPr>
          <p:cNvPr id="4" name="Rectangle 3"/>
          <p:cNvSpPr/>
          <p:nvPr/>
        </p:nvSpPr>
        <p:spPr>
          <a:xfrm>
            <a:off x="769495" y="1229910"/>
            <a:ext cx="6096000" cy="2585323"/>
          </a:xfrm>
          <a:prstGeom prst="rect">
            <a:avLst/>
          </a:prstGeom>
        </p:spPr>
        <p:txBody>
          <a:bodyPr>
            <a:spAutoFit/>
          </a:bodyPr>
          <a:lstStyle/>
          <a:p>
            <a:r>
              <a:rPr lang="en-US" dirty="0" smtClean="0">
                <a:latin typeface="Source Sans Pro"/>
              </a:rPr>
              <a:t>The difference between </a:t>
            </a:r>
            <a:r>
              <a:rPr lang="en-US" dirty="0" err="1" smtClean="0">
                <a:latin typeface="Source Sans Pro"/>
              </a:rPr>
              <a:t>tradional</a:t>
            </a:r>
            <a:r>
              <a:rPr lang="en-US" dirty="0" smtClean="0">
                <a:latin typeface="Source Sans Pro"/>
              </a:rPr>
              <a:t> rag and agentic rag:</a:t>
            </a:r>
          </a:p>
          <a:p>
            <a:r>
              <a:rPr lang="en-US" dirty="0" smtClean="0">
                <a:latin typeface="Source Sans Pro"/>
              </a:rPr>
              <a:t>Traditional </a:t>
            </a:r>
            <a:r>
              <a:rPr lang="en-US" dirty="0">
                <a:latin typeface="Source Sans Pro"/>
              </a:rPr>
              <a:t>RAG systems face key limitations, such as </a:t>
            </a:r>
            <a:r>
              <a:rPr lang="en-US" b="1" dirty="0">
                <a:latin typeface="Source Sans Pro"/>
              </a:rPr>
              <a:t>relying on a single retrieval step</a:t>
            </a:r>
            <a:r>
              <a:rPr lang="en-US" dirty="0">
                <a:latin typeface="Source Sans Pro"/>
              </a:rPr>
              <a:t> and focusing on direct semantic similarity with the user’s query, which may overlook relevant information.</a:t>
            </a:r>
          </a:p>
          <a:p>
            <a:r>
              <a:rPr lang="en-US" dirty="0">
                <a:latin typeface="Source Sans Pro"/>
              </a:rPr>
              <a:t>Agentic RAG addresses these issues by allowing the agent to autonomously formulate search queries, critique retrieved results, and conduct multiple retrieval steps for a more tailored and comprehensive output.</a:t>
            </a:r>
            <a:endParaRPr lang="en-US" b="0" i="0" dirty="0">
              <a:effectLst/>
              <a:latin typeface="Source Sans Pro"/>
            </a:endParaRPr>
          </a:p>
        </p:txBody>
      </p:sp>
    </p:spTree>
    <p:extLst>
      <p:ext uri="{BB962C8B-B14F-4D97-AF65-F5344CB8AC3E}">
        <p14:creationId xmlns:p14="http://schemas.microsoft.com/office/powerpoint/2010/main" val="38598375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60</a:t>
            </a:fld>
            <a:endParaRPr lang="en-US" dirty="0"/>
          </a:p>
        </p:txBody>
      </p:sp>
      <p:sp>
        <p:nvSpPr>
          <p:cNvPr id="3" name="Rectangle 2"/>
          <p:cNvSpPr/>
          <p:nvPr/>
        </p:nvSpPr>
        <p:spPr>
          <a:xfrm>
            <a:off x="732019" y="840966"/>
            <a:ext cx="6096000" cy="4801314"/>
          </a:xfrm>
          <a:prstGeom prst="rect">
            <a:avLst/>
          </a:prstGeom>
        </p:spPr>
        <p:txBody>
          <a:bodyPr>
            <a:spAutoFit/>
          </a:bodyPr>
          <a:lstStyle/>
          <a:p>
            <a:r>
              <a:rPr lang="en-US" dirty="0">
                <a:latin typeface="-apple-system"/>
              </a:rPr>
              <a:t>Isolation Forest Algorithm.</a:t>
            </a:r>
          </a:p>
          <a:p>
            <a:r>
              <a:rPr lang="en-US" dirty="0">
                <a:latin typeface="-apple-system"/>
              </a:rPr>
              <a:t>Return the anomaly score of each sample using the </a:t>
            </a:r>
            <a:r>
              <a:rPr lang="en-US" dirty="0" err="1">
                <a:latin typeface="-apple-system"/>
              </a:rPr>
              <a:t>IsolationForest</a:t>
            </a:r>
            <a:r>
              <a:rPr lang="en-US" dirty="0">
                <a:latin typeface="-apple-system"/>
              </a:rPr>
              <a:t> algorithm</a:t>
            </a:r>
          </a:p>
          <a:p>
            <a:r>
              <a:rPr lang="en-US" dirty="0">
                <a:latin typeface="-apple-system"/>
              </a:rPr>
              <a:t>The </a:t>
            </a:r>
            <a:r>
              <a:rPr lang="en-US" dirty="0" err="1">
                <a:latin typeface="-apple-system"/>
              </a:rPr>
              <a:t>IsolationForest</a:t>
            </a:r>
            <a:r>
              <a:rPr lang="en-US" dirty="0">
                <a:latin typeface="-apple-system"/>
              </a:rPr>
              <a:t> ‘isolates’ observations by randomly selecting a feature and then randomly selecting a split value between the maximum and minimum values of the selected feature.</a:t>
            </a:r>
          </a:p>
          <a:p>
            <a:r>
              <a:rPr lang="en-US" dirty="0">
                <a:latin typeface="-apple-system"/>
              </a:rPr>
              <a:t>Since recursive partitioning can be represented by a tree structure, the number of </a:t>
            </a:r>
            <a:r>
              <a:rPr lang="en-US" dirty="0" err="1">
                <a:latin typeface="-apple-system"/>
              </a:rPr>
              <a:t>splittings</a:t>
            </a:r>
            <a:r>
              <a:rPr lang="en-US" dirty="0">
                <a:latin typeface="-apple-system"/>
              </a:rPr>
              <a:t> required to isolate a sample is equivalent to the path length from the root node to the terminating node.</a:t>
            </a:r>
          </a:p>
          <a:p>
            <a:r>
              <a:rPr lang="en-US" dirty="0">
                <a:latin typeface="-apple-system"/>
              </a:rPr>
              <a:t>This path length, averaged over a forest of such random trees, is a measure of normality and our decision function.</a:t>
            </a:r>
          </a:p>
          <a:p>
            <a:r>
              <a:rPr lang="en-US" dirty="0">
                <a:latin typeface="-apple-system"/>
              </a:rPr>
              <a:t>Random partitioning produces noticeably shorter paths for anomalies. Hence, when a forest of random trees collectively produce shorter path lengths for particular samples, they are highly likely to be anomalies.</a:t>
            </a:r>
            <a:endParaRPr lang="en-US" b="0" i="0" dirty="0">
              <a:effectLst/>
              <a:latin typeface="-apple-system"/>
            </a:endParaRPr>
          </a:p>
        </p:txBody>
      </p:sp>
    </p:spTree>
    <p:extLst>
      <p:ext uri="{BB962C8B-B14F-4D97-AF65-F5344CB8AC3E}">
        <p14:creationId xmlns:p14="http://schemas.microsoft.com/office/powerpoint/2010/main" val="32363844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Status xmlns="71af3243-3dd4-4a8d-8c0d-dd76da1f02a5">Not started</Statu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b385d60f68dd989dca1fdc827799d85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911b479caf7b199da365455750e4572"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E12C2FA-3740-4055-BA8A-74A1458F4A51}">
  <ds:schemaRefs>
    <ds:schemaRef ds:uri="http://schemas.microsoft.com/sharepoint/v3/contenttype/forms"/>
  </ds:schemaRefs>
</ds:datastoreItem>
</file>

<file path=customXml/itemProps2.xml><?xml version="1.0" encoding="utf-8"?>
<ds:datastoreItem xmlns:ds="http://schemas.openxmlformats.org/officeDocument/2006/customXml" ds:itemID="{4415B3C4-7FB6-414C-8C24-8862C0E6C9F3}">
  <ds:schemaRefs>
    <ds:schemaRef ds:uri="http://purl.org/dc/dcmitype/"/>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16c05727-aa75-4e4a-9b5f-8a80a1165891"/>
    <ds:schemaRef ds:uri="71af3243-3dd4-4a8d-8c0d-dd76da1f02a5"/>
    <ds:schemaRef ds:uri="http://www.w3.org/XML/1998/namespace"/>
  </ds:schemaRefs>
</ds:datastoreItem>
</file>

<file path=customXml/itemProps3.xml><?xml version="1.0" encoding="utf-8"?>
<ds:datastoreItem xmlns:ds="http://schemas.openxmlformats.org/officeDocument/2006/customXml" ds:itemID="{0257C101-46E1-4CAE-AE60-1AB79022B7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Future design</Template>
  <TotalTime>0</TotalTime>
  <Words>1883</Words>
  <Application>Microsoft Office PowerPoint</Application>
  <PresentationFormat>Widescreen</PresentationFormat>
  <Paragraphs>419</Paragraphs>
  <Slides>60</Slides>
  <Notes>48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60</vt:i4>
      </vt:variant>
    </vt:vector>
  </HeadingPairs>
  <TitlesOfParts>
    <vt:vector size="68" baseType="lpstr">
      <vt:lpstr>-apple-system</vt:lpstr>
      <vt:lpstr>Arial</vt:lpstr>
      <vt:lpstr>Calibri</vt:lpstr>
      <vt:lpstr>Calibri Light</vt:lpstr>
      <vt:lpstr>Segoe UI</vt:lpstr>
      <vt:lpstr>Source Sans Pro</vt:lpstr>
      <vt:lpstr>Wingdings</vt:lpstr>
      <vt:lpstr>Celestial</vt:lpstr>
      <vt:lpstr>Introduction of AI Agents</vt:lpstr>
      <vt:lpstr>Plan: </vt:lpstr>
      <vt:lpstr>What are llmS?</vt:lpstr>
      <vt:lpstr>PowerPoint Presentation</vt:lpstr>
      <vt:lpstr>PowerPoint Presentation</vt:lpstr>
      <vt:lpstr>PowerPoint Presentation</vt:lpstr>
      <vt:lpstr>What are AI AGENTS?</vt:lpstr>
      <vt:lpstr>PowerPoint Presentation</vt:lpstr>
      <vt:lpstr>PowerPoint Presentation</vt:lpstr>
      <vt:lpstr>Components of ai agents</vt:lpstr>
      <vt:lpstr>PowerPoint Presentation</vt:lpstr>
      <vt:lpstr>PowerPoint Presentation</vt:lpstr>
      <vt:lpstr>CYCLES OF AI AGENTS</vt:lpstr>
      <vt:lpstr>PowerPoint Presentation</vt:lpstr>
      <vt:lpstr>PowerPoint Presentation</vt:lpstr>
      <vt:lpstr>PowerPoint Presentation</vt:lpstr>
      <vt:lpstr>PowerPoint Presentation</vt:lpstr>
      <vt:lpstr>TYPES OF AGENTS</vt:lpstr>
      <vt:lpstr>PowerPoint Presentation</vt:lpstr>
      <vt:lpstr>PowerPoint Presentation</vt:lpstr>
      <vt:lpstr>PowerPoint Presentation</vt:lpstr>
      <vt:lpstr>PowerPoint Presentation</vt:lpstr>
      <vt:lpstr>PowerPoint Presentation</vt:lpstr>
      <vt:lpstr>WhEN TO USE AI AGENTS</vt:lpstr>
      <vt:lpstr>PowerPoint Presentation</vt:lpstr>
      <vt:lpstr>AI AGENT FRAMEWORKS</vt:lpstr>
      <vt:lpstr>PowerPoint Presentation</vt:lpstr>
      <vt:lpstr>PowerPoint Presentation</vt:lpstr>
      <vt:lpstr>PowerPoint Presentation</vt:lpstr>
      <vt:lpstr>What is AGENTIC AI</vt:lpstr>
      <vt:lpstr>PowerPoint Presentation</vt:lpstr>
      <vt:lpstr>PowerPoint Presentation</vt:lpstr>
      <vt:lpstr>PowerPoint Presentation</vt:lpstr>
      <vt:lpstr>PowerPoint Presentation</vt:lpstr>
      <vt:lpstr>AGENTIC DESIGN PRINCIPLES</vt:lpstr>
      <vt:lpstr>PowerPoint Presentation</vt:lpstr>
      <vt:lpstr>DESIGN Pattern in agentic Ai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GUARDRAILS</vt:lpstr>
      <vt:lpstr>PowerPoint Presentation</vt:lpstr>
      <vt:lpstr>PowerPoint Presentation</vt:lpstr>
      <vt:lpstr>Thank You!</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2025-08-01T15:46:23Z</dcterms:created>
  <dcterms:modified xsi:type="dcterms:W3CDTF">2025-09-17T16:22:38Z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